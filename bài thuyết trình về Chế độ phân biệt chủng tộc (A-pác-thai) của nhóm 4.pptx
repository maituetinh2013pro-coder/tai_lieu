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0"/>
  </p:notesMasterIdLst>
  <p:handoutMasterIdLst>
    <p:handoutMasterId r:id="rId12"/>
  </p:handoutMasterIdLst>
  <p:sldIdLst>
    <p:sldId id="340" r:id="rId3"/>
    <p:sldId id="308" r:id="rId4"/>
    <p:sldId id="313" r:id="rId5"/>
    <p:sldId id="314" r:id="rId6"/>
    <p:sldId id="310" r:id="rId7"/>
    <p:sldId id="316" r:id="rId8"/>
    <p:sldId id="317" r:id="rId9"/>
    <p:sldId id="341" r:id="rId11"/>
  </p:sldIdLst>
  <p:sldSz cx="9144000" cy="5143500" type="screen16x9"/>
  <p:notesSz cx="6858000" cy="9144000"/>
  <p:embeddedFontLst>
    <p:embeddedFont>
      <p:font typeface="Open Sans" panose="020B0606030504020204" charset="0"/>
      <p:regular r:id="rId16"/>
      <p:bold r:id="rId17"/>
    </p:embeddedFont>
  </p:embeddedFontLst>
  <p:custDataLst>
    <p:tags r:id="rId18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6" userDrawn="1">
          <p15:clr>
            <a:srgbClr val="A4A3A4"/>
          </p15:clr>
        </p15:guide>
        <p15:guide id="2" pos="1310" userDrawn="1">
          <p15:clr>
            <a:srgbClr val="A4A3A4"/>
          </p15:clr>
        </p15:guide>
        <p15:guide id="3" orient="horz" pos="1813" userDrawn="1">
          <p15:clr>
            <a:srgbClr val="A4A3A4"/>
          </p15:clr>
        </p15:guide>
        <p15:guide id="4" pos="2812" userDrawn="1">
          <p15:clr>
            <a:srgbClr val="A4A3A4"/>
          </p15:clr>
        </p15:guide>
        <p15:guide id="5" orient="horz" pos="1059" userDrawn="1">
          <p15:clr>
            <a:srgbClr val="A4A3A4"/>
          </p15:clr>
        </p15:guide>
        <p15:guide id="6" pos="1164" userDrawn="1">
          <p15:clr>
            <a:srgbClr val="A4A3A4"/>
          </p15:clr>
        </p15:guide>
        <p15:guide id="7" pos="380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04437"/>
    <a:srgbClr val="E1C45C"/>
    <a:srgbClr val="74ADB2"/>
    <a:srgbClr val="DB795E"/>
    <a:srgbClr val="DF923D"/>
    <a:srgbClr val="7E9A66"/>
    <a:srgbClr val="DFE1E4"/>
    <a:srgbClr val="E3CA9B"/>
    <a:srgbClr val="9478AC"/>
    <a:srgbClr val="9BC1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04" autoAdjust="0"/>
    <p:restoredTop sz="94660"/>
  </p:normalViewPr>
  <p:slideViewPr>
    <p:cSldViewPr snapToGrid="0" showGuides="1">
      <p:cViewPr varScale="1">
        <p:scale>
          <a:sx n="109" d="100"/>
          <a:sy n="109" d="100"/>
        </p:scale>
        <p:origin x="653" y="91"/>
      </p:cViewPr>
      <p:guideLst>
        <p:guide orient="horz" pos="2886"/>
        <p:guide pos="1310"/>
        <p:guide orient="horz" pos="1813"/>
        <p:guide pos="2812"/>
        <p:guide orient="horz" pos="1059"/>
        <p:guide pos="1164"/>
        <p:guide pos="3803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734"/>
    </p:cViewPr>
  </p:sorterViewPr>
  <p:notesViewPr>
    <p:cSldViewPr snapToGrid="0">
      <p:cViewPr varScale="1">
        <p:scale>
          <a:sx n="63" d="100"/>
          <a:sy n="63" d="100"/>
        </p:scale>
        <p:origin x="3134" y="58"/>
      </p:cViewPr>
      <p:guideLst/>
    </p:cSldViewPr>
  </p:notes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gs" Target="tags/tag143.xml"/><Relationship Id="rId17" Type="http://schemas.openxmlformats.org/officeDocument/2006/relationships/font" Target="fonts/font2.fntdata"/><Relationship Id="rId16" Type="http://schemas.openxmlformats.org/officeDocument/2006/relationships/font" Target="fonts/font1.fntdata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handoutMaster" Target="handoutMasters/handoutMaster1.xml"/><Relationship Id="rId11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Open Sans" panose="020B0606030504020204" charset="0"/>
              <a:ea typeface="Open Sans" panose="020B0606030504020204" charset="0"/>
              <a:cs typeface="Open Sans" panose="020B0606030504020204" charset="0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7F7AC6-7B88-4C0D-9CE4-E3F03B100657}" type="datetimeFigureOut">
              <a:rPr lang="zh-CN" altLang="en-US" smtClean="0"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</a:rPr>
            </a:fld>
            <a:endParaRPr lang="zh-CN" altLang="en-US">
              <a:latin typeface="Open Sans" panose="020B0606030504020204" charset="0"/>
              <a:ea typeface="Open Sans" panose="020B0606030504020204" charset="0"/>
              <a:cs typeface="Open Sans" panose="020B060603050402020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Open Sans" panose="020B0606030504020204" charset="0"/>
              <a:ea typeface="Open Sans" panose="020B0606030504020204" charset="0"/>
              <a:cs typeface="Open Sans" panose="020B060603050402020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9FE3CF-17BE-4283-A791-47AE4609DC10}" type="slidenum">
              <a:rPr lang="zh-CN" altLang="en-US" smtClean="0"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</a:rPr>
            </a:fld>
            <a:endParaRPr lang="zh-CN" altLang="en-US">
              <a:latin typeface="Open Sans" panose="020B0606030504020204" charset="0"/>
              <a:ea typeface="Open Sans" panose="020B0606030504020204" charset="0"/>
              <a:cs typeface="Open Sans" panose="020B060603050402020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</a:defRPr>
            </a:lvl1pPr>
          </a:lstStyle>
          <a:p>
            <a:fld id="{D0C9ECDD-5686-4F64-A16B-B3381C203D8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</a:defRPr>
            </a:lvl1pPr>
          </a:lstStyle>
          <a:p>
            <a:fld id="{8BF8C91C-FEA7-4604-9C1A-893D35B4A03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Open Sans" panose="020B0606030504020204" charset="0"/>
        <a:ea typeface="Open Sans" panose="020B0606030504020204" charset="0"/>
        <a:cs typeface="Open Sans" panose="020B0606030504020204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Open Sans" panose="020B0606030504020204" charset="0"/>
        <a:ea typeface="Open Sans" panose="020B0606030504020204" charset="0"/>
        <a:cs typeface="Open Sans" panose="020B0606030504020204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Open Sans" panose="020B0606030504020204" charset="0"/>
        <a:ea typeface="Open Sans" panose="020B0606030504020204" charset="0"/>
        <a:cs typeface="Open Sans" panose="020B0606030504020204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Open Sans" panose="020B0606030504020204" charset="0"/>
        <a:ea typeface="Open Sans" panose="020B0606030504020204" charset="0"/>
        <a:cs typeface="Open Sans" panose="020B0606030504020204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Open Sans" panose="020B0606030504020204" charset="0"/>
        <a:ea typeface="Open Sans" panose="020B0606030504020204" charset="0"/>
        <a:cs typeface="Open Sans" panose="020B060603050402020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rgbClr val="E3CA9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5"/>
          <p:cNvSpPr/>
          <p:nvPr userDrawn="1"/>
        </p:nvSpPr>
        <p:spPr bwMode="auto">
          <a:xfrm>
            <a:off x="26913" y="3468578"/>
            <a:ext cx="265961" cy="482846"/>
          </a:xfrm>
          <a:custGeom>
            <a:avLst/>
            <a:gdLst>
              <a:gd name="T0" fmla="*/ 0 w 38"/>
              <a:gd name="T1" fmla="*/ 69 h 69"/>
              <a:gd name="T2" fmla="*/ 4 w 38"/>
              <a:gd name="T3" fmla="*/ 59 h 69"/>
              <a:gd name="T4" fmla="*/ 15 w 38"/>
              <a:gd name="T5" fmla="*/ 38 h 69"/>
              <a:gd name="T6" fmla="*/ 26 w 38"/>
              <a:gd name="T7" fmla="*/ 18 h 69"/>
              <a:gd name="T8" fmla="*/ 38 w 38"/>
              <a:gd name="T9" fmla="*/ 0 h 69"/>
              <a:gd name="T10" fmla="*/ 27 w 38"/>
              <a:gd name="T11" fmla="*/ 21 h 69"/>
              <a:gd name="T12" fmla="*/ 17 w 38"/>
              <a:gd name="T13" fmla="*/ 38 h 69"/>
              <a:gd name="T14" fmla="*/ 7 w 38"/>
              <a:gd name="T15" fmla="*/ 58 h 69"/>
              <a:gd name="T16" fmla="*/ 3 w 38"/>
              <a:gd name="T17" fmla="*/ 65 h 69"/>
              <a:gd name="T18" fmla="*/ 0 w 38"/>
              <a:gd name="T19" fmla="*/ 69 h 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8" h="69">
                <a:moveTo>
                  <a:pt x="0" y="69"/>
                </a:moveTo>
                <a:cubicBezTo>
                  <a:pt x="0" y="66"/>
                  <a:pt x="3" y="62"/>
                  <a:pt x="4" y="59"/>
                </a:cubicBezTo>
                <a:cubicBezTo>
                  <a:pt x="8" y="52"/>
                  <a:pt x="12" y="45"/>
                  <a:pt x="15" y="38"/>
                </a:cubicBezTo>
                <a:cubicBezTo>
                  <a:pt x="19" y="31"/>
                  <a:pt x="23" y="25"/>
                  <a:pt x="26" y="18"/>
                </a:cubicBezTo>
                <a:cubicBezTo>
                  <a:pt x="30" y="12"/>
                  <a:pt x="33" y="5"/>
                  <a:pt x="38" y="0"/>
                </a:cubicBezTo>
                <a:cubicBezTo>
                  <a:pt x="35" y="7"/>
                  <a:pt x="31" y="14"/>
                  <a:pt x="27" y="21"/>
                </a:cubicBezTo>
                <a:cubicBezTo>
                  <a:pt x="24" y="27"/>
                  <a:pt x="20" y="32"/>
                  <a:pt x="17" y="38"/>
                </a:cubicBezTo>
                <a:cubicBezTo>
                  <a:pt x="13" y="45"/>
                  <a:pt x="10" y="51"/>
                  <a:pt x="7" y="58"/>
                </a:cubicBezTo>
                <a:cubicBezTo>
                  <a:pt x="5" y="60"/>
                  <a:pt x="4" y="63"/>
                  <a:pt x="3" y="65"/>
                </a:cubicBezTo>
                <a:cubicBezTo>
                  <a:pt x="2" y="67"/>
                  <a:pt x="1" y="68"/>
                  <a:pt x="0" y="69"/>
                </a:cubicBezTo>
                <a:close/>
              </a:path>
            </a:pathLst>
          </a:custGeom>
          <a:solidFill>
            <a:srgbClr val="B7C6AA">
              <a:alpha val="2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cs typeface="Open Sans" panose="020B0606030504020204" charset="0"/>
            </a:endParaRPr>
          </a:p>
        </p:txBody>
      </p:sp>
      <p:sp>
        <p:nvSpPr>
          <p:cNvPr id="10" name="Freeform 6"/>
          <p:cNvSpPr/>
          <p:nvPr userDrawn="1"/>
        </p:nvSpPr>
        <p:spPr bwMode="auto">
          <a:xfrm>
            <a:off x="20581" y="3615806"/>
            <a:ext cx="286542" cy="455934"/>
          </a:xfrm>
          <a:custGeom>
            <a:avLst/>
            <a:gdLst>
              <a:gd name="T0" fmla="*/ 0 w 41"/>
              <a:gd name="T1" fmla="*/ 65 h 65"/>
              <a:gd name="T2" fmla="*/ 4 w 41"/>
              <a:gd name="T3" fmla="*/ 55 h 65"/>
              <a:gd name="T4" fmla="*/ 16 w 41"/>
              <a:gd name="T5" fmla="*/ 35 h 65"/>
              <a:gd name="T6" fmla="*/ 28 w 41"/>
              <a:gd name="T7" fmla="*/ 16 h 65"/>
              <a:gd name="T8" fmla="*/ 41 w 41"/>
              <a:gd name="T9" fmla="*/ 0 h 65"/>
              <a:gd name="T10" fmla="*/ 31 w 41"/>
              <a:gd name="T11" fmla="*/ 15 h 65"/>
              <a:gd name="T12" fmla="*/ 20 w 41"/>
              <a:gd name="T13" fmla="*/ 32 h 65"/>
              <a:gd name="T14" fmla="*/ 5 w 41"/>
              <a:gd name="T15" fmla="*/ 58 h 65"/>
              <a:gd name="T16" fmla="*/ 0 w 41"/>
              <a:gd name="T17" fmla="*/ 65 h 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1" h="65">
                <a:moveTo>
                  <a:pt x="0" y="65"/>
                </a:moveTo>
                <a:cubicBezTo>
                  <a:pt x="0" y="61"/>
                  <a:pt x="3" y="58"/>
                  <a:pt x="4" y="55"/>
                </a:cubicBezTo>
                <a:cubicBezTo>
                  <a:pt x="8" y="48"/>
                  <a:pt x="12" y="41"/>
                  <a:pt x="16" y="35"/>
                </a:cubicBezTo>
                <a:cubicBezTo>
                  <a:pt x="20" y="28"/>
                  <a:pt x="24" y="22"/>
                  <a:pt x="28" y="16"/>
                </a:cubicBezTo>
                <a:cubicBezTo>
                  <a:pt x="32" y="11"/>
                  <a:pt x="36" y="5"/>
                  <a:pt x="41" y="0"/>
                </a:cubicBezTo>
                <a:cubicBezTo>
                  <a:pt x="38" y="5"/>
                  <a:pt x="34" y="10"/>
                  <a:pt x="31" y="15"/>
                </a:cubicBezTo>
                <a:cubicBezTo>
                  <a:pt x="27" y="21"/>
                  <a:pt x="24" y="26"/>
                  <a:pt x="20" y="32"/>
                </a:cubicBezTo>
                <a:cubicBezTo>
                  <a:pt x="15" y="40"/>
                  <a:pt x="10" y="49"/>
                  <a:pt x="5" y="58"/>
                </a:cubicBezTo>
                <a:cubicBezTo>
                  <a:pt x="3" y="60"/>
                  <a:pt x="2" y="64"/>
                  <a:pt x="0" y="65"/>
                </a:cubicBezTo>
                <a:close/>
              </a:path>
            </a:pathLst>
          </a:custGeom>
          <a:solidFill>
            <a:srgbClr val="B7C6AA">
              <a:alpha val="2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cs typeface="Open Sans" panose="020B0606030504020204" charset="0"/>
            </a:endParaRPr>
          </a:p>
        </p:txBody>
      </p:sp>
      <p:sp>
        <p:nvSpPr>
          <p:cNvPr id="11" name="Freeform 7"/>
          <p:cNvSpPr/>
          <p:nvPr userDrawn="1"/>
        </p:nvSpPr>
        <p:spPr bwMode="auto">
          <a:xfrm>
            <a:off x="63324" y="3853272"/>
            <a:ext cx="215302" cy="343533"/>
          </a:xfrm>
          <a:custGeom>
            <a:avLst/>
            <a:gdLst>
              <a:gd name="T0" fmla="*/ 0 w 31"/>
              <a:gd name="T1" fmla="*/ 49 h 49"/>
              <a:gd name="T2" fmla="*/ 2 w 31"/>
              <a:gd name="T3" fmla="*/ 43 h 49"/>
              <a:gd name="T4" fmla="*/ 11 w 31"/>
              <a:gd name="T5" fmla="*/ 29 h 49"/>
              <a:gd name="T6" fmla="*/ 23 w 31"/>
              <a:gd name="T7" fmla="*/ 10 h 49"/>
              <a:gd name="T8" fmla="*/ 31 w 31"/>
              <a:gd name="T9" fmla="*/ 0 h 49"/>
              <a:gd name="T10" fmla="*/ 15 w 31"/>
              <a:gd name="T11" fmla="*/ 25 h 49"/>
              <a:gd name="T12" fmla="*/ 6 w 31"/>
              <a:gd name="T13" fmla="*/ 40 h 49"/>
              <a:gd name="T14" fmla="*/ 0 w 31"/>
              <a:gd name="T15" fmla="*/ 49 h 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31" h="49">
                <a:moveTo>
                  <a:pt x="0" y="49"/>
                </a:moveTo>
                <a:cubicBezTo>
                  <a:pt x="0" y="47"/>
                  <a:pt x="1" y="45"/>
                  <a:pt x="2" y="43"/>
                </a:cubicBezTo>
                <a:cubicBezTo>
                  <a:pt x="5" y="38"/>
                  <a:pt x="8" y="34"/>
                  <a:pt x="11" y="29"/>
                </a:cubicBezTo>
                <a:cubicBezTo>
                  <a:pt x="15" y="23"/>
                  <a:pt x="19" y="16"/>
                  <a:pt x="23" y="10"/>
                </a:cubicBezTo>
                <a:cubicBezTo>
                  <a:pt x="25" y="6"/>
                  <a:pt x="28" y="3"/>
                  <a:pt x="31" y="0"/>
                </a:cubicBezTo>
                <a:cubicBezTo>
                  <a:pt x="27" y="9"/>
                  <a:pt x="20" y="16"/>
                  <a:pt x="15" y="25"/>
                </a:cubicBezTo>
                <a:cubicBezTo>
                  <a:pt x="12" y="30"/>
                  <a:pt x="9" y="35"/>
                  <a:pt x="6" y="40"/>
                </a:cubicBezTo>
                <a:cubicBezTo>
                  <a:pt x="4" y="43"/>
                  <a:pt x="3" y="47"/>
                  <a:pt x="0" y="49"/>
                </a:cubicBezTo>
                <a:close/>
              </a:path>
            </a:pathLst>
          </a:custGeom>
          <a:solidFill>
            <a:srgbClr val="B7C6AA">
              <a:alpha val="2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cs typeface="Open Sans" panose="020B0606030504020204" charset="0"/>
            </a:endParaRPr>
          </a:p>
        </p:txBody>
      </p:sp>
      <p:sp>
        <p:nvSpPr>
          <p:cNvPr id="12" name="Freeform 8"/>
          <p:cNvSpPr/>
          <p:nvPr userDrawn="1"/>
        </p:nvSpPr>
        <p:spPr bwMode="auto">
          <a:xfrm>
            <a:off x="145646" y="3910264"/>
            <a:ext cx="237465" cy="357781"/>
          </a:xfrm>
          <a:custGeom>
            <a:avLst/>
            <a:gdLst>
              <a:gd name="T0" fmla="*/ 0 w 34"/>
              <a:gd name="T1" fmla="*/ 51 h 51"/>
              <a:gd name="T2" fmla="*/ 3 w 34"/>
              <a:gd name="T3" fmla="*/ 45 h 51"/>
              <a:gd name="T4" fmla="*/ 12 w 34"/>
              <a:gd name="T5" fmla="*/ 31 h 51"/>
              <a:gd name="T6" fmla="*/ 26 w 34"/>
              <a:gd name="T7" fmla="*/ 11 h 51"/>
              <a:gd name="T8" fmla="*/ 34 w 34"/>
              <a:gd name="T9" fmla="*/ 0 h 51"/>
              <a:gd name="T10" fmla="*/ 27 w 34"/>
              <a:gd name="T11" fmla="*/ 11 h 51"/>
              <a:gd name="T12" fmla="*/ 15 w 34"/>
              <a:gd name="T13" fmla="*/ 30 h 51"/>
              <a:gd name="T14" fmla="*/ 6 w 34"/>
              <a:gd name="T15" fmla="*/ 44 h 51"/>
              <a:gd name="T16" fmla="*/ 0 w 34"/>
              <a:gd name="T17" fmla="*/ 51 h 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4" h="51">
                <a:moveTo>
                  <a:pt x="0" y="51"/>
                </a:moveTo>
                <a:cubicBezTo>
                  <a:pt x="1" y="48"/>
                  <a:pt x="2" y="47"/>
                  <a:pt x="3" y="45"/>
                </a:cubicBezTo>
                <a:cubicBezTo>
                  <a:pt x="6" y="40"/>
                  <a:pt x="9" y="36"/>
                  <a:pt x="12" y="31"/>
                </a:cubicBezTo>
                <a:cubicBezTo>
                  <a:pt x="17" y="24"/>
                  <a:pt x="21" y="17"/>
                  <a:pt x="26" y="11"/>
                </a:cubicBezTo>
                <a:cubicBezTo>
                  <a:pt x="28" y="7"/>
                  <a:pt x="31" y="3"/>
                  <a:pt x="34" y="0"/>
                </a:cubicBezTo>
                <a:cubicBezTo>
                  <a:pt x="32" y="4"/>
                  <a:pt x="30" y="7"/>
                  <a:pt x="27" y="11"/>
                </a:cubicBezTo>
                <a:cubicBezTo>
                  <a:pt x="23" y="17"/>
                  <a:pt x="19" y="23"/>
                  <a:pt x="15" y="30"/>
                </a:cubicBezTo>
                <a:cubicBezTo>
                  <a:pt x="12" y="34"/>
                  <a:pt x="9" y="39"/>
                  <a:pt x="6" y="44"/>
                </a:cubicBezTo>
                <a:cubicBezTo>
                  <a:pt x="4" y="47"/>
                  <a:pt x="3" y="49"/>
                  <a:pt x="0" y="51"/>
                </a:cubicBezTo>
                <a:close/>
              </a:path>
            </a:pathLst>
          </a:custGeom>
          <a:solidFill>
            <a:srgbClr val="B7C6AA">
              <a:alpha val="2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cs typeface="Open Sans" panose="020B0606030504020204" charset="0"/>
            </a:endParaRPr>
          </a:p>
        </p:txBody>
      </p:sp>
      <p:sp>
        <p:nvSpPr>
          <p:cNvPr id="13" name="Freeform 9"/>
          <p:cNvSpPr/>
          <p:nvPr userDrawn="1"/>
        </p:nvSpPr>
        <p:spPr bwMode="auto">
          <a:xfrm>
            <a:off x="0" y="3476493"/>
            <a:ext cx="202637" cy="335618"/>
          </a:xfrm>
          <a:custGeom>
            <a:avLst/>
            <a:gdLst>
              <a:gd name="T0" fmla="*/ 0 w 29"/>
              <a:gd name="T1" fmla="*/ 48 h 48"/>
              <a:gd name="T2" fmla="*/ 2 w 29"/>
              <a:gd name="T3" fmla="*/ 42 h 48"/>
              <a:gd name="T4" fmla="*/ 11 w 29"/>
              <a:gd name="T5" fmla="*/ 28 h 48"/>
              <a:gd name="T6" fmla="*/ 23 w 29"/>
              <a:gd name="T7" fmla="*/ 8 h 48"/>
              <a:gd name="T8" fmla="*/ 29 w 29"/>
              <a:gd name="T9" fmla="*/ 0 h 48"/>
              <a:gd name="T10" fmla="*/ 14 w 29"/>
              <a:gd name="T11" fmla="*/ 26 h 48"/>
              <a:gd name="T12" fmla="*/ 5 w 29"/>
              <a:gd name="T13" fmla="*/ 41 h 48"/>
              <a:gd name="T14" fmla="*/ 0 w 29"/>
              <a:gd name="T15" fmla="*/ 48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9" h="48">
                <a:moveTo>
                  <a:pt x="0" y="48"/>
                </a:moveTo>
                <a:cubicBezTo>
                  <a:pt x="0" y="46"/>
                  <a:pt x="1" y="44"/>
                  <a:pt x="2" y="42"/>
                </a:cubicBezTo>
                <a:cubicBezTo>
                  <a:pt x="5" y="37"/>
                  <a:pt x="8" y="32"/>
                  <a:pt x="11" y="28"/>
                </a:cubicBezTo>
                <a:cubicBezTo>
                  <a:pt x="15" y="21"/>
                  <a:pt x="19" y="15"/>
                  <a:pt x="23" y="8"/>
                </a:cubicBezTo>
                <a:cubicBezTo>
                  <a:pt x="25" y="5"/>
                  <a:pt x="27" y="2"/>
                  <a:pt x="29" y="0"/>
                </a:cubicBezTo>
                <a:cubicBezTo>
                  <a:pt x="25" y="9"/>
                  <a:pt x="19" y="17"/>
                  <a:pt x="14" y="26"/>
                </a:cubicBezTo>
                <a:cubicBezTo>
                  <a:pt x="11" y="31"/>
                  <a:pt x="8" y="36"/>
                  <a:pt x="5" y="41"/>
                </a:cubicBezTo>
                <a:cubicBezTo>
                  <a:pt x="4" y="43"/>
                  <a:pt x="2" y="46"/>
                  <a:pt x="0" y="48"/>
                </a:cubicBezTo>
                <a:close/>
              </a:path>
            </a:pathLst>
          </a:custGeom>
          <a:solidFill>
            <a:srgbClr val="B7C6AA">
              <a:alpha val="2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cs typeface="Open Sans" panose="020B0606030504020204" charset="0"/>
            </a:endParaRPr>
          </a:p>
        </p:txBody>
      </p:sp>
      <p:sp>
        <p:nvSpPr>
          <p:cNvPr id="14" name="Freeform 10"/>
          <p:cNvSpPr/>
          <p:nvPr userDrawn="1"/>
        </p:nvSpPr>
        <p:spPr bwMode="auto">
          <a:xfrm>
            <a:off x="4920283" y="4869624"/>
            <a:ext cx="147229" cy="245381"/>
          </a:xfrm>
          <a:custGeom>
            <a:avLst/>
            <a:gdLst>
              <a:gd name="T0" fmla="*/ 0 w 21"/>
              <a:gd name="T1" fmla="*/ 35 h 35"/>
              <a:gd name="T2" fmla="*/ 3 w 21"/>
              <a:gd name="T3" fmla="*/ 29 h 35"/>
              <a:gd name="T4" fmla="*/ 9 w 21"/>
              <a:gd name="T5" fmla="*/ 17 h 35"/>
              <a:gd name="T6" fmla="*/ 21 w 21"/>
              <a:gd name="T7" fmla="*/ 0 h 35"/>
              <a:gd name="T8" fmla="*/ 12 w 21"/>
              <a:gd name="T9" fmla="*/ 15 h 35"/>
              <a:gd name="T10" fmla="*/ 4 w 21"/>
              <a:gd name="T11" fmla="*/ 29 h 35"/>
              <a:gd name="T12" fmla="*/ 0 w 21"/>
              <a:gd name="T13" fmla="*/ 35 h 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1" h="35">
                <a:moveTo>
                  <a:pt x="0" y="35"/>
                </a:moveTo>
                <a:cubicBezTo>
                  <a:pt x="0" y="33"/>
                  <a:pt x="2" y="31"/>
                  <a:pt x="3" y="29"/>
                </a:cubicBezTo>
                <a:cubicBezTo>
                  <a:pt x="5" y="25"/>
                  <a:pt x="7" y="21"/>
                  <a:pt x="9" y="17"/>
                </a:cubicBezTo>
                <a:cubicBezTo>
                  <a:pt x="13" y="11"/>
                  <a:pt x="16" y="5"/>
                  <a:pt x="21" y="0"/>
                </a:cubicBezTo>
                <a:cubicBezTo>
                  <a:pt x="19" y="5"/>
                  <a:pt x="15" y="10"/>
                  <a:pt x="12" y="15"/>
                </a:cubicBezTo>
                <a:cubicBezTo>
                  <a:pt x="10" y="20"/>
                  <a:pt x="7" y="25"/>
                  <a:pt x="4" y="29"/>
                </a:cubicBezTo>
                <a:cubicBezTo>
                  <a:pt x="3" y="31"/>
                  <a:pt x="2" y="34"/>
                  <a:pt x="0" y="35"/>
                </a:cubicBezTo>
                <a:close/>
              </a:path>
            </a:pathLst>
          </a:custGeom>
          <a:solidFill>
            <a:srgbClr val="B7C6AA">
              <a:alpha val="2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cs typeface="Open Sans" panose="020B0606030504020204" charset="0"/>
            </a:endParaRPr>
          </a:p>
        </p:txBody>
      </p:sp>
      <p:sp>
        <p:nvSpPr>
          <p:cNvPr id="15" name="Freeform 11"/>
          <p:cNvSpPr/>
          <p:nvPr userDrawn="1"/>
        </p:nvSpPr>
        <p:spPr bwMode="auto">
          <a:xfrm>
            <a:off x="5032683" y="4806300"/>
            <a:ext cx="153561" cy="288125"/>
          </a:xfrm>
          <a:custGeom>
            <a:avLst/>
            <a:gdLst>
              <a:gd name="T0" fmla="*/ 0 w 22"/>
              <a:gd name="T1" fmla="*/ 41 h 41"/>
              <a:gd name="T2" fmla="*/ 2 w 22"/>
              <a:gd name="T3" fmla="*/ 35 h 41"/>
              <a:gd name="T4" fmla="*/ 10 w 22"/>
              <a:gd name="T5" fmla="*/ 20 h 41"/>
              <a:gd name="T6" fmla="*/ 22 w 22"/>
              <a:gd name="T7" fmla="*/ 0 h 41"/>
              <a:gd name="T8" fmla="*/ 10 w 22"/>
              <a:gd name="T9" fmla="*/ 25 h 41"/>
              <a:gd name="T10" fmla="*/ 4 w 22"/>
              <a:gd name="T11" fmla="*/ 36 h 41"/>
              <a:gd name="T12" fmla="*/ 0 w 22"/>
              <a:gd name="T13" fmla="*/ 41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2" h="41">
                <a:moveTo>
                  <a:pt x="0" y="41"/>
                </a:moveTo>
                <a:cubicBezTo>
                  <a:pt x="0" y="39"/>
                  <a:pt x="1" y="37"/>
                  <a:pt x="2" y="35"/>
                </a:cubicBezTo>
                <a:cubicBezTo>
                  <a:pt x="5" y="30"/>
                  <a:pt x="8" y="25"/>
                  <a:pt x="10" y="20"/>
                </a:cubicBezTo>
                <a:cubicBezTo>
                  <a:pt x="14" y="13"/>
                  <a:pt x="17" y="6"/>
                  <a:pt x="22" y="0"/>
                </a:cubicBezTo>
                <a:cubicBezTo>
                  <a:pt x="19" y="9"/>
                  <a:pt x="14" y="17"/>
                  <a:pt x="10" y="25"/>
                </a:cubicBezTo>
                <a:cubicBezTo>
                  <a:pt x="8" y="29"/>
                  <a:pt x="6" y="32"/>
                  <a:pt x="4" y="36"/>
                </a:cubicBezTo>
                <a:cubicBezTo>
                  <a:pt x="3" y="38"/>
                  <a:pt x="2" y="40"/>
                  <a:pt x="0" y="41"/>
                </a:cubicBezTo>
                <a:close/>
              </a:path>
            </a:pathLst>
          </a:custGeom>
          <a:solidFill>
            <a:srgbClr val="B7C6AA">
              <a:alpha val="2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cs typeface="Open Sans" panose="020B0606030504020204" charset="0"/>
            </a:endParaRPr>
          </a:p>
        </p:txBody>
      </p:sp>
      <p:sp>
        <p:nvSpPr>
          <p:cNvPr id="16" name="Freeform 12"/>
          <p:cNvSpPr/>
          <p:nvPr userDrawn="1"/>
        </p:nvSpPr>
        <p:spPr bwMode="auto">
          <a:xfrm>
            <a:off x="5116588" y="4673319"/>
            <a:ext cx="284958" cy="470182"/>
          </a:xfrm>
          <a:custGeom>
            <a:avLst/>
            <a:gdLst>
              <a:gd name="T0" fmla="*/ 0 w 41"/>
              <a:gd name="T1" fmla="*/ 67 h 67"/>
              <a:gd name="T2" fmla="*/ 2 w 41"/>
              <a:gd name="T3" fmla="*/ 61 h 67"/>
              <a:gd name="T4" fmla="*/ 9 w 41"/>
              <a:gd name="T5" fmla="*/ 50 h 67"/>
              <a:gd name="T6" fmla="*/ 21 w 41"/>
              <a:gd name="T7" fmla="*/ 30 h 67"/>
              <a:gd name="T8" fmla="*/ 33 w 41"/>
              <a:gd name="T9" fmla="*/ 11 h 67"/>
              <a:gd name="T10" fmla="*/ 41 w 41"/>
              <a:gd name="T11" fmla="*/ 0 h 67"/>
              <a:gd name="T12" fmla="*/ 33 w 41"/>
              <a:gd name="T13" fmla="*/ 14 h 67"/>
              <a:gd name="T14" fmla="*/ 15 w 41"/>
              <a:gd name="T15" fmla="*/ 43 h 67"/>
              <a:gd name="T16" fmla="*/ 3 w 41"/>
              <a:gd name="T17" fmla="*/ 63 h 67"/>
              <a:gd name="T18" fmla="*/ 0 w 41"/>
              <a:gd name="T19" fmla="*/ 67 h 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41" h="67">
                <a:moveTo>
                  <a:pt x="0" y="67"/>
                </a:moveTo>
                <a:cubicBezTo>
                  <a:pt x="0" y="65"/>
                  <a:pt x="1" y="63"/>
                  <a:pt x="2" y="61"/>
                </a:cubicBezTo>
                <a:cubicBezTo>
                  <a:pt x="4" y="57"/>
                  <a:pt x="6" y="54"/>
                  <a:pt x="9" y="50"/>
                </a:cubicBezTo>
                <a:cubicBezTo>
                  <a:pt x="13" y="43"/>
                  <a:pt x="17" y="37"/>
                  <a:pt x="21" y="30"/>
                </a:cubicBezTo>
                <a:cubicBezTo>
                  <a:pt x="25" y="24"/>
                  <a:pt x="29" y="17"/>
                  <a:pt x="33" y="11"/>
                </a:cubicBezTo>
                <a:cubicBezTo>
                  <a:pt x="35" y="7"/>
                  <a:pt x="38" y="3"/>
                  <a:pt x="41" y="0"/>
                </a:cubicBezTo>
                <a:cubicBezTo>
                  <a:pt x="39" y="5"/>
                  <a:pt x="36" y="9"/>
                  <a:pt x="33" y="14"/>
                </a:cubicBezTo>
                <a:cubicBezTo>
                  <a:pt x="27" y="24"/>
                  <a:pt x="21" y="33"/>
                  <a:pt x="15" y="43"/>
                </a:cubicBezTo>
                <a:cubicBezTo>
                  <a:pt x="11" y="50"/>
                  <a:pt x="7" y="57"/>
                  <a:pt x="3" y="63"/>
                </a:cubicBezTo>
                <a:cubicBezTo>
                  <a:pt x="2" y="65"/>
                  <a:pt x="1" y="66"/>
                  <a:pt x="0" y="67"/>
                </a:cubicBezTo>
                <a:close/>
              </a:path>
            </a:pathLst>
          </a:custGeom>
          <a:solidFill>
            <a:srgbClr val="B7C6AA">
              <a:alpha val="2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cs typeface="Open Sans" panose="020B0606030504020204" charset="0"/>
            </a:endParaRPr>
          </a:p>
        </p:txBody>
      </p:sp>
      <p:sp>
        <p:nvSpPr>
          <p:cNvPr id="17" name="Freeform 13"/>
          <p:cNvSpPr/>
          <p:nvPr userDrawn="1"/>
        </p:nvSpPr>
        <p:spPr bwMode="auto">
          <a:xfrm>
            <a:off x="5241653" y="4603663"/>
            <a:ext cx="356198" cy="546170"/>
          </a:xfrm>
          <a:custGeom>
            <a:avLst/>
            <a:gdLst>
              <a:gd name="T0" fmla="*/ 0 w 51"/>
              <a:gd name="T1" fmla="*/ 78 h 78"/>
              <a:gd name="T2" fmla="*/ 5 w 51"/>
              <a:gd name="T3" fmla="*/ 68 h 78"/>
              <a:gd name="T4" fmla="*/ 19 w 51"/>
              <a:gd name="T5" fmla="*/ 47 h 78"/>
              <a:gd name="T6" fmla="*/ 38 w 51"/>
              <a:gd name="T7" fmla="*/ 20 h 78"/>
              <a:gd name="T8" fmla="*/ 50 w 51"/>
              <a:gd name="T9" fmla="*/ 1 h 78"/>
              <a:gd name="T10" fmla="*/ 51 w 51"/>
              <a:gd name="T11" fmla="*/ 0 h 78"/>
              <a:gd name="T12" fmla="*/ 44 w 51"/>
              <a:gd name="T13" fmla="*/ 13 h 78"/>
              <a:gd name="T14" fmla="*/ 28 w 51"/>
              <a:gd name="T15" fmla="*/ 37 h 78"/>
              <a:gd name="T16" fmla="*/ 11 w 51"/>
              <a:gd name="T17" fmla="*/ 63 h 78"/>
              <a:gd name="T18" fmla="*/ 4 w 51"/>
              <a:gd name="T19" fmla="*/ 73 h 78"/>
              <a:gd name="T20" fmla="*/ 0 w 51"/>
              <a:gd name="T21" fmla="*/ 78 h 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51" h="78">
                <a:moveTo>
                  <a:pt x="0" y="78"/>
                </a:moveTo>
                <a:cubicBezTo>
                  <a:pt x="0" y="75"/>
                  <a:pt x="3" y="72"/>
                  <a:pt x="5" y="68"/>
                </a:cubicBezTo>
                <a:cubicBezTo>
                  <a:pt x="10" y="61"/>
                  <a:pt x="15" y="54"/>
                  <a:pt x="19" y="47"/>
                </a:cubicBezTo>
                <a:cubicBezTo>
                  <a:pt x="26" y="38"/>
                  <a:pt x="32" y="29"/>
                  <a:pt x="38" y="20"/>
                </a:cubicBezTo>
                <a:cubicBezTo>
                  <a:pt x="42" y="14"/>
                  <a:pt x="46" y="7"/>
                  <a:pt x="50" y="1"/>
                </a:cubicBezTo>
                <a:cubicBezTo>
                  <a:pt x="50" y="0"/>
                  <a:pt x="50" y="0"/>
                  <a:pt x="51" y="0"/>
                </a:cubicBezTo>
                <a:cubicBezTo>
                  <a:pt x="49" y="5"/>
                  <a:pt x="46" y="9"/>
                  <a:pt x="44" y="13"/>
                </a:cubicBezTo>
                <a:cubicBezTo>
                  <a:pt x="39" y="22"/>
                  <a:pt x="33" y="29"/>
                  <a:pt x="28" y="37"/>
                </a:cubicBezTo>
                <a:cubicBezTo>
                  <a:pt x="22" y="46"/>
                  <a:pt x="16" y="55"/>
                  <a:pt x="11" y="63"/>
                </a:cubicBezTo>
                <a:cubicBezTo>
                  <a:pt x="8" y="67"/>
                  <a:pt x="6" y="70"/>
                  <a:pt x="4" y="73"/>
                </a:cubicBezTo>
                <a:cubicBezTo>
                  <a:pt x="3" y="75"/>
                  <a:pt x="2" y="77"/>
                  <a:pt x="0" y="78"/>
                </a:cubicBezTo>
                <a:close/>
              </a:path>
            </a:pathLst>
          </a:custGeom>
          <a:solidFill>
            <a:srgbClr val="B7C6AA">
              <a:alpha val="2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cs typeface="Open Sans" panose="020B0606030504020204" charset="0"/>
            </a:endParaRPr>
          </a:p>
        </p:txBody>
      </p:sp>
      <p:sp>
        <p:nvSpPr>
          <p:cNvPr id="18" name="Freeform 14"/>
          <p:cNvSpPr/>
          <p:nvPr userDrawn="1"/>
        </p:nvSpPr>
        <p:spPr bwMode="auto">
          <a:xfrm>
            <a:off x="5464870" y="4652739"/>
            <a:ext cx="286542" cy="455934"/>
          </a:xfrm>
          <a:custGeom>
            <a:avLst/>
            <a:gdLst>
              <a:gd name="T0" fmla="*/ 0 w 41"/>
              <a:gd name="T1" fmla="*/ 65 h 65"/>
              <a:gd name="T2" fmla="*/ 6 w 41"/>
              <a:gd name="T3" fmla="*/ 53 h 65"/>
              <a:gd name="T4" fmla="*/ 21 w 41"/>
              <a:gd name="T5" fmla="*/ 28 h 65"/>
              <a:gd name="T6" fmla="*/ 33 w 41"/>
              <a:gd name="T7" fmla="*/ 10 h 65"/>
              <a:gd name="T8" fmla="*/ 41 w 41"/>
              <a:gd name="T9" fmla="*/ 0 h 65"/>
              <a:gd name="T10" fmla="*/ 33 w 41"/>
              <a:gd name="T11" fmla="*/ 14 h 65"/>
              <a:gd name="T12" fmla="*/ 20 w 41"/>
              <a:gd name="T13" fmla="*/ 34 h 65"/>
              <a:gd name="T14" fmla="*/ 8 w 41"/>
              <a:gd name="T15" fmla="*/ 53 h 65"/>
              <a:gd name="T16" fmla="*/ 4 w 41"/>
              <a:gd name="T17" fmla="*/ 60 h 65"/>
              <a:gd name="T18" fmla="*/ 0 w 41"/>
              <a:gd name="T19" fmla="*/ 65 h 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41" h="65">
                <a:moveTo>
                  <a:pt x="0" y="65"/>
                </a:moveTo>
                <a:cubicBezTo>
                  <a:pt x="1" y="61"/>
                  <a:pt x="4" y="57"/>
                  <a:pt x="6" y="53"/>
                </a:cubicBezTo>
                <a:cubicBezTo>
                  <a:pt x="11" y="45"/>
                  <a:pt x="16" y="37"/>
                  <a:pt x="21" y="28"/>
                </a:cubicBezTo>
                <a:cubicBezTo>
                  <a:pt x="25" y="22"/>
                  <a:pt x="29" y="16"/>
                  <a:pt x="33" y="10"/>
                </a:cubicBezTo>
                <a:cubicBezTo>
                  <a:pt x="35" y="6"/>
                  <a:pt x="38" y="3"/>
                  <a:pt x="41" y="0"/>
                </a:cubicBezTo>
                <a:cubicBezTo>
                  <a:pt x="39" y="5"/>
                  <a:pt x="36" y="9"/>
                  <a:pt x="33" y="14"/>
                </a:cubicBezTo>
                <a:cubicBezTo>
                  <a:pt x="28" y="20"/>
                  <a:pt x="24" y="27"/>
                  <a:pt x="20" y="34"/>
                </a:cubicBezTo>
                <a:cubicBezTo>
                  <a:pt x="16" y="40"/>
                  <a:pt x="12" y="46"/>
                  <a:pt x="8" y="53"/>
                </a:cubicBezTo>
                <a:cubicBezTo>
                  <a:pt x="7" y="55"/>
                  <a:pt x="5" y="58"/>
                  <a:pt x="4" y="60"/>
                </a:cubicBezTo>
                <a:cubicBezTo>
                  <a:pt x="3" y="62"/>
                  <a:pt x="2" y="64"/>
                  <a:pt x="0" y="65"/>
                </a:cubicBezTo>
                <a:close/>
              </a:path>
            </a:pathLst>
          </a:custGeom>
          <a:solidFill>
            <a:srgbClr val="B7C6AA">
              <a:alpha val="2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cs typeface="Open Sans" panose="020B0606030504020204" charset="0"/>
            </a:endParaRPr>
          </a:p>
        </p:txBody>
      </p:sp>
      <p:sp>
        <p:nvSpPr>
          <p:cNvPr id="19" name="Freeform 15"/>
          <p:cNvSpPr/>
          <p:nvPr userDrawn="1"/>
        </p:nvSpPr>
        <p:spPr bwMode="auto">
          <a:xfrm>
            <a:off x="5589935" y="4883872"/>
            <a:ext cx="140896" cy="189972"/>
          </a:xfrm>
          <a:custGeom>
            <a:avLst/>
            <a:gdLst>
              <a:gd name="T0" fmla="*/ 0 w 20"/>
              <a:gd name="T1" fmla="*/ 27 h 27"/>
              <a:gd name="T2" fmla="*/ 3 w 20"/>
              <a:gd name="T3" fmla="*/ 22 h 27"/>
              <a:gd name="T4" fmla="*/ 13 w 20"/>
              <a:gd name="T5" fmla="*/ 7 h 27"/>
              <a:gd name="T6" fmla="*/ 13 w 20"/>
              <a:gd name="T7" fmla="*/ 7 h 27"/>
              <a:gd name="T8" fmla="*/ 13 w 20"/>
              <a:gd name="T9" fmla="*/ 7 h 27"/>
              <a:gd name="T10" fmla="*/ 20 w 20"/>
              <a:gd name="T11" fmla="*/ 0 h 27"/>
              <a:gd name="T12" fmla="*/ 19 w 20"/>
              <a:gd name="T13" fmla="*/ 2 h 27"/>
              <a:gd name="T14" fmla="*/ 15 w 20"/>
              <a:gd name="T15" fmla="*/ 8 h 27"/>
              <a:gd name="T16" fmla="*/ 15 w 20"/>
              <a:gd name="T17" fmla="*/ 8 h 27"/>
              <a:gd name="T18" fmla="*/ 15 w 20"/>
              <a:gd name="T19" fmla="*/ 8 h 27"/>
              <a:gd name="T20" fmla="*/ 6 w 20"/>
              <a:gd name="T21" fmla="*/ 20 h 27"/>
              <a:gd name="T22" fmla="*/ 0 w 20"/>
              <a:gd name="T23" fmla="*/ 27 h 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20" h="27">
                <a:moveTo>
                  <a:pt x="0" y="27"/>
                </a:moveTo>
                <a:cubicBezTo>
                  <a:pt x="0" y="25"/>
                  <a:pt x="1" y="23"/>
                  <a:pt x="3" y="22"/>
                </a:cubicBezTo>
                <a:cubicBezTo>
                  <a:pt x="6" y="17"/>
                  <a:pt x="10" y="12"/>
                  <a:pt x="13" y="7"/>
                </a:cubicBezTo>
                <a:cubicBezTo>
                  <a:pt x="13" y="7"/>
                  <a:pt x="13" y="7"/>
                  <a:pt x="13" y="7"/>
                </a:cubicBezTo>
                <a:cubicBezTo>
                  <a:pt x="13" y="7"/>
                  <a:pt x="13" y="7"/>
                  <a:pt x="13" y="7"/>
                </a:cubicBezTo>
                <a:cubicBezTo>
                  <a:pt x="15" y="5"/>
                  <a:pt x="17" y="2"/>
                  <a:pt x="20" y="0"/>
                </a:cubicBezTo>
                <a:cubicBezTo>
                  <a:pt x="20" y="0"/>
                  <a:pt x="19" y="1"/>
                  <a:pt x="19" y="2"/>
                </a:cubicBezTo>
                <a:cubicBezTo>
                  <a:pt x="18" y="4"/>
                  <a:pt x="16" y="6"/>
                  <a:pt x="15" y="8"/>
                </a:cubicBezTo>
                <a:cubicBezTo>
                  <a:pt x="15" y="8"/>
                  <a:pt x="15" y="8"/>
                  <a:pt x="15" y="8"/>
                </a:cubicBezTo>
                <a:cubicBezTo>
                  <a:pt x="15" y="8"/>
                  <a:pt x="15" y="8"/>
                  <a:pt x="15" y="8"/>
                </a:cubicBezTo>
                <a:cubicBezTo>
                  <a:pt x="12" y="12"/>
                  <a:pt x="9" y="16"/>
                  <a:pt x="6" y="20"/>
                </a:cubicBezTo>
                <a:cubicBezTo>
                  <a:pt x="4" y="23"/>
                  <a:pt x="2" y="26"/>
                  <a:pt x="0" y="27"/>
                </a:cubicBezTo>
                <a:close/>
              </a:path>
            </a:pathLst>
          </a:custGeom>
          <a:solidFill>
            <a:srgbClr val="B7C6AA">
              <a:alpha val="2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cs typeface="Open Sans" panose="020B0606030504020204" charset="0"/>
            </a:endParaRPr>
          </a:p>
        </p:txBody>
      </p:sp>
      <p:sp>
        <p:nvSpPr>
          <p:cNvPr id="20" name="Freeform 16"/>
          <p:cNvSpPr/>
          <p:nvPr userDrawn="1"/>
        </p:nvSpPr>
        <p:spPr bwMode="auto">
          <a:xfrm>
            <a:off x="8794134" y="411955"/>
            <a:ext cx="231133" cy="455934"/>
          </a:xfrm>
          <a:custGeom>
            <a:avLst/>
            <a:gdLst>
              <a:gd name="T0" fmla="*/ 0 w 33"/>
              <a:gd name="T1" fmla="*/ 65 h 65"/>
              <a:gd name="T2" fmla="*/ 5 w 33"/>
              <a:gd name="T3" fmla="*/ 54 h 65"/>
              <a:gd name="T4" fmla="*/ 15 w 33"/>
              <a:gd name="T5" fmla="*/ 33 h 65"/>
              <a:gd name="T6" fmla="*/ 25 w 33"/>
              <a:gd name="T7" fmla="*/ 14 h 65"/>
              <a:gd name="T8" fmla="*/ 33 w 33"/>
              <a:gd name="T9" fmla="*/ 0 h 65"/>
              <a:gd name="T10" fmla="*/ 26 w 33"/>
              <a:gd name="T11" fmla="*/ 16 h 65"/>
              <a:gd name="T12" fmla="*/ 15 w 33"/>
              <a:gd name="T13" fmla="*/ 37 h 65"/>
              <a:gd name="T14" fmla="*/ 5 w 33"/>
              <a:gd name="T15" fmla="*/ 57 h 65"/>
              <a:gd name="T16" fmla="*/ 0 w 33"/>
              <a:gd name="T17" fmla="*/ 65 h 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3" h="65">
                <a:moveTo>
                  <a:pt x="0" y="65"/>
                </a:moveTo>
                <a:cubicBezTo>
                  <a:pt x="1" y="61"/>
                  <a:pt x="3" y="58"/>
                  <a:pt x="5" y="54"/>
                </a:cubicBezTo>
                <a:cubicBezTo>
                  <a:pt x="8" y="47"/>
                  <a:pt x="12" y="40"/>
                  <a:pt x="15" y="33"/>
                </a:cubicBezTo>
                <a:cubicBezTo>
                  <a:pt x="18" y="27"/>
                  <a:pt x="22" y="21"/>
                  <a:pt x="25" y="14"/>
                </a:cubicBezTo>
                <a:cubicBezTo>
                  <a:pt x="27" y="9"/>
                  <a:pt x="30" y="4"/>
                  <a:pt x="33" y="0"/>
                </a:cubicBezTo>
                <a:cubicBezTo>
                  <a:pt x="31" y="6"/>
                  <a:pt x="29" y="11"/>
                  <a:pt x="26" y="16"/>
                </a:cubicBezTo>
                <a:cubicBezTo>
                  <a:pt x="22" y="23"/>
                  <a:pt x="19" y="30"/>
                  <a:pt x="15" y="37"/>
                </a:cubicBezTo>
                <a:cubicBezTo>
                  <a:pt x="12" y="44"/>
                  <a:pt x="8" y="50"/>
                  <a:pt x="5" y="57"/>
                </a:cubicBezTo>
                <a:cubicBezTo>
                  <a:pt x="4" y="60"/>
                  <a:pt x="3" y="63"/>
                  <a:pt x="0" y="65"/>
                </a:cubicBezTo>
                <a:close/>
              </a:path>
            </a:pathLst>
          </a:custGeom>
          <a:solidFill>
            <a:srgbClr val="B7C6AA">
              <a:alpha val="2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cs typeface="Open Sans" panose="020B0606030504020204" charset="0"/>
            </a:endParaRPr>
          </a:p>
        </p:txBody>
      </p:sp>
      <p:sp>
        <p:nvSpPr>
          <p:cNvPr id="21" name="Freeform 17"/>
          <p:cNvSpPr/>
          <p:nvPr userDrawn="1"/>
        </p:nvSpPr>
        <p:spPr bwMode="auto">
          <a:xfrm>
            <a:off x="8912867" y="483194"/>
            <a:ext cx="174141" cy="349866"/>
          </a:xfrm>
          <a:custGeom>
            <a:avLst/>
            <a:gdLst>
              <a:gd name="T0" fmla="*/ 0 w 25"/>
              <a:gd name="T1" fmla="*/ 50 h 50"/>
              <a:gd name="T2" fmla="*/ 2 w 25"/>
              <a:gd name="T3" fmla="*/ 44 h 50"/>
              <a:gd name="T4" fmla="*/ 9 w 25"/>
              <a:gd name="T5" fmla="*/ 29 h 50"/>
              <a:gd name="T6" fmla="*/ 17 w 25"/>
              <a:gd name="T7" fmla="*/ 13 h 50"/>
              <a:gd name="T8" fmla="*/ 25 w 25"/>
              <a:gd name="T9" fmla="*/ 0 h 50"/>
              <a:gd name="T10" fmla="*/ 10 w 25"/>
              <a:gd name="T11" fmla="*/ 31 h 50"/>
              <a:gd name="T12" fmla="*/ 5 w 25"/>
              <a:gd name="T13" fmla="*/ 42 h 50"/>
              <a:gd name="T14" fmla="*/ 0 w 25"/>
              <a:gd name="T15" fmla="*/ 50 h 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5" h="50">
                <a:moveTo>
                  <a:pt x="0" y="50"/>
                </a:moveTo>
                <a:cubicBezTo>
                  <a:pt x="0" y="48"/>
                  <a:pt x="1" y="46"/>
                  <a:pt x="2" y="44"/>
                </a:cubicBezTo>
                <a:cubicBezTo>
                  <a:pt x="4" y="39"/>
                  <a:pt x="7" y="34"/>
                  <a:pt x="9" y="29"/>
                </a:cubicBezTo>
                <a:cubicBezTo>
                  <a:pt x="12" y="23"/>
                  <a:pt x="15" y="18"/>
                  <a:pt x="17" y="13"/>
                </a:cubicBezTo>
                <a:cubicBezTo>
                  <a:pt x="19" y="8"/>
                  <a:pt x="22" y="4"/>
                  <a:pt x="25" y="0"/>
                </a:cubicBezTo>
                <a:cubicBezTo>
                  <a:pt x="21" y="11"/>
                  <a:pt x="15" y="21"/>
                  <a:pt x="10" y="31"/>
                </a:cubicBezTo>
                <a:cubicBezTo>
                  <a:pt x="8" y="35"/>
                  <a:pt x="7" y="38"/>
                  <a:pt x="5" y="42"/>
                </a:cubicBezTo>
                <a:cubicBezTo>
                  <a:pt x="3" y="45"/>
                  <a:pt x="2" y="48"/>
                  <a:pt x="0" y="50"/>
                </a:cubicBezTo>
                <a:close/>
              </a:path>
            </a:pathLst>
          </a:custGeom>
          <a:solidFill>
            <a:srgbClr val="B7C6AA">
              <a:alpha val="2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cs typeface="Open Sans" panose="020B0606030504020204" charset="0"/>
            </a:endParaRPr>
          </a:p>
        </p:txBody>
      </p:sp>
      <p:sp>
        <p:nvSpPr>
          <p:cNvPr id="22" name="Freeform 18"/>
          <p:cNvSpPr/>
          <p:nvPr userDrawn="1"/>
        </p:nvSpPr>
        <p:spPr bwMode="auto">
          <a:xfrm>
            <a:off x="8976191" y="567099"/>
            <a:ext cx="167809" cy="364114"/>
          </a:xfrm>
          <a:custGeom>
            <a:avLst/>
            <a:gdLst>
              <a:gd name="T0" fmla="*/ 0 w 24"/>
              <a:gd name="T1" fmla="*/ 52 h 52"/>
              <a:gd name="T2" fmla="*/ 3 w 24"/>
              <a:gd name="T3" fmla="*/ 44 h 52"/>
              <a:gd name="T4" fmla="*/ 9 w 24"/>
              <a:gd name="T5" fmla="*/ 31 h 52"/>
              <a:gd name="T6" fmla="*/ 16 w 24"/>
              <a:gd name="T7" fmla="*/ 15 h 52"/>
              <a:gd name="T8" fmla="*/ 24 w 24"/>
              <a:gd name="T9" fmla="*/ 0 h 52"/>
              <a:gd name="T10" fmla="*/ 20 w 24"/>
              <a:gd name="T11" fmla="*/ 12 h 52"/>
              <a:gd name="T12" fmla="*/ 10 w 24"/>
              <a:gd name="T13" fmla="*/ 33 h 52"/>
              <a:gd name="T14" fmla="*/ 5 w 24"/>
              <a:gd name="T15" fmla="*/ 44 h 52"/>
              <a:gd name="T16" fmla="*/ 0 w 24"/>
              <a:gd name="T17" fmla="*/ 52 h 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4" h="52">
                <a:moveTo>
                  <a:pt x="0" y="52"/>
                </a:moveTo>
                <a:cubicBezTo>
                  <a:pt x="0" y="49"/>
                  <a:pt x="2" y="46"/>
                  <a:pt x="3" y="44"/>
                </a:cubicBezTo>
                <a:cubicBezTo>
                  <a:pt x="5" y="39"/>
                  <a:pt x="7" y="35"/>
                  <a:pt x="9" y="31"/>
                </a:cubicBezTo>
                <a:cubicBezTo>
                  <a:pt x="12" y="25"/>
                  <a:pt x="14" y="20"/>
                  <a:pt x="16" y="15"/>
                </a:cubicBezTo>
                <a:cubicBezTo>
                  <a:pt x="19" y="10"/>
                  <a:pt x="21" y="5"/>
                  <a:pt x="24" y="0"/>
                </a:cubicBezTo>
                <a:cubicBezTo>
                  <a:pt x="23" y="4"/>
                  <a:pt x="21" y="8"/>
                  <a:pt x="20" y="12"/>
                </a:cubicBezTo>
                <a:cubicBezTo>
                  <a:pt x="17" y="19"/>
                  <a:pt x="13" y="26"/>
                  <a:pt x="10" y="33"/>
                </a:cubicBezTo>
                <a:cubicBezTo>
                  <a:pt x="8" y="37"/>
                  <a:pt x="7" y="40"/>
                  <a:pt x="5" y="44"/>
                </a:cubicBezTo>
                <a:cubicBezTo>
                  <a:pt x="4" y="47"/>
                  <a:pt x="3" y="50"/>
                  <a:pt x="0" y="52"/>
                </a:cubicBezTo>
                <a:close/>
              </a:path>
            </a:pathLst>
          </a:custGeom>
          <a:solidFill>
            <a:srgbClr val="B7C6AA">
              <a:alpha val="2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cs typeface="Open Sans" panose="020B0606030504020204" charset="0"/>
            </a:endParaRPr>
          </a:p>
        </p:txBody>
      </p:sp>
      <p:sp>
        <p:nvSpPr>
          <p:cNvPr id="23" name="Freeform 19"/>
          <p:cNvSpPr/>
          <p:nvPr userDrawn="1"/>
        </p:nvSpPr>
        <p:spPr bwMode="auto">
          <a:xfrm>
            <a:off x="8828963" y="538603"/>
            <a:ext cx="20580" cy="14248"/>
          </a:xfrm>
          <a:custGeom>
            <a:avLst/>
            <a:gdLst>
              <a:gd name="T0" fmla="*/ 0 w 3"/>
              <a:gd name="T1" fmla="*/ 1 h 2"/>
              <a:gd name="T2" fmla="*/ 2 w 3"/>
              <a:gd name="T3" fmla="*/ 0 h 2"/>
              <a:gd name="T4" fmla="*/ 2 w 3"/>
              <a:gd name="T5" fmla="*/ 1 h 2"/>
              <a:gd name="T6" fmla="*/ 1 w 3"/>
              <a:gd name="T7" fmla="*/ 2 h 2"/>
              <a:gd name="T8" fmla="*/ 0 w 3"/>
              <a:gd name="T9" fmla="*/ 1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" h="2">
                <a:moveTo>
                  <a:pt x="0" y="1"/>
                </a:moveTo>
                <a:cubicBezTo>
                  <a:pt x="0" y="0"/>
                  <a:pt x="1" y="0"/>
                  <a:pt x="2" y="0"/>
                </a:cubicBezTo>
                <a:cubicBezTo>
                  <a:pt x="2" y="0"/>
                  <a:pt x="3" y="0"/>
                  <a:pt x="2" y="1"/>
                </a:cubicBezTo>
                <a:cubicBezTo>
                  <a:pt x="2" y="1"/>
                  <a:pt x="2" y="2"/>
                  <a:pt x="1" y="2"/>
                </a:cubicBezTo>
                <a:cubicBezTo>
                  <a:pt x="1" y="2"/>
                  <a:pt x="0" y="1"/>
                  <a:pt x="0" y="1"/>
                </a:cubicBezTo>
                <a:close/>
              </a:path>
            </a:pathLst>
          </a:custGeom>
          <a:solidFill>
            <a:srgbClr val="B7C6AA">
              <a:alpha val="2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cs typeface="Open Sans" panose="020B0606030504020204" charset="0"/>
            </a:endParaRPr>
          </a:p>
        </p:txBody>
      </p:sp>
      <p:sp>
        <p:nvSpPr>
          <p:cNvPr id="24" name="Freeform 20"/>
          <p:cNvSpPr/>
          <p:nvPr userDrawn="1"/>
        </p:nvSpPr>
        <p:spPr bwMode="auto">
          <a:xfrm>
            <a:off x="307122" y="125413"/>
            <a:ext cx="139313" cy="392609"/>
          </a:xfrm>
          <a:custGeom>
            <a:avLst/>
            <a:gdLst>
              <a:gd name="T0" fmla="*/ 13 w 20"/>
              <a:gd name="T1" fmla="*/ 56 h 56"/>
              <a:gd name="T2" fmla="*/ 15 w 20"/>
              <a:gd name="T3" fmla="*/ 43 h 56"/>
              <a:gd name="T4" fmla="*/ 18 w 20"/>
              <a:gd name="T5" fmla="*/ 20 h 56"/>
              <a:gd name="T6" fmla="*/ 16 w 20"/>
              <a:gd name="T7" fmla="*/ 7 h 56"/>
              <a:gd name="T8" fmla="*/ 9 w 20"/>
              <a:gd name="T9" fmla="*/ 10 h 56"/>
              <a:gd name="T10" fmla="*/ 6 w 20"/>
              <a:gd name="T11" fmla="*/ 18 h 56"/>
              <a:gd name="T12" fmla="*/ 3 w 20"/>
              <a:gd name="T13" fmla="*/ 32 h 56"/>
              <a:gd name="T14" fmla="*/ 4 w 20"/>
              <a:gd name="T15" fmla="*/ 33 h 56"/>
              <a:gd name="T16" fmla="*/ 4 w 20"/>
              <a:gd name="T17" fmla="*/ 33 h 56"/>
              <a:gd name="T18" fmla="*/ 4 w 20"/>
              <a:gd name="T19" fmla="*/ 33 h 56"/>
              <a:gd name="T20" fmla="*/ 3 w 20"/>
              <a:gd name="T21" fmla="*/ 33 h 56"/>
              <a:gd name="T22" fmla="*/ 6 w 20"/>
              <a:gd name="T23" fmla="*/ 13 h 56"/>
              <a:gd name="T24" fmla="*/ 18 w 20"/>
              <a:gd name="T25" fmla="*/ 6 h 56"/>
              <a:gd name="T26" fmla="*/ 20 w 20"/>
              <a:gd name="T27" fmla="*/ 16 h 56"/>
              <a:gd name="T28" fmla="*/ 19 w 20"/>
              <a:gd name="T29" fmla="*/ 34 h 56"/>
              <a:gd name="T30" fmla="*/ 16 w 20"/>
              <a:gd name="T31" fmla="*/ 47 h 56"/>
              <a:gd name="T32" fmla="*/ 13 w 20"/>
              <a:gd name="T33" fmla="*/ 56 h 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20" h="56">
                <a:moveTo>
                  <a:pt x="13" y="56"/>
                </a:moveTo>
                <a:cubicBezTo>
                  <a:pt x="12" y="51"/>
                  <a:pt x="14" y="47"/>
                  <a:pt x="15" y="43"/>
                </a:cubicBezTo>
                <a:cubicBezTo>
                  <a:pt x="17" y="35"/>
                  <a:pt x="18" y="27"/>
                  <a:pt x="18" y="20"/>
                </a:cubicBezTo>
                <a:cubicBezTo>
                  <a:pt x="18" y="15"/>
                  <a:pt x="19" y="11"/>
                  <a:pt x="16" y="7"/>
                </a:cubicBezTo>
                <a:cubicBezTo>
                  <a:pt x="14" y="4"/>
                  <a:pt x="11" y="7"/>
                  <a:pt x="9" y="10"/>
                </a:cubicBezTo>
                <a:cubicBezTo>
                  <a:pt x="8" y="12"/>
                  <a:pt x="7" y="15"/>
                  <a:pt x="6" y="18"/>
                </a:cubicBezTo>
                <a:cubicBezTo>
                  <a:pt x="5" y="22"/>
                  <a:pt x="3" y="27"/>
                  <a:pt x="3" y="32"/>
                </a:cubicBezTo>
                <a:cubicBezTo>
                  <a:pt x="3" y="32"/>
                  <a:pt x="3" y="33"/>
                  <a:pt x="4" y="33"/>
                </a:cubicBezTo>
                <a:cubicBezTo>
                  <a:pt x="4" y="33"/>
                  <a:pt x="4" y="33"/>
                  <a:pt x="4" y="33"/>
                </a:cubicBezTo>
                <a:cubicBezTo>
                  <a:pt x="4" y="33"/>
                  <a:pt x="4" y="33"/>
                  <a:pt x="4" y="33"/>
                </a:cubicBezTo>
                <a:cubicBezTo>
                  <a:pt x="3" y="33"/>
                  <a:pt x="3" y="33"/>
                  <a:pt x="3" y="33"/>
                </a:cubicBezTo>
                <a:cubicBezTo>
                  <a:pt x="0" y="27"/>
                  <a:pt x="4" y="18"/>
                  <a:pt x="6" y="13"/>
                </a:cubicBezTo>
                <a:cubicBezTo>
                  <a:pt x="7" y="8"/>
                  <a:pt x="13" y="0"/>
                  <a:pt x="18" y="6"/>
                </a:cubicBezTo>
                <a:cubicBezTo>
                  <a:pt x="20" y="9"/>
                  <a:pt x="20" y="13"/>
                  <a:pt x="20" y="16"/>
                </a:cubicBezTo>
                <a:cubicBezTo>
                  <a:pt x="20" y="22"/>
                  <a:pt x="20" y="28"/>
                  <a:pt x="19" y="34"/>
                </a:cubicBezTo>
                <a:cubicBezTo>
                  <a:pt x="18" y="38"/>
                  <a:pt x="17" y="42"/>
                  <a:pt x="16" y="47"/>
                </a:cubicBezTo>
                <a:cubicBezTo>
                  <a:pt x="15" y="50"/>
                  <a:pt x="15" y="53"/>
                  <a:pt x="13" y="56"/>
                </a:cubicBezTo>
                <a:close/>
              </a:path>
            </a:pathLst>
          </a:custGeom>
          <a:solidFill>
            <a:srgbClr val="B7C6AA">
              <a:alpha val="2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cs typeface="Open Sans" panose="020B0606030504020204" charset="0"/>
            </a:endParaRPr>
          </a:p>
        </p:txBody>
      </p:sp>
      <p:sp>
        <p:nvSpPr>
          <p:cNvPr id="25" name="Freeform 21"/>
          <p:cNvSpPr/>
          <p:nvPr userDrawn="1"/>
        </p:nvSpPr>
        <p:spPr bwMode="auto">
          <a:xfrm>
            <a:off x="180474" y="229898"/>
            <a:ext cx="237465" cy="315037"/>
          </a:xfrm>
          <a:custGeom>
            <a:avLst/>
            <a:gdLst>
              <a:gd name="T0" fmla="*/ 31 w 34"/>
              <a:gd name="T1" fmla="*/ 44 h 45"/>
              <a:gd name="T2" fmla="*/ 11 w 34"/>
              <a:gd name="T3" fmla="*/ 27 h 45"/>
              <a:gd name="T4" fmla="*/ 1 w 34"/>
              <a:gd name="T5" fmla="*/ 5 h 45"/>
              <a:gd name="T6" fmla="*/ 7 w 34"/>
              <a:gd name="T7" fmla="*/ 2 h 45"/>
              <a:gd name="T8" fmla="*/ 16 w 34"/>
              <a:gd name="T9" fmla="*/ 8 h 45"/>
              <a:gd name="T10" fmla="*/ 21 w 34"/>
              <a:gd name="T11" fmla="*/ 19 h 45"/>
              <a:gd name="T12" fmla="*/ 12 w 34"/>
              <a:gd name="T13" fmla="*/ 7 h 45"/>
              <a:gd name="T14" fmla="*/ 3 w 34"/>
              <a:gd name="T15" fmla="*/ 7 h 45"/>
              <a:gd name="T16" fmla="*/ 17 w 34"/>
              <a:gd name="T17" fmla="*/ 31 h 45"/>
              <a:gd name="T18" fmla="*/ 27 w 34"/>
              <a:gd name="T19" fmla="*/ 39 h 45"/>
              <a:gd name="T20" fmla="*/ 34 w 34"/>
              <a:gd name="T21" fmla="*/ 45 h 45"/>
              <a:gd name="T22" fmla="*/ 31 w 34"/>
              <a:gd name="T23" fmla="*/ 44 h 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34" h="45">
                <a:moveTo>
                  <a:pt x="31" y="44"/>
                </a:moveTo>
                <a:cubicBezTo>
                  <a:pt x="23" y="39"/>
                  <a:pt x="16" y="34"/>
                  <a:pt x="11" y="27"/>
                </a:cubicBezTo>
                <a:cubicBezTo>
                  <a:pt x="7" y="21"/>
                  <a:pt x="0" y="13"/>
                  <a:pt x="1" y="5"/>
                </a:cubicBezTo>
                <a:cubicBezTo>
                  <a:pt x="2" y="2"/>
                  <a:pt x="4" y="1"/>
                  <a:pt x="7" y="2"/>
                </a:cubicBezTo>
                <a:cubicBezTo>
                  <a:pt x="11" y="3"/>
                  <a:pt x="13" y="5"/>
                  <a:pt x="16" y="8"/>
                </a:cubicBezTo>
                <a:cubicBezTo>
                  <a:pt x="19" y="11"/>
                  <a:pt x="20" y="15"/>
                  <a:pt x="21" y="19"/>
                </a:cubicBezTo>
                <a:cubicBezTo>
                  <a:pt x="18" y="15"/>
                  <a:pt x="16" y="10"/>
                  <a:pt x="12" y="7"/>
                </a:cubicBezTo>
                <a:cubicBezTo>
                  <a:pt x="9" y="4"/>
                  <a:pt x="3" y="0"/>
                  <a:pt x="3" y="7"/>
                </a:cubicBezTo>
                <a:cubicBezTo>
                  <a:pt x="3" y="14"/>
                  <a:pt x="12" y="26"/>
                  <a:pt x="17" y="31"/>
                </a:cubicBezTo>
                <a:cubicBezTo>
                  <a:pt x="20" y="34"/>
                  <a:pt x="24" y="37"/>
                  <a:pt x="27" y="39"/>
                </a:cubicBezTo>
                <a:cubicBezTo>
                  <a:pt x="30" y="41"/>
                  <a:pt x="32" y="42"/>
                  <a:pt x="34" y="45"/>
                </a:cubicBezTo>
                <a:cubicBezTo>
                  <a:pt x="33" y="45"/>
                  <a:pt x="32" y="44"/>
                  <a:pt x="31" y="44"/>
                </a:cubicBezTo>
                <a:close/>
              </a:path>
            </a:pathLst>
          </a:custGeom>
          <a:solidFill>
            <a:srgbClr val="B7C6AA">
              <a:alpha val="2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cs typeface="Open Sans" panose="020B0606030504020204" charset="0"/>
            </a:endParaRPr>
          </a:p>
        </p:txBody>
      </p:sp>
      <p:sp>
        <p:nvSpPr>
          <p:cNvPr id="26" name="Freeform 22"/>
          <p:cNvSpPr/>
          <p:nvPr userDrawn="1"/>
        </p:nvSpPr>
        <p:spPr bwMode="auto">
          <a:xfrm>
            <a:off x="110817" y="440450"/>
            <a:ext cx="132981" cy="118733"/>
          </a:xfrm>
          <a:custGeom>
            <a:avLst/>
            <a:gdLst>
              <a:gd name="T0" fmla="*/ 0 w 19"/>
              <a:gd name="T1" fmla="*/ 17 h 17"/>
              <a:gd name="T2" fmla="*/ 8 w 19"/>
              <a:gd name="T3" fmla="*/ 7 h 17"/>
              <a:gd name="T4" fmla="*/ 19 w 19"/>
              <a:gd name="T5" fmla="*/ 0 h 17"/>
              <a:gd name="T6" fmla="*/ 11 w 19"/>
              <a:gd name="T7" fmla="*/ 7 h 17"/>
              <a:gd name="T8" fmla="*/ 4 w 19"/>
              <a:gd name="T9" fmla="*/ 13 h 17"/>
              <a:gd name="T10" fmla="*/ 0 w 19"/>
              <a:gd name="T11" fmla="*/ 17 h 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9" h="17">
                <a:moveTo>
                  <a:pt x="0" y="17"/>
                </a:moveTo>
                <a:cubicBezTo>
                  <a:pt x="1" y="13"/>
                  <a:pt x="5" y="10"/>
                  <a:pt x="8" y="7"/>
                </a:cubicBezTo>
                <a:cubicBezTo>
                  <a:pt x="11" y="4"/>
                  <a:pt x="14" y="1"/>
                  <a:pt x="19" y="0"/>
                </a:cubicBezTo>
                <a:cubicBezTo>
                  <a:pt x="17" y="3"/>
                  <a:pt x="14" y="4"/>
                  <a:pt x="11" y="7"/>
                </a:cubicBezTo>
                <a:cubicBezTo>
                  <a:pt x="8" y="9"/>
                  <a:pt x="6" y="11"/>
                  <a:pt x="4" y="13"/>
                </a:cubicBezTo>
                <a:cubicBezTo>
                  <a:pt x="3" y="14"/>
                  <a:pt x="1" y="15"/>
                  <a:pt x="0" y="17"/>
                </a:cubicBezTo>
                <a:close/>
              </a:path>
            </a:pathLst>
          </a:custGeom>
          <a:solidFill>
            <a:srgbClr val="B7C6AA">
              <a:alpha val="2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cs typeface="Open Sans" panose="020B0606030504020204" charset="0"/>
            </a:endParaRPr>
          </a:p>
        </p:txBody>
      </p:sp>
      <p:sp>
        <p:nvSpPr>
          <p:cNvPr id="27" name="Freeform 23"/>
          <p:cNvSpPr>
            <a:spLocks noEditPoints="1"/>
          </p:cNvSpPr>
          <p:nvPr userDrawn="1"/>
        </p:nvSpPr>
        <p:spPr bwMode="auto">
          <a:xfrm>
            <a:off x="368863" y="188737"/>
            <a:ext cx="307122" cy="174141"/>
          </a:xfrm>
          <a:custGeom>
            <a:avLst/>
            <a:gdLst>
              <a:gd name="T0" fmla="*/ 0 w 44"/>
              <a:gd name="T1" fmla="*/ 25 h 25"/>
              <a:gd name="T2" fmla="*/ 26 w 44"/>
              <a:gd name="T3" fmla="*/ 7 h 25"/>
              <a:gd name="T4" fmla="*/ 19 w 44"/>
              <a:gd name="T5" fmla="*/ 8 h 25"/>
              <a:gd name="T6" fmla="*/ 22 w 44"/>
              <a:gd name="T7" fmla="*/ 6 h 25"/>
              <a:gd name="T8" fmla="*/ 37 w 44"/>
              <a:gd name="T9" fmla="*/ 2 h 25"/>
              <a:gd name="T10" fmla="*/ 43 w 44"/>
              <a:gd name="T11" fmla="*/ 1 h 25"/>
              <a:gd name="T12" fmla="*/ 43 w 44"/>
              <a:gd name="T13" fmla="*/ 2 h 25"/>
              <a:gd name="T14" fmla="*/ 29 w 44"/>
              <a:gd name="T15" fmla="*/ 17 h 25"/>
              <a:gd name="T16" fmla="*/ 27 w 44"/>
              <a:gd name="T17" fmla="*/ 16 h 25"/>
              <a:gd name="T18" fmla="*/ 35 w 44"/>
              <a:gd name="T19" fmla="*/ 5 h 25"/>
              <a:gd name="T20" fmla="*/ 12 w 44"/>
              <a:gd name="T21" fmla="*/ 18 h 25"/>
              <a:gd name="T22" fmla="*/ 0 w 44"/>
              <a:gd name="T23" fmla="*/ 25 h 25"/>
              <a:gd name="T24" fmla="*/ 37 w 44"/>
              <a:gd name="T25" fmla="*/ 4 h 25"/>
              <a:gd name="T26" fmla="*/ 36 w 44"/>
              <a:gd name="T27" fmla="*/ 6 h 25"/>
              <a:gd name="T28" fmla="*/ 35 w 44"/>
              <a:gd name="T29" fmla="*/ 8 h 25"/>
              <a:gd name="T30" fmla="*/ 39 w 44"/>
              <a:gd name="T31" fmla="*/ 3 h 25"/>
              <a:gd name="T32" fmla="*/ 38 w 44"/>
              <a:gd name="T33" fmla="*/ 4 h 25"/>
              <a:gd name="T34" fmla="*/ 37 w 44"/>
              <a:gd name="T35" fmla="*/ 4 h 25"/>
              <a:gd name="T36" fmla="*/ 37 w 44"/>
              <a:gd name="T37" fmla="*/ 4 h 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44" h="25">
                <a:moveTo>
                  <a:pt x="0" y="25"/>
                </a:moveTo>
                <a:cubicBezTo>
                  <a:pt x="8" y="18"/>
                  <a:pt x="17" y="13"/>
                  <a:pt x="26" y="7"/>
                </a:cubicBezTo>
                <a:cubicBezTo>
                  <a:pt x="24" y="8"/>
                  <a:pt x="21" y="9"/>
                  <a:pt x="19" y="8"/>
                </a:cubicBezTo>
                <a:cubicBezTo>
                  <a:pt x="20" y="7"/>
                  <a:pt x="21" y="7"/>
                  <a:pt x="22" y="6"/>
                </a:cubicBezTo>
                <a:cubicBezTo>
                  <a:pt x="27" y="5"/>
                  <a:pt x="32" y="3"/>
                  <a:pt x="37" y="2"/>
                </a:cubicBezTo>
                <a:cubicBezTo>
                  <a:pt x="39" y="1"/>
                  <a:pt x="41" y="0"/>
                  <a:pt x="43" y="1"/>
                </a:cubicBezTo>
                <a:cubicBezTo>
                  <a:pt x="43" y="1"/>
                  <a:pt x="44" y="2"/>
                  <a:pt x="43" y="2"/>
                </a:cubicBezTo>
                <a:cubicBezTo>
                  <a:pt x="38" y="7"/>
                  <a:pt x="33" y="12"/>
                  <a:pt x="29" y="17"/>
                </a:cubicBezTo>
                <a:cubicBezTo>
                  <a:pt x="28" y="18"/>
                  <a:pt x="27" y="17"/>
                  <a:pt x="27" y="16"/>
                </a:cubicBezTo>
                <a:cubicBezTo>
                  <a:pt x="30" y="13"/>
                  <a:pt x="32" y="9"/>
                  <a:pt x="35" y="5"/>
                </a:cubicBezTo>
                <a:cubicBezTo>
                  <a:pt x="26" y="8"/>
                  <a:pt x="19" y="14"/>
                  <a:pt x="12" y="18"/>
                </a:cubicBezTo>
                <a:cubicBezTo>
                  <a:pt x="8" y="21"/>
                  <a:pt x="4" y="24"/>
                  <a:pt x="0" y="25"/>
                </a:cubicBezTo>
                <a:close/>
                <a:moveTo>
                  <a:pt x="37" y="4"/>
                </a:moveTo>
                <a:cubicBezTo>
                  <a:pt x="37" y="5"/>
                  <a:pt x="37" y="5"/>
                  <a:pt x="36" y="6"/>
                </a:cubicBezTo>
                <a:cubicBezTo>
                  <a:pt x="36" y="6"/>
                  <a:pt x="36" y="7"/>
                  <a:pt x="35" y="8"/>
                </a:cubicBezTo>
                <a:cubicBezTo>
                  <a:pt x="37" y="6"/>
                  <a:pt x="38" y="5"/>
                  <a:pt x="39" y="3"/>
                </a:cubicBezTo>
                <a:cubicBezTo>
                  <a:pt x="39" y="3"/>
                  <a:pt x="38" y="4"/>
                  <a:pt x="38" y="4"/>
                </a:cubicBezTo>
                <a:cubicBezTo>
                  <a:pt x="38" y="4"/>
                  <a:pt x="37" y="4"/>
                  <a:pt x="37" y="4"/>
                </a:cubicBezTo>
                <a:cubicBezTo>
                  <a:pt x="37" y="4"/>
                  <a:pt x="37" y="4"/>
                  <a:pt x="37" y="4"/>
                </a:cubicBezTo>
                <a:close/>
              </a:path>
            </a:pathLst>
          </a:custGeom>
          <a:solidFill>
            <a:srgbClr val="B7C6AA">
              <a:alpha val="2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cs typeface="Open Sans" panose="020B0606030504020204" charset="0"/>
            </a:endParaRPr>
          </a:p>
        </p:txBody>
      </p:sp>
      <p:sp>
        <p:nvSpPr>
          <p:cNvPr id="28" name="Freeform 24"/>
          <p:cNvSpPr/>
          <p:nvPr userDrawn="1"/>
        </p:nvSpPr>
        <p:spPr bwMode="auto">
          <a:xfrm>
            <a:off x="75989" y="518022"/>
            <a:ext cx="77572" cy="208970"/>
          </a:xfrm>
          <a:custGeom>
            <a:avLst/>
            <a:gdLst>
              <a:gd name="T0" fmla="*/ 1 w 11"/>
              <a:gd name="T1" fmla="*/ 30 h 30"/>
              <a:gd name="T2" fmla="*/ 3 w 11"/>
              <a:gd name="T3" fmla="*/ 18 h 30"/>
              <a:gd name="T4" fmla="*/ 11 w 11"/>
              <a:gd name="T5" fmla="*/ 0 h 30"/>
              <a:gd name="T6" fmla="*/ 4 w 11"/>
              <a:gd name="T7" fmla="*/ 22 h 30"/>
              <a:gd name="T8" fmla="*/ 1 w 11"/>
              <a:gd name="T9" fmla="*/ 30 h 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" h="30">
                <a:moveTo>
                  <a:pt x="1" y="30"/>
                </a:moveTo>
                <a:cubicBezTo>
                  <a:pt x="0" y="26"/>
                  <a:pt x="2" y="22"/>
                  <a:pt x="3" y="18"/>
                </a:cubicBezTo>
                <a:cubicBezTo>
                  <a:pt x="5" y="12"/>
                  <a:pt x="7" y="5"/>
                  <a:pt x="11" y="0"/>
                </a:cubicBezTo>
                <a:cubicBezTo>
                  <a:pt x="9" y="7"/>
                  <a:pt x="6" y="14"/>
                  <a:pt x="4" y="22"/>
                </a:cubicBezTo>
                <a:cubicBezTo>
                  <a:pt x="3" y="24"/>
                  <a:pt x="3" y="28"/>
                  <a:pt x="1" y="30"/>
                </a:cubicBezTo>
                <a:close/>
              </a:path>
            </a:pathLst>
          </a:custGeom>
          <a:solidFill>
            <a:srgbClr val="B7C6AA">
              <a:alpha val="2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cs typeface="Open Sans" panose="020B0606030504020204" charset="0"/>
            </a:endParaRPr>
          </a:p>
        </p:txBody>
      </p:sp>
      <p:sp>
        <p:nvSpPr>
          <p:cNvPr id="29" name="Freeform 25"/>
          <p:cNvSpPr/>
          <p:nvPr userDrawn="1"/>
        </p:nvSpPr>
        <p:spPr bwMode="auto">
          <a:xfrm>
            <a:off x="26913" y="532270"/>
            <a:ext cx="112400" cy="174141"/>
          </a:xfrm>
          <a:custGeom>
            <a:avLst/>
            <a:gdLst>
              <a:gd name="T0" fmla="*/ 0 w 16"/>
              <a:gd name="T1" fmla="*/ 25 h 25"/>
              <a:gd name="T2" fmla="*/ 5 w 16"/>
              <a:gd name="T3" fmla="*/ 15 h 25"/>
              <a:gd name="T4" fmla="*/ 16 w 16"/>
              <a:gd name="T5" fmla="*/ 0 h 25"/>
              <a:gd name="T6" fmla="*/ 6 w 16"/>
              <a:gd name="T7" fmla="*/ 15 h 25"/>
              <a:gd name="T8" fmla="*/ 0 w 16"/>
              <a:gd name="T9" fmla="*/ 25 h 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" h="25">
                <a:moveTo>
                  <a:pt x="0" y="25"/>
                </a:moveTo>
                <a:cubicBezTo>
                  <a:pt x="0" y="21"/>
                  <a:pt x="3" y="18"/>
                  <a:pt x="5" y="15"/>
                </a:cubicBezTo>
                <a:cubicBezTo>
                  <a:pt x="8" y="9"/>
                  <a:pt x="11" y="4"/>
                  <a:pt x="16" y="0"/>
                </a:cubicBezTo>
                <a:cubicBezTo>
                  <a:pt x="13" y="5"/>
                  <a:pt x="9" y="10"/>
                  <a:pt x="6" y="15"/>
                </a:cubicBezTo>
                <a:cubicBezTo>
                  <a:pt x="4" y="19"/>
                  <a:pt x="3" y="22"/>
                  <a:pt x="0" y="25"/>
                </a:cubicBezTo>
                <a:close/>
              </a:path>
            </a:pathLst>
          </a:custGeom>
          <a:solidFill>
            <a:srgbClr val="B7C6AA">
              <a:alpha val="2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cs typeface="Open Sans" panose="020B0606030504020204" charset="0"/>
            </a:endParaRPr>
          </a:p>
        </p:txBody>
      </p:sp>
      <p:sp>
        <p:nvSpPr>
          <p:cNvPr id="30" name="Freeform 26"/>
          <p:cNvSpPr/>
          <p:nvPr userDrawn="1"/>
        </p:nvSpPr>
        <p:spPr bwMode="auto">
          <a:xfrm>
            <a:off x="0" y="538603"/>
            <a:ext cx="90237" cy="42744"/>
          </a:xfrm>
          <a:custGeom>
            <a:avLst/>
            <a:gdLst>
              <a:gd name="T0" fmla="*/ 0 w 13"/>
              <a:gd name="T1" fmla="*/ 6 h 6"/>
              <a:gd name="T2" fmla="*/ 9 w 13"/>
              <a:gd name="T3" fmla="*/ 1 h 6"/>
              <a:gd name="T4" fmla="*/ 13 w 13"/>
              <a:gd name="T5" fmla="*/ 0 h 6"/>
              <a:gd name="T6" fmla="*/ 9 w 13"/>
              <a:gd name="T7" fmla="*/ 3 h 6"/>
              <a:gd name="T8" fmla="*/ 1 w 13"/>
              <a:gd name="T9" fmla="*/ 6 h 6"/>
              <a:gd name="T10" fmla="*/ 0 w 13"/>
              <a:gd name="T11" fmla="*/ 6 h 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3" h="6">
                <a:moveTo>
                  <a:pt x="0" y="6"/>
                </a:moveTo>
                <a:cubicBezTo>
                  <a:pt x="3" y="3"/>
                  <a:pt x="6" y="2"/>
                  <a:pt x="9" y="1"/>
                </a:cubicBezTo>
                <a:cubicBezTo>
                  <a:pt x="10" y="1"/>
                  <a:pt x="12" y="0"/>
                  <a:pt x="13" y="0"/>
                </a:cubicBezTo>
                <a:cubicBezTo>
                  <a:pt x="11" y="2"/>
                  <a:pt x="10" y="2"/>
                  <a:pt x="9" y="3"/>
                </a:cubicBezTo>
                <a:cubicBezTo>
                  <a:pt x="6" y="4"/>
                  <a:pt x="3" y="5"/>
                  <a:pt x="1" y="6"/>
                </a:cubicBezTo>
                <a:cubicBezTo>
                  <a:pt x="0" y="6"/>
                  <a:pt x="0" y="6"/>
                  <a:pt x="0" y="6"/>
                </a:cubicBezTo>
                <a:close/>
              </a:path>
            </a:pathLst>
          </a:custGeom>
          <a:solidFill>
            <a:srgbClr val="B7C6AA">
              <a:alpha val="2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cs typeface="Open Sans" panose="020B0606030504020204" charset="0"/>
            </a:endParaRPr>
          </a:p>
        </p:txBody>
      </p:sp>
      <p:sp>
        <p:nvSpPr>
          <p:cNvPr id="31" name="Freeform 27"/>
          <p:cNvSpPr/>
          <p:nvPr userDrawn="1"/>
        </p:nvSpPr>
        <p:spPr bwMode="auto">
          <a:xfrm>
            <a:off x="55409" y="454698"/>
            <a:ext cx="139313" cy="55409"/>
          </a:xfrm>
          <a:custGeom>
            <a:avLst/>
            <a:gdLst>
              <a:gd name="T0" fmla="*/ 0 w 20"/>
              <a:gd name="T1" fmla="*/ 8 h 8"/>
              <a:gd name="T2" fmla="*/ 12 w 20"/>
              <a:gd name="T3" fmla="*/ 2 h 8"/>
              <a:gd name="T4" fmla="*/ 20 w 20"/>
              <a:gd name="T5" fmla="*/ 1 h 8"/>
              <a:gd name="T6" fmla="*/ 13 w 20"/>
              <a:gd name="T7" fmla="*/ 4 h 8"/>
              <a:gd name="T8" fmla="*/ 0 w 20"/>
              <a:gd name="T9" fmla="*/ 8 h 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" h="8">
                <a:moveTo>
                  <a:pt x="0" y="8"/>
                </a:moveTo>
                <a:cubicBezTo>
                  <a:pt x="3" y="5"/>
                  <a:pt x="8" y="3"/>
                  <a:pt x="12" y="2"/>
                </a:cubicBezTo>
                <a:cubicBezTo>
                  <a:pt x="14" y="1"/>
                  <a:pt x="17" y="0"/>
                  <a:pt x="20" y="1"/>
                </a:cubicBezTo>
                <a:cubicBezTo>
                  <a:pt x="18" y="3"/>
                  <a:pt x="15" y="3"/>
                  <a:pt x="13" y="4"/>
                </a:cubicBezTo>
                <a:cubicBezTo>
                  <a:pt x="9" y="5"/>
                  <a:pt x="4" y="6"/>
                  <a:pt x="0" y="8"/>
                </a:cubicBezTo>
                <a:close/>
              </a:path>
            </a:pathLst>
          </a:custGeom>
          <a:solidFill>
            <a:srgbClr val="B7C6AA">
              <a:alpha val="2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cs typeface="Open Sans" panose="020B0606030504020204" charset="0"/>
            </a:endParaRPr>
          </a:p>
        </p:txBody>
      </p:sp>
      <p:sp>
        <p:nvSpPr>
          <p:cNvPr id="32" name="Freeform 28"/>
          <p:cNvSpPr/>
          <p:nvPr userDrawn="1"/>
        </p:nvSpPr>
        <p:spPr bwMode="auto">
          <a:xfrm>
            <a:off x="6226342" y="4603663"/>
            <a:ext cx="153561" cy="335618"/>
          </a:xfrm>
          <a:custGeom>
            <a:avLst/>
            <a:gdLst>
              <a:gd name="T0" fmla="*/ 7 w 22"/>
              <a:gd name="T1" fmla="*/ 47 h 48"/>
              <a:gd name="T2" fmla="*/ 3 w 22"/>
              <a:gd name="T3" fmla="*/ 45 h 48"/>
              <a:gd name="T4" fmla="*/ 6 w 22"/>
              <a:gd name="T5" fmla="*/ 44 h 48"/>
              <a:gd name="T6" fmla="*/ 11 w 22"/>
              <a:gd name="T7" fmla="*/ 44 h 48"/>
              <a:gd name="T8" fmla="*/ 18 w 22"/>
              <a:gd name="T9" fmla="*/ 37 h 48"/>
              <a:gd name="T10" fmla="*/ 17 w 22"/>
              <a:gd name="T11" fmla="*/ 24 h 48"/>
              <a:gd name="T12" fmla="*/ 6 w 22"/>
              <a:gd name="T13" fmla="*/ 21 h 48"/>
              <a:gd name="T14" fmla="*/ 1 w 22"/>
              <a:gd name="T15" fmla="*/ 13 h 48"/>
              <a:gd name="T16" fmla="*/ 2 w 22"/>
              <a:gd name="T17" fmla="*/ 0 h 48"/>
              <a:gd name="T18" fmla="*/ 4 w 22"/>
              <a:gd name="T19" fmla="*/ 21 h 48"/>
              <a:gd name="T20" fmla="*/ 20 w 22"/>
              <a:gd name="T21" fmla="*/ 26 h 48"/>
              <a:gd name="T22" fmla="*/ 7 w 22"/>
              <a:gd name="T23" fmla="*/ 47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22" h="48">
                <a:moveTo>
                  <a:pt x="7" y="47"/>
                </a:moveTo>
                <a:cubicBezTo>
                  <a:pt x="6" y="47"/>
                  <a:pt x="4" y="46"/>
                  <a:pt x="3" y="45"/>
                </a:cubicBezTo>
                <a:cubicBezTo>
                  <a:pt x="4" y="44"/>
                  <a:pt x="5" y="44"/>
                  <a:pt x="6" y="44"/>
                </a:cubicBezTo>
                <a:cubicBezTo>
                  <a:pt x="7" y="44"/>
                  <a:pt x="9" y="44"/>
                  <a:pt x="11" y="44"/>
                </a:cubicBezTo>
                <a:cubicBezTo>
                  <a:pt x="14" y="43"/>
                  <a:pt x="17" y="40"/>
                  <a:pt x="18" y="37"/>
                </a:cubicBezTo>
                <a:cubicBezTo>
                  <a:pt x="19" y="33"/>
                  <a:pt x="19" y="28"/>
                  <a:pt x="17" y="24"/>
                </a:cubicBezTo>
                <a:cubicBezTo>
                  <a:pt x="15" y="21"/>
                  <a:pt x="10" y="18"/>
                  <a:pt x="6" y="21"/>
                </a:cubicBezTo>
                <a:cubicBezTo>
                  <a:pt x="0" y="27"/>
                  <a:pt x="2" y="17"/>
                  <a:pt x="1" y="13"/>
                </a:cubicBezTo>
                <a:cubicBezTo>
                  <a:pt x="1" y="9"/>
                  <a:pt x="1" y="5"/>
                  <a:pt x="2" y="0"/>
                </a:cubicBezTo>
                <a:cubicBezTo>
                  <a:pt x="3" y="7"/>
                  <a:pt x="3" y="14"/>
                  <a:pt x="4" y="21"/>
                </a:cubicBezTo>
                <a:cubicBezTo>
                  <a:pt x="10" y="15"/>
                  <a:pt x="17" y="19"/>
                  <a:pt x="20" y="26"/>
                </a:cubicBezTo>
                <a:cubicBezTo>
                  <a:pt x="22" y="35"/>
                  <a:pt x="18" y="48"/>
                  <a:pt x="7" y="47"/>
                </a:cubicBezTo>
                <a:close/>
              </a:path>
            </a:pathLst>
          </a:custGeom>
          <a:solidFill>
            <a:srgbClr val="B7C6AA">
              <a:alpha val="2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cs typeface="Open Sans" panose="020B0606030504020204" charset="0"/>
            </a:endParaRPr>
          </a:p>
        </p:txBody>
      </p:sp>
      <p:sp>
        <p:nvSpPr>
          <p:cNvPr id="33" name="Freeform 29"/>
          <p:cNvSpPr/>
          <p:nvPr userDrawn="1"/>
        </p:nvSpPr>
        <p:spPr bwMode="auto">
          <a:xfrm>
            <a:off x="6239007" y="4534006"/>
            <a:ext cx="140896" cy="90237"/>
          </a:xfrm>
          <a:custGeom>
            <a:avLst/>
            <a:gdLst>
              <a:gd name="T0" fmla="*/ 0 w 20"/>
              <a:gd name="T1" fmla="*/ 13 h 13"/>
              <a:gd name="T2" fmla="*/ 9 w 20"/>
              <a:gd name="T3" fmla="*/ 5 h 13"/>
              <a:gd name="T4" fmla="*/ 20 w 20"/>
              <a:gd name="T5" fmla="*/ 0 h 13"/>
              <a:gd name="T6" fmla="*/ 14 w 20"/>
              <a:gd name="T7" fmla="*/ 5 h 13"/>
              <a:gd name="T8" fmla="*/ 5 w 20"/>
              <a:gd name="T9" fmla="*/ 10 h 13"/>
              <a:gd name="T10" fmla="*/ 0 w 20"/>
              <a:gd name="T11" fmla="*/ 12 h 13"/>
              <a:gd name="T12" fmla="*/ 1 w 20"/>
              <a:gd name="T13" fmla="*/ 13 h 13"/>
              <a:gd name="T14" fmla="*/ 0 w 20"/>
              <a:gd name="T15" fmla="*/ 13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0" h="13">
                <a:moveTo>
                  <a:pt x="0" y="13"/>
                </a:moveTo>
                <a:cubicBezTo>
                  <a:pt x="0" y="10"/>
                  <a:pt x="7" y="6"/>
                  <a:pt x="9" y="5"/>
                </a:cubicBezTo>
                <a:cubicBezTo>
                  <a:pt x="12" y="4"/>
                  <a:pt x="16" y="1"/>
                  <a:pt x="20" y="0"/>
                </a:cubicBezTo>
                <a:cubicBezTo>
                  <a:pt x="18" y="2"/>
                  <a:pt x="16" y="3"/>
                  <a:pt x="14" y="5"/>
                </a:cubicBezTo>
                <a:cubicBezTo>
                  <a:pt x="11" y="6"/>
                  <a:pt x="8" y="8"/>
                  <a:pt x="5" y="10"/>
                </a:cubicBezTo>
                <a:cubicBezTo>
                  <a:pt x="3" y="11"/>
                  <a:pt x="2" y="11"/>
                  <a:pt x="0" y="12"/>
                </a:cubicBezTo>
                <a:cubicBezTo>
                  <a:pt x="0" y="13"/>
                  <a:pt x="0" y="13"/>
                  <a:pt x="1" y="13"/>
                </a:cubicBezTo>
                <a:cubicBezTo>
                  <a:pt x="1" y="13"/>
                  <a:pt x="0" y="13"/>
                  <a:pt x="0" y="13"/>
                </a:cubicBezTo>
                <a:close/>
              </a:path>
            </a:pathLst>
          </a:custGeom>
          <a:solidFill>
            <a:srgbClr val="B7C6AA">
              <a:alpha val="2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cs typeface="Open Sans" panose="020B0606030504020204" charset="0"/>
            </a:endParaRPr>
          </a:p>
        </p:txBody>
      </p:sp>
      <p:sp>
        <p:nvSpPr>
          <p:cNvPr id="34" name="Freeform 30"/>
          <p:cNvSpPr/>
          <p:nvPr userDrawn="1"/>
        </p:nvSpPr>
        <p:spPr bwMode="auto">
          <a:xfrm>
            <a:off x="6441644" y="4659071"/>
            <a:ext cx="132981" cy="91820"/>
          </a:xfrm>
          <a:custGeom>
            <a:avLst/>
            <a:gdLst>
              <a:gd name="T0" fmla="*/ 0 w 19"/>
              <a:gd name="T1" fmla="*/ 13 h 13"/>
              <a:gd name="T2" fmla="*/ 13 w 19"/>
              <a:gd name="T3" fmla="*/ 2 h 13"/>
              <a:gd name="T4" fmla="*/ 19 w 19"/>
              <a:gd name="T5" fmla="*/ 0 h 13"/>
              <a:gd name="T6" fmla="*/ 17 w 19"/>
              <a:gd name="T7" fmla="*/ 2 h 13"/>
              <a:gd name="T8" fmla="*/ 0 w 19"/>
              <a:gd name="T9" fmla="*/ 13 h 13"/>
              <a:gd name="T10" fmla="*/ 0 w 19"/>
              <a:gd name="T11" fmla="*/ 13 h 13"/>
              <a:gd name="T12" fmla="*/ 0 w 19"/>
              <a:gd name="T13" fmla="*/ 13 h 13"/>
              <a:gd name="T14" fmla="*/ 0 w 19"/>
              <a:gd name="T15" fmla="*/ 13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9" h="13">
                <a:moveTo>
                  <a:pt x="0" y="13"/>
                </a:moveTo>
                <a:cubicBezTo>
                  <a:pt x="3" y="8"/>
                  <a:pt x="8" y="5"/>
                  <a:pt x="13" y="2"/>
                </a:cubicBezTo>
                <a:cubicBezTo>
                  <a:pt x="15" y="1"/>
                  <a:pt x="17" y="0"/>
                  <a:pt x="19" y="0"/>
                </a:cubicBezTo>
                <a:cubicBezTo>
                  <a:pt x="19" y="1"/>
                  <a:pt x="18" y="2"/>
                  <a:pt x="17" y="2"/>
                </a:cubicBezTo>
                <a:cubicBezTo>
                  <a:pt x="12" y="6"/>
                  <a:pt x="6" y="10"/>
                  <a:pt x="0" y="13"/>
                </a:cubicBezTo>
                <a:cubicBezTo>
                  <a:pt x="0" y="13"/>
                  <a:pt x="0" y="13"/>
                  <a:pt x="0" y="13"/>
                </a:cubicBezTo>
                <a:cubicBezTo>
                  <a:pt x="0" y="13"/>
                  <a:pt x="0" y="13"/>
                  <a:pt x="0" y="13"/>
                </a:cubicBezTo>
                <a:cubicBezTo>
                  <a:pt x="0" y="13"/>
                  <a:pt x="0" y="13"/>
                  <a:pt x="0" y="13"/>
                </a:cubicBezTo>
                <a:close/>
              </a:path>
            </a:pathLst>
          </a:custGeom>
          <a:solidFill>
            <a:srgbClr val="B7C6AA">
              <a:alpha val="2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cs typeface="Open Sans" panose="020B0606030504020204" charset="0"/>
            </a:endParaRPr>
          </a:p>
        </p:txBody>
      </p:sp>
      <p:sp>
        <p:nvSpPr>
          <p:cNvPr id="35" name="Freeform 31"/>
          <p:cNvSpPr/>
          <p:nvPr userDrawn="1"/>
        </p:nvSpPr>
        <p:spPr bwMode="auto">
          <a:xfrm>
            <a:off x="6484388" y="4597330"/>
            <a:ext cx="61741" cy="188389"/>
          </a:xfrm>
          <a:custGeom>
            <a:avLst/>
            <a:gdLst>
              <a:gd name="T0" fmla="*/ 8 w 9"/>
              <a:gd name="T1" fmla="*/ 27 h 27"/>
              <a:gd name="T2" fmla="*/ 3 w 9"/>
              <a:gd name="T3" fmla="*/ 15 h 27"/>
              <a:gd name="T4" fmla="*/ 0 w 9"/>
              <a:gd name="T5" fmla="*/ 1 h 27"/>
              <a:gd name="T6" fmla="*/ 0 w 9"/>
              <a:gd name="T7" fmla="*/ 0 h 27"/>
              <a:gd name="T8" fmla="*/ 0 w 9"/>
              <a:gd name="T9" fmla="*/ 0 h 27"/>
              <a:gd name="T10" fmla="*/ 0 w 9"/>
              <a:gd name="T11" fmla="*/ 1 h 27"/>
              <a:gd name="T12" fmla="*/ 2 w 9"/>
              <a:gd name="T13" fmla="*/ 4 h 27"/>
              <a:gd name="T14" fmla="*/ 5 w 9"/>
              <a:gd name="T15" fmla="*/ 14 h 27"/>
              <a:gd name="T16" fmla="*/ 7 w 9"/>
              <a:gd name="T17" fmla="*/ 20 h 27"/>
              <a:gd name="T18" fmla="*/ 8 w 9"/>
              <a:gd name="T19" fmla="*/ 27 h 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" h="27">
                <a:moveTo>
                  <a:pt x="8" y="27"/>
                </a:moveTo>
                <a:cubicBezTo>
                  <a:pt x="5" y="24"/>
                  <a:pt x="5" y="19"/>
                  <a:pt x="3" y="15"/>
                </a:cubicBezTo>
                <a:cubicBezTo>
                  <a:pt x="2" y="10"/>
                  <a:pt x="0" y="6"/>
                  <a:pt x="0" y="1"/>
                </a:cubicBezTo>
                <a:cubicBezTo>
                  <a:pt x="0" y="1"/>
                  <a:pt x="0" y="1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1"/>
                  <a:pt x="0" y="1"/>
                </a:cubicBezTo>
                <a:cubicBezTo>
                  <a:pt x="0" y="2"/>
                  <a:pt x="1" y="3"/>
                  <a:pt x="2" y="4"/>
                </a:cubicBezTo>
                <a:cubicBezTo>
                  <a:pt x="3" y="7"/>
                  <a:pt x="4" y="11"/>
                  <a:pt x="5" y="14"/>
                </a:cubicBezTo>
                <a:cubicBezTo>
                  <a:pt x="6" y="16"/>
                  <a:pt x="6" y="18"/>
                  <a:pt x="7" y="20"/>
                </a:cubicBezTo>
                <a:cubicBezTo>
                  <a:pt x="8" y="22"/>
                  <a:pt x="9" y="25"/>
                  <a:pt x="8" y="27"/>
                </a:cubicBezTo>
                <a:close/>
              </a:path>
            </a:pathLst>
          </a:custGeom>
          <a:solidFill>
            <a:srgbClr val="B7C6AA">
              <a:alpha val="2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cs typeface="Open Sans" panose="020B0606030504020204" charset="0"/>
            </a:endParaRPr>
          </a:p>
        </p:txBody>
      </p:sp>
      <p:sp>
        <p:nvSpPr>
          <p:cNvPr id="36" name="Freeform 32"/>
          <p:cNvSpPr/>
          <p:nvPr userDrawn="1"/>
        </p:nvSpPr>
        <p:spPr bwMode="auto">
          <a:xfrm>
            <a:off x="962527" y="4632158"/>
            <a:ext cx="307122" cy="497094"/>
          </a:xfrm>
          <a:custGeom>
            <a:avLst/>
            <a:gdLst>
              <a:gd name="T0" fmla="*/ 44 w 44"/>
              <a:gd name="T1" fmla="*/ 71 h 71"/>
              <a:gd name="T2" fmla="*/ 37 w 44"/>
              <a:gd name="T3" fmla="*/ 61 h 71"/>
              <a:gd name="T4" fmla="*/ 28 w 44"/>
              <a:gd name="T5" fmla="*/ 45 h 71"/>
              <a:gd name="T6" fmla="*/ 13 w 44"/>
              <a:gd name="T7" fmla="*/ 20 h 71"/>
              <a:gd name="T8" fmla="*/ 0 w 44"/>
              <a:gd name="T9" fmla="*/ 0 h 71"/>
              <a:gd name="T10" fmla="*/ 13 w 44"/>
              <a:gd name="T11" fmla="*/ 17 h 71"/>
              <a:gd name="T12" fmla="*/ 26 w 44"/>
              <a:gd name="T13" fmla="*/ 36 h 71"/>
              <a:gd name="T14" fmla="*/ 37 w 44"/>
              <a:gd name="T15" fmla="*/ 57 h 71"/>
              <a:gd name="T16" fmla="*/ 43 w 44"/>
              <a:gd name="T17" fmla="*/ 67 h 71"/>
              <a:gd name="T18" fmla="*/ 44 w 44"/>
              <a:gd name="T19" fmla="*/ 71 h 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44" h="71">
                <a:moveTo>
                  <a:pt x="44" y="71"/>
                </a:moveTo>
                <a:cubicBezTo>
                  <a:pt x="41" y="68"/>
                  <a:pt x="40" y="64"/>
                  <a:pt x="37" y="61"/>
                </a:cubicBezTo>
                <a:cubicBezTo>
                  <a:pt x="34" y="55"/>
                  <a:pt x="31" y="50"/>
                  <a:pt x="28" y="45"/>
                </a:cubicBezTo>
                <a:cubicBezTo>
                  <a:pt x="24" y="36"/>
                  <a:pt x="18" y="28"/>
                  <a:pt x="13" y="20"/>
                </a:cubicBezTo>
                <a:cubicBezTo>
                  <a:pt x="9" y="13"/>
                  <a:pt x="4" y="7"/>
                  <a:pt x="0" y="0"/>
                </a:cubicBezTo>
                <a:cubicBezTo>
                  <a:pt x="5" y="5"/>
                  <a:pt x="9" y="11"/>
                  <a:pt x="13" y="17"/>
                </a:cubicBezTo>
                <a:cubicBezTo>
                  <a:pt x="17" y="23"/>
                  <a:pt x="22" y="30"/>
                  <a:pt x="26" y="36"/>
                </a:cubicBezTo>
                <a:cubicBezTo>
                  <a:pt x="30" y="43"/>
                  <a:pt x="33" y="50"/>
                  <a:pt x="37" y="57"/>
                </a:cubicBezTo>
                <a:cubicBezTo>
                  <a:pt x="39" y="60"/>
                  <a:pt x="41" y="63"/>
                  <a:pt x="43" y="67"/>
                </a:cubicBezTo>
                <a:cubicBezTo>
                  <a:pt x="44" y="68"/>
                  <a:pt x="44" y="69"/>
                  <a:pt x="44" y="71"/>
                </a:cubicBezTo>
                <a:close/>
              </a:path>
            </a:pathLst>
          </a:custGeom>
          <a:solidFill>
            <a:srgbClr val="B7C6AA">
              <a:alpha val="2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cs typeface="Open Sans" panose="020B0606030504020204" charset="0"/>
            </a:endParaRPr>
          </a:p>
        </p:txBody>
      </p:sp>
      <p:sp>
        <p:nvSpPr>
          <p:cNvPr id="37" name="Freeform 33"/>
          <p:cNvSpPr/>
          <p:nvPr userDrawn="1"/>
        </p:nvSpPr>
        <p:spPr bwMode="auto">
          <a:xfrm>
            <a:off x="1130335" y="4785719"/>
            <a:ext cx="550920" cy="357781"/>
          </a:xfrm>
          <a:custGeom>
            <a:avLst/>
            <a:gdLst>
              <a:gd name="T0" fmla="*/ 1 w 79"/>
              <a:gd name="T1" fmla="*/ 51 h 51"/>
              <a:gd name="T2" fmla="*/ 14 w 79"/>
              <a:gd name="T3" fmla="*/ 40 h 51"/>
              <a:gd name="T4" fmla="*/ 40 w 79"/>
              <a:gd name="T5" fmla="*/ 24 h 51"/>
              <a:gd name="T6" fmla="*/ 71 w 79"/>
              <a:gd name="T7" fmla="*/ 5 h 51"/>
              <a:gd name="T8" fmla="*/ 79 w 79"/>
              <a:gd name="T9" fmla="*/ 0 h 51"/>
              <a:gd name="T10" fmla="*/ 75 w 79"/>
              <a:gd name="T11" fmla="*/ 5 h 51"/>
              <a:gd name="T12" fmla="*/ 59 w 79"/>
              <a:gd name="T13" fmla="*/ 14 h 51"/>
              <a:gd name="T14" fmla="*/ 0 w 79"/>
              <a:gd name="T15" fmla="*/ 51 h 51"/>
              <a:gd name="T16" fmla="*/ 0 w 79"/>
              <a:gd name="T17" fmla="*/ 51 h 51"/>
              <a:gd name="T18" fmla="*/ 0 w 79"/>
              <a:gd name="T19" fmla="*/ 51 h 51"/>
              <a:gd name="T20" fmla="*/ 0 w 79"/>
              <a:gd name="T21" fmla="*/ 51 h 51"/>
              <a:gd name="T22" fmla="*/ 0 w 79"/>
              <a:gd name="T23" fmla="*/ 51 h 51"/>
              <a:gd name="T24" fmla="*/ 1 w 79"/>
              <a:gd name="T25" fmla="*/ 51 h 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79" h="51">
                <a:moveTo>
                  <a:pt x="1" y="51"/>
                </a:moveTo>
                <a:cubicBezTo>
                  <a:pt x="4" y="46"/>
                  <a:pt x="9" y="43"/>
                  <a:pt x="14" y="40"/>
                </a:cubicBezTo>
                <a:cubicBezTo>
                  <a:pt x="23" y="34"/>
                  <a:pt x="32" y="29"/>
                  <a:pt x="40" y="24"/>
                </a:cubicBezTo>
                <a:cubicBezTo>
                  <a:pt x="50" y="17"/>
                  <a:pt x="61" y="11"/>
                  <a:pt x="71" y="5"/>
                </a:cubicBezTo>
                <a:cubicBezTo>
                  <a:pt x="74" y="3"/>
                  <a:pt x="76" y="1"/>
                  <a:pt x="79" y="0"/>
                </a:cubicBezTo>
                <a:cubicBezTo>
                  <a:pt x="78" y="2"/>
                  <a:pt x="76" y="3"/>
                  <a:pt x="75" y="5"/>
                </a:cubicBezTo>
                <a:cubicBezTo>
                  <a:pt x="69" y="8"/>
                  <a:pt x="64" y="11"/>
                  <a:pt x="59" y="14"/>
                </a:cubicBezTo>
                <a:cubicBezTo>
                  <a:pt x="39" y="27"/>
                  <a:pt x="20" y="38"/>
                  <a:pt x="0" y="51"/>
                </a:cubicBezTo>
                <a:cubicBezTo>
                  <a:pt x="0" y="51"/>
                  <a:pt x="0" y="51"/>
                  <a:pt x="0" y="51"/>
                </a:cubicBezTo>
                <a:cubicBezTo>
                  <a:pt x="0" y="51"/>
                  <a:pt x="0" y="51"/>
                  <a:pt x="0" y="51"/>
                </a:cubicBezTo>
                <a:cubicBezTo>
                  <a:pt x="0" y="51"/>
                  <a:pt x="0" y="51"/>
                  <a:pt x="0" y="51"/>
                </a:cubicBezTo>
                <a:cubicBezTo>
                  <a:pt x="0" y="51"/>
                  <a:pt x="0" y="51"/>
                  <a:pt x="0" y="51"/>
                </a:cubicBezTo>
                <a:cubicBezTo>
                  <a:pt x="0" y="51"/>
                  <a:pt x="1" y="51"/>
                  <a:pt x="1" y="51"/>
                </a:cubicBezTo>
                <a:close/>
              </a:path>
            </a:pathLst>
          </a:custGeom>
          <a:solidFill>
            <a:srgbClr val="B7C6AA">
              <a:alpha val="2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cs typeface="Open Sans" panose="020B0606030504020204" charset="0"/>
            </a:endParaRPr>
          </a:p>
        </p:txBody>
      </p:sp>
      <p:sp>
        <p:nvSpPr>
          <p:cNvPr id="38" name="Freeform 34"/>
          <p:cNvSpPr/>
          <p:nvPr userDrawn="1"/>
        </p:nvSpPr>
        <p:spPr bwMode="auto">
          <a:xfrm>
            <a:off x="1101840" y="4863291"/>
            <a:ext cx="329285" cy="83904"/>
          </a:xfrm>
          <a:custGeom>
            <a:avLst/>
            <a:gdLst>
              <a:gd name="T0" fmla="*/ 1 w 47"/>
              <a:gd name="T1" fmla="*/ 12 h 12"/>
              <a:gd name="T2" fmla="*/ 2 w 47"/>
              <a:gd name="T3" fmla="*/ 9 h 12"/>
              <a:gd name="T4" fmla="*/ 17 w 47"/>
              <a:gd name="T5" fmla="*/ 2 h 12"/>
              <a:gd name="T6" fmla="*/ 46 w 47"/>
              <a:gd name="T7" fmla="*/ 8 h 12"/>
              <a:gd name="T8" fmla="*/ 47 w 47"/>
              <a:gd name="T9" fmla="*/ 10 h 12"/>
              <a:gd name="T10" fmla="*/ 42 w 47"/>
              <a:gd name="T11" fmla="*/ 8 h 12"/>
              <a:gd name="T12" fmla="*/ 12 w 47"/>
              <a:gd name="T13" fmla="*/ 6 h 12"/>
              <a:gd name="T14" fmla="*/ 1 w 47"/>
              <a:gd name="T15" fmla="*/ 12 h 12"/>
              <a:gd name="T16" fmla="*/ 1 w 47"/>
              <a:gd name="T17" fmla="*/ 12 h 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7" h="12">
                <a:moveTo>
                  <a:pt x="1" y="12"/>
                </a:moveTo>
                <a:cubicBezTo>
                  <a:pt x="0" y="11"/>
                  <a:pt x="1" y="10"/>
                  <a:pt x="2" y="9"/>
                </a:cubicBezTo>
                <a:cubicBezTo>
                  <a:pt x="6" y="5"/>
                  <a:pt x="12" y="3"/>
                  <a:pt x="17" y="2"/>
                </a:cubicBezTo>
                <a:cubicBezTo>
                  <a:pt x="27" y="0"/>
                  <a:pt x="38" y="0"/>
                  <a:pt x="46" y="8"/>
                </a:cubicBezTo>
                <a:cubicBezTo>
                  <a:pt x="47" y="8"/>
                  <a:pt x="47" y="9"/>
                  <a:pt x="47" y="10"/>
                </a:cubicBezTo>
                <a:cubicBezTo>
                  <a:pt x="45" y="10"/>
                  <a:pt x="44" y="9"/>
                  <a:pt x="42" y="8"/>
                </a:cubicBezTo>
                <a:cubicBezTo>
                  <a:pt x="33" y="1"/>
                  <a:pt x="22" y="3"/>
                  <a:pt x="12" y="6"/>
                </a:cubicBezTo>
                <a:cubicBezTo>
                  <a:pt x="9" y="6"/>
                  <a:pt x="1" y="10"/>
                  <a:pt x="1" y="12"/>
                </a:cubicBezTo>
                <a:cubicBezTo>
                  <a:pt x="1" y="12"/>
                  <a:pt x="1" y="12"/>
                  <a:pt x="1" y="12"/>
                </a:cubicBezTo>
                <a:close/>
              </a:path>
            </a:pathLst>
          </a:custGeom>
          <a:solidFill>
            <a:srgbClr val="B7C6AA">
              <a:alpha val="2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cs typeface="Open Sans" panose="020B0606030504020204" charset="0"/>
            </a:endParaRPr>
          </a:p>
        </p:txBody>
      </p:sp>
      <p:sp>
        <p:nvSpPr>
          <p:cNvPr id="39" name="Freeform 35"/>
          <p:cNvSpPr/>
          <p:nvPr userDrawn="1"/>
        </p:nvSpPr>
        <p:spPr bwMode="auto">
          <a:xfrm>
            <a:off x="8828963" y="356546"/>
            <a:ext cx="237465" cy="329285"/>
          </a:xfrm>
          <a:custGeom>
            <a:avLst/>
            <a:gdLst>
              <a:gd name="T0" fmla="*/ 34 w 34"/>
              <a:gd name="T1" fmla="*/ 47 h 47"/>
              <a:gd name="T2" fmla="*/ 29 w 34"/>
              <a:gd name="T3" fmla="*/ 42 h 47"/>
              <a:gd name="T4" fmla="*/ 19 w 34"/>
              <a:gd name="T5" fmla="*/ 28 h 47"/>
              <a:gd name="T6" fmla="*/ 0 w 34"/>
              <a:gd name="T7" fmla="*/ 0 h 47"/>
              <a:gd name="T8" fmla="*/ 9 w 34"/>
              <a:gd name="T9" fmla="*/ 10 h 47"/>
              <a:gd name="T10" fmla="*/ 21 w 34"/>
              <a:gd name="T11" fmla="*/ 27 h 47"/>
              <a:gd name="T12" fmla="*/ 28 w 34"/>
              <a:gd name="T13" fmla="*/ 38 h 47"/>
              <a:gd name="T14" fmla="*/ 34 w 34"/>
              <a:gd name="T15" fmla="*/ 47 h 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34" h="47">
                <a:moveTo>
                  <a:pt x="34" y="47"/>
                </a:moveTo>
                <a:cubicBezTo>
                  <a:pt x="32" y="46"/>
                  <a:pt x="31" y="44"/>
                  <a:pt x="29" y="42"/>
                </a:cubicBezTo>
                <a:cubicBezTo>
                  <a:pt x="26" y="37"/>
                  <a:pt x="23" y="32"/>
                  <a:pt x="19" y="28"/>
                </a:cubicBezTo>
                <a:cubicBezTo>
                  <a:pt x="13" y="18"/>
                  <a:pt x="6" y="9"/>
                  <a:pt x="0" y="0"/>
                </a:cubicBezTo>
                <a:cubicBezTo>
                  <a:pt x="4" y="2"/>
                  <a:pt x="7" y="7"/>
                  <a:pt x="9" y="10"/>
                </a:cubicBezTo>
                <a:cubicBezTo>
                  <a:pt x="13" y="16"/>
                  <a:pt x="17" y="22"/>
                  <a:pt x="21" y="27"/>
                </a:cubicBezTo>
                <a:cubicBezTo>
                  <a:pt x="24" y="31"/>
                  <a:pt x="26" y="34"/>
                  <a:pt x="28" y="38"/>
                </a:cubicBezTo>
                <a:cubicBezTo>
                  <a:pt x="30" y="41"/>
                  <a:pt x="33" y="44"/>
                  <a:pt x="34" y="47"/>
                </a:cubicBezTo>
                <a:close/>
              </a:path>
            </a:pathLst>
          </a:custGeom>
          <a:solidFill>
            <a:srgbClr val="B7C6AA">
              <a:alpha val="2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cs typeface="Open Sans" panose="020B0606030504020204" charset="0"/>
            </a:endParaRPr>
          </a:p>
        </p:txBody>
      </p:sp>
      <p:sp>
        <p:nvSpPr>
          <p:cNvPr id="40" name="Freeform 36"/>
          <p:cNvSpPr/>
          <p:nvPr userDrawn="1"/>
        </p:nvSpPr>
        <p:spPr bwMode="auto">
          <a:xfrm>
            <a:off x="8912867" y="272642"/>
            <a:ext cx="147229" cy="286542"/>
          </a:xfrm>
          <a:custGeom>
            <a:avLst/>
            <a:gdLst>
              <a:gd name="T0" fmla="*/ 21 w 21"/>
              <a:gd name="T1" fmla="*/ 41 h 41"/>
              <a:gd name="T2" fmla="*/ 17 w 21"/>
              <a:gd name="T3" fmla="*/ 36 h 41"/>
              <a:gd name="T4" fmla="*/ 10 w 21"/>
              <a:gd name="T5" fmla="*/ 24 h 41"/>
              <a:gd name="T6" fmla="*/ 0 w 21"/>
              <a:gd name="T7" fmla="*/ 0 h 41"/>
              <a:gd name="T8" fmla="*/ 10 w 21"/>
              <a:gd name="T9" fmla="*/ 20 h 41"/>
              <a:gd name="T10" fmla="*/ 16 w 21"/>
              <a:gd name="T11" fmla="*/ 30 h 41"/>
              <a:gd name="T12" fmla="*/ 21 w 21"/>
              <a:gd name="T13" fmla="*/ 41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1" h="41">
                <a:moveTo>
                  <a:pt x="21" y="41"/>
                </a:moveTo>
                <a:cubicBezTo>
                  <a:pt x="19" y="40"/>
                  <a:pt x="18" y="38"/>
                  <a:pt x="17" y="36"/>
                </a:cubicBezTo>
                <a:cubicBezTo>
                  <a:pt x="15" y="32"/>
                  <a:pt x="13" y="28"/>
                  <a:pt x="10" y="24"/>
                </a:cubicBezTo>
                <a:cubicBezTo>
                  <a:pt x="6" y="16"/>
                  <a:pt x="1" y="8"/>
                  <a:pt x="0" y="0"/>
                </a:cubicBezTo>
                <a:cubicBezTo>
                  <a:pt x="4" y="6"/>
                  <a:pt x="6" y="13"/>
                  <a:pt x="10" y="20"/>
                </a:cubicBezTo>
                <a:cubicBezTo>
                  <a:pt x="12" y="23"/>
                  <a:pt x="14" y="27"/>
                  <a:pt x="16" y="30"/>
                </a:cubicBezTo>
                <a:cubicBezTo>
                  <a:pt x="18" y="34"/>
                  <a:pt x="21" y="37"/>
                  <a:pt x="21" y="41"/>
                </a:cubicBezTo>
                <a:close/>
              </a:path>
            </a:pathLst>
          </a:custGeom>
          <a:solidFill>
            <a:srgbClr val="B7C6AA">
              <a:alpha val="2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cs typeface="Open Sans" panose="020B0606030504020204" charset="0"/>
            </a:endParaRPr>
          </a:p>
        </p:txBody>
      </p:sp>
      <p:sp>
        <p:nvSpPr>
          <p:cNvPr id="41" name="矩形: 圆角 40"/>
          <p:cNvSpPr/>
          <p:nvPr userDrawn="1"/>
        </p:nvSpPr>
        <p:spPr>
          <a:xfrm>
            <a:off x="191911" y="248355"/>
            <a:ext cx="8782756" cy="4662311"/>
          </a:xfrm>
          <a:prstGeom prst="roundRect">
            <a:avLst>
              <a:gd name="adj" fmla="val 0"/>
            </a:avLst>
          </a:prstGeom>
          <a:solidFill>
            <a:srgbClr val="7E9A66"/>
          </a:solidFill>
          <a:ln w="28575">
            <a:solidFill>
              <a:srgbClr val="5044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Open Sans" panose="020B060603050402020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bg>
      <p:bgPr>
        <a:solidFill>
          <a:srgbClr val="E3CA9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5"/>
          <p:cNvSpPr/>
          <p:nvPr userDrawn="1"/>
        </p:nvSpPr>
        <p:spPr bwMode="auto">
          <a:xfrm>
            <a:off x="26913" y="3468578"/>
            <a:ext cx="265961" cy="482846"/>
          </a:xfrm>
          <a:custGeom>
            <a:avLst/>
            <a:gdLst>
              <a:gd name="T0" fmla="*/ 0 w 38"/>
              <a:gd name="T1" fmla="*/ 69 h 69"/>
              <a:gd name="T2" fmla="*/ 4 w 38"/>
              <a:gd name="T3" fmla="*/ 59 h 69"/>
              <a:gd name="T4" fmla="*/ 15 w 38"/>
              <a:gd name="T5" fmla="*/ 38 h 69"/>
              <a:gd name="T6" fmla="*/ 26 w 38"/>
              <a:gd name="T7" fmla="*/ 18 h 69"/>
              <a:gd name="T8" fmla="*/ 38 w 38"/>
              <a:gd name="T9" fmla="*/ 0 h 69"/>
              <a:gd name="T10" fmla="*/ 27 w 38"/>
              <a:gd name="T11" fmla="*/ 21 h 69"/>
              <a:gd name="T12" fmla="*/ 17 w 38"/>
              <a:gd name="T13" fmla="*/ 38 h 69"/>
              <a:gd name="T14" fmla="*/ 7 w 38"/>
              <a:gd name="T15" fmla="*/ 58 h 69"/>
              <a:gd name="T16" fmla="*/ 3 w 38"/>
              <a:gd name="T17" fmla="*/ 65 h 69"/>
              <a:gd name="T18" fmla="*/ 0 w 38"/>
              <a:gd name="T19" fmla="*/ 69 h 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8" h="69">
                <a:moveTo>
                  <a:pt x="0" y="69"/>
                </a:moveTo>
                <a:cubicBezTo>
                  <a:pt x="0" y="66"/>
                  <a:pt x="3" y="62"/>
                  <a:pt x="4" y="59"/>
                </a:cubicBezTo>
                <a:cubicBezTo>
                  <a:pt x="8" y="52"/>
                  <a:pt x="12" y="45"/>
                  <a:pt x="15" y="38"/>
                </a:cubicBezTo>
                <a:cubicBezTo>
                  <a:pt x="19" y="31"/>
                  <a:pt x="23" y="25"/>
                  <a:pt x="26" y="18"/>
                </a:cubicBezTo>
                <a:cubicBezTo>
                  <a:pt x="30" y="12"/>
                  <a:pt x="33" y="5"/>
                  <a:pt x="38" y="0"/>
                </a:cubicBezTo>
                <a:cubicBezTo>
                  <a:pt x="35" y="7"/>
                  <a:pt x="31" y="14"/>
                  <a:pt x="27" y="21"/>
                </a:cubicBezTo>
                <a:cubicBezTo>
                  <a:pt x="24" y="27"/>
                  <a:pt x="20" y="32"/>
                  <a:pt x="17" y="38"/>
                </a:cubicBezTo>
                <a:cubicBezTo>
                  <a:pt x="13" y="45"/>
                  <a:pt x="10" y="51"/>
                  <a:pt x="7" y="58"/>
                </a:cubicBezTo>
                <a:cubicBezTo>
                  <a:pt x="5" y="60"/>
                  <a:pt x="4" y="63"/>
                  <a:pt x="3" y="65"/>
                </a:cubicBezTo>
                <a:cubicBezTo>
                  <a:pt x="2" y="67"/>
                  <a:pt x="1" y="68"/>
                  <a:pt x="0" y="69"/>
                </a:cubicBezTo>
                <a:close/>
              </a:path>
            </a:pathLst>
          </a:custGeom>
          <a:solidFill>
            <a:srgbClr val="B7C6AA">
              <a:alpha val="2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cs typeface="Open Sans" panose="020B0606030504020204" charset="0"/>
            </a:endParaRPr>
          </a:p>
        </p:txBody>
      </p:sp>
      <p:sp>
        <p:nvSpPr>
          <p:cNvPr id="10" name="Freeform 6"/>
          <p:cNvSpPr/>
          <p:nvPr userDrawn="1"/>
        </p:nvSpPr>
        <p:spPr bwMode="auto">
          <a:xfrm>
            <a:off x="20581" y="3615806"/>
            <a:ext cx="286542" cy="455934"/>
          </a:xfrm>
          <a:custGeom>
            <a:avLst/>
            <a:gdLst>
              <a:gd name="T0" fmla="*/ 0 w 41"/>
              <a:gd name="T1" fmla="*/ 65 h 65"/>
              <a:gd name="T2" fmla="*/ 4 w 41"/>
              <a:gd name="T3" fmla="*/ 55 h 65"/>
              <a:gd name="T4" fmla="*/ 16 w 41"/>
              <a:gd name="T5" fmla="*/ 35 h 65"/>
              <a:gd name="T6" fmla="*/ 28 w 41"/>
              <a:gd name="T7" fmla="*/ 16 h 65"/>
              <a:gd name="T8" fmla="*/ 41 w 41"/>
              <a:gd name="T9" fmla="*/ 0 h 65"/>
              <a:gd name="T10" fmla="*/ 31 w 41"/>
              <a:gd name="T11" fmla="*/ 15 h 65"/>
              <a:gd name="T12" fmla="*/ 20 w 41"/>
              <a:gd name="T13" fmla="*/ 32 h 65"/>
              <a:gd name="T14" fmla="*/ 5 w 41"/>
              <a:gd name="T15" fmla="*/ 58 h 65"/>
              <a:gd name="T16" fmla="*/ 0 w 41"/>
              <a:gd name="T17" fmla="*/ 65 h 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1" h="65">
                <a:moveTo>
                  <a:pt x="0" y="65"/>
                </a:moveTo>
                <a:cubicBezTo>
                  <a:pt x="0" y="61"/>
                  <a:pt x="3" y="58"/>
                  <a:pt x="4" y="55"/>
                </a:cubicBezTo>
                <a:cubicBezTo>
                  <a:pt x="8" y="48"/>
                  <a:pt x="12" y="41"/>
                  <a:pt x="16" y="35"/>
                </a:cubicBezTo>
                <a:cubicBezTo>
                  <a:pt x="20" y="28"/>
                  <a:pt x="24" y="22"/>
                  <a:pt x="28" y="16"/>
                </a:cubicBezTo>
                <a:cubicBezTo>
                  <a:pt x="32" y="11"/>
                  <a:pt x="36" y="5"/>
                  <a:pt x="41" y="0"/>
                </a:cubicBezTo>
                <a:cubicBezTo>
                  <a:pt x="38" y="5"/>
                  <a:pt x="34" y="10"/>
                  <a:pt x="31" y="15"/>
                </a:cubicBezTo>
                <a:cubicBezTo>
                  <a:pt x="27" y="21"/>
                  <a:pt x="24" y="26"/>
                  <a:pt x="20" y="32"/>
                </a:cubicBezTo>
                <a:cubicBezTo>
                  <a:pt x="15" y="40"/>
                  <a:pt x="10" y="49"/>
                  <a:pt x="5" y="58"/>
                </a:cubicBezTo>
                <a:cubicBezTo>
                  <a:pt x="3" y="60"/>
                  <a:pt x="2" y="64"/>
                  <a:pt x="0" y="65"/>
                </a:cubicBezTo>
                <a:close/>
              </a:path>
            </a:pathLst>
          </a:custGeom>
          <a:solidFill>
            <a:srgbClr val="B7C6AA">
              <a:alpha val="2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cs typeface="Open Sans" panose="020B0606030504020204" charset="0"/>
            </a:endParaRPr>
          </a:p>
        </p:txBody>
      </p:sp>
      <p:sp>
        <p:nvSpPr>
          <p:cNvPr id="11" name="Freeform 7"/>
          <p:cNvSpPr/>
          <p:nvPr userDrawn="1"/>
        </p:nvSpPr>
        <p:spPr bwMode="auto">
          <a:xfrm>
            <a:off x="63324" y="3853272"/>
            <a:ext cx="215302" cy="343533"/>
          </a:xfrm>
          <a:custGeom>
            <a:avLst/>
            <a:gdLst>
              <a:gd name="T0" fmla="*/ 0 w 31"/>
              <a:gd name="T1" fmla="*/ 49 h 49"/>
              <a:gd name="T2" fmla="*/ 2 w 31"/>
              <a:gd name="T3" fmla="*/ 43 h 49"/>
              <a:gd name="T4" fmla="*/ 11 w 31"/>
              <a:gd name="T5" fmla="*/ 29 h 49"/>
              <a:gd name="T6" fmla="*/ 23 w 31"/>
              <a:gd name="T7" fmla="*/ 10 h 49"/>
              <a:gd name="T8" fmla="*/ 31 w 31"/>
              <a:gd name="T9" fmla="*/ 0 h 49"/>
              <a:gd name="T10" fmla="*/ 15 w 31"/>
              <a:gd name="T11" fmla="*/ 25 h 49"/>
              <a:gd name="T12" fmla="*/ 6 w 31"/>
              <a:gd name="T13" fmla="*/ 40 h 49"/>
              <a:gd name="T14" fmla="*/ 0 w 31"/>
              <a:gd name="T15" fmla="*/ 49 h 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31" h="49">
                <a:moveTo>
                  <a:pt x="0" y="49"/>
                </a:moveTo>
                <a:cubicBezTo>
                  <a:pt x="0" y="47"/>
                  <a:pt x="1" y="45"/>
                  <a:pt x="2" y="43"/>
                </a:cubicBezTo>
                <a:cubicBezTo>
                  <a:pt x="5" y="38"/>
                  <a:pt x="8" y="34"/>
                  <a:pt x="11" y="29"/>
                </a:cubicBezTo>
                <a:cubicBezTo>
                  <a:pt x="15" y="23"/>
                  <a:pt x="19" y="16"/>
                  <a:pt x="23" y="10"/>
                </a:cubicBezTo>
                <a:cubicBezTo>
                  <a:pt x="25" y="6"/>
                  <a:pt x="28" y="3"/>
                  <a:pt x="31" y="0"/>
                </a:cubicBezTo>
                <a:cubicBezTo>
                  <a:pt x="27" y="9"/>
                  <a:pt x="20" y="16"/>
                  <a:pt x="15" y="25"/>
                </a:cubicBezTo>
                <a:cubicBezTo>
                  <a:pt x="12" y="30"/>
                  <a:pt x="9" y="35"/>
                  <a:pt x="6" y="40"/>
                </a:cubicBezTo>
                <a:cubicBezTo>
                  <a:pt x="4" y="43"/>
                  <a:pt x="3" y="47"/>
                  <a:pt x="0" y="49"/>
                </a:cubicBezTo>
                <a:close/>
              </a:path>
            </a:pathLst>
          </a:custGeom>
          <a:solidFill>
            <a:srgbClr val="B7C6AA">
              <a:alpha val="2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cs typeface="Open Sans" panose="020B0606030504020204" charset="0"/>
            </a:endParaRPr>
          </a:p>
        </p:txBody>
      </p:sp>
      <p:sp>
        <p:nvSpPr>
          <p:cNvPr id="12" name="Freeform 8"/>
          <p:cNvSpPr/>
          <p:nvPr userDrawn="1"/>
        </p:nvSpPr>
        <p:spPr bwMode="auto">
          <a:xfrm>
            <a:off x="145646" y="3910264"/>
            <a:ext cx="237465" cy="357781"/>
          </a:xfrm>
          <a:custGeom>
            <a:avLst/>
            <a:gdLst>
              <a:gd name="T0" fmla="*/ 0 w 34"/>
              <a:gd name="T1" fmla="*/ 51 h 51"/>
              <a:gd name="T2" fmla="*/ 3 w 34"/>
              <a:gd name="T3" fmla="*/ 45 h 51"/>
              <a:gd name="T4" fmla="*/ 12 w 34"/>
              <a:gd name="T5" fmla="*/ 31 h 51"/>
              <a:gd name="T6" fmla="*/ 26 w 34"/>
              <a:gd name="T7" fmla="*/ 11 h 51"/>
              <a:gd name="T8" fmla="*/ 34 w 34"/>
              <a:gd name="T9" fmla="*/ 0 h 51"/>
              <a:gd name="T10" fmla="*/ 27 w 34"/>
              <a:gd name="T11" fmla="*/ 11 h 51"/>
              <a:gd name="T12" fmla="*/ 15 w 34"/>
              <a:gd name="T13" fmla="*/ 30 h 51"/>
              <a:gd name="T14" fmla="*/ 6 w 34"/>
              <a:gd name="T15" fmla="*/ 44 h 51"/>
              <a:gd name="T16" fmla="*/ 0 w 34"/>
              <a:gd name="T17" fmla="*/ 51 h 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4" h="51">
                <a:moveTo>
                  <a:pt x="0" y="51"/>
                </a:moveTo>
                <a:cubicBezTo>
                  <a:pt x="1" y="48"/>
                  <a:pt x="2" y="47"/>
                  <a:pt x="3" y="45"/>
                </a:cubicBezTo>
                <a:cubicBezTo>
                  <a:pt x="6" y="40"/>
                  <a:pt x="9" y="36"/>
                  <a:pt x="12" y="31"/>
                </a:cubicBezTo>
                <a:cubicBezTo>
                  <a:pt x="17" y="24"/>
                  <a:pt x="21" y="17"/>
                  <a:pt x="26" y="11"/>
                </a:cubicBezTo>
                <a:cubicBezTo>
                  <a:pt x="28" y="7"/>
                  <a:pt x="31" y="3"/>
                  <a:pt x="34" y="0"/>
                </a:cubicBezTo>
                <a:cubicBezTo>
                  <a:pt x="32" y="4"/>
                  <a:pt x="30" y="7"/>
                  <a:pt x="27" y="11"/>
                </a:cubicBezTo>
                <a:cubicBezTo>
                  <a:pt x="23" y="17"/>
                  <a:pt x="19" y="23"/>
                  <a:pt x="15" y="30"/>
                </a:cubicBezTo>
                <a:cubicBezTo>
                  <a:pt x="12" y="34"/>
                  <a:pt x="9" y="39"/>
                  <a:pt x="6" y="44"/>
                </a:cubicBezTo>
                <a:cubicBezTo>
                  <a:pt x="4" y="47"/>
                  <a:pt x="3" y="49"/>
                  <a:pt x="0" y="51"/>
                </a:cubicBezTo>
                <a:close/>
              </a:path>
            </a:pathLst>
          </a:custGeom>
          <a:solidFill>
            <a:srgbClr val="B7C6AA">
              <a:alpha val="2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cs typeface="Open Sans" panose="020B0606030504020204" charset="0"/>
            </a:endParaRPr>
          </a:p>
        </p:txBody>
      </p:sp>
      <p:sp>
        <p:nvSpPr>
          <p:cNvPr id="13" name="Freeform 9"/>
          <p:cNvSpPr/>
          <p:nvPr userDrawn="1"/>
        </p:nvSpPr>
        <p:spPr bwMode="auto">
          <a:xfrm>
            <a:off x="0" y="3476493"/>
            <a:ext cx="202637" cy="335618"/>
          </a:xfrm>
          <a:custGeom>
            <a:avLst/>
            <a:gdLst>
              <a:gd name="T0" fmla="*/ 0 w 29"/>
              <a:gd name="T1" fmla="*/ 48 h 48"/>
              <a:gd name="T2" fmla="*/ 2 w 29"/>
              <a:gd name="T3" fmla="*/ 42 h 48"/>
              <a:gd name="T4" fmla="*/ 11 w 29"/>
              <a:gd name="T5" fmla="*/ 28 h 48"/>
              <a:gd name="T6" fmla="*/ 23 w 29"/>
              <a:gd name="T7" fmla="*/ 8 h 48"/>
              <a:gd name="T8" fmla="*/ 29 w 29"/>
              <a:gd name="T9" fmla="*/ 0 h 48"/>
              <a:gd name="T10" fmla="*/ 14 w 29"/>
              <a:gd name="T11" fmla="*/ 26 h 48"/>
              <a:gd name="T12" fmla="*/ 5 w 29"/>
              <a:gd name="T13" fmla="*/ 41 h 48"/>
              <a:gd name="T14" fmla="*/ 0 w 29"/>
              <a:gd name="T15" fmla="*/ 48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9" h="48">
                <a:moveTo>
                  <a:pt x="0" y="48"/>
                </a:moveTo>
                <a:cubicBezTo>
                  <a:pt x="0" y="46"/>
                  <a:pt x="1" y="44"/>
                  <a:pt x="2" y="42"/>
                </a:cubicBezTo>
                <a:cubicBezTo>
                  <a:pt x="5" y="37"/>
                  <a:pt x="8" y="32"/>
                  <a:pt x="11" y="28"/>
                </a:cubicBezTo>
                <a:cubicBezTo>
                  <a:pt x="15" y="21"/>
                  <a:pt x="19" y="15"/>
                  <a:pt x="23" y="8"/>
                </a:cubicBezTo>
                <a:cubicBezTo>
                  <a:pt x="25" y="5"/>
                  <a:pt x="27" y="2"/>
                  <a:pt x="29" y="0"/>
                </a:cubicBezTo>
                <a:cubicBezTo>
                  <a:pt x="25" y="9"/>
                  <a:pt x="19" y="17"/>
                  <a:pt x="14" y="26"/>
                </a:cubicBezTo>
                <a:cubicBezTo>
                  <a:pt x="11" y="31"/>
                  <a:pt x="8" y="36"/>
                  <a:pt x="5" y="41"/>
                </a:cubicBezTo>
                <a:cubicBezTo>
                  <a:pt x="4" y="43"/>
                  <a:pt x="2" y="46"/>
                  <a:pt x="0" y="48"/>
                </a:cubicBezTo>
                <a:close/>
              </a:path>
            </a:pathLst>
          </a:custGeom>
          <a:solidFill>
            <a:srgbClr val="B7C6AA">
              <a:alpha val="2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cs typeface="Open Sans" panose="020B0606030504020204" charset="0"/>
            </a:endParaRPr>
          </a:p>
        </p:txBody>
      </p:sp>
      <p:sp>
        <p:nvSpPr>
          <p:cNvPr id="14" name="Freeform 10"/>
          <p:cNvSpPr/>
          <p:nvPr userDrawn="1"/>
        </p:nvSpPr>
        <p:spPr bwMode="auto">
          <a:xfrm>
            <a:off x="4920283" y="4869624"/>
            <a:ext cx="147229" cy="245381"/>
          </a:xfrm>
          <a:custGeom>
            <a:avLst/>
            <a:gdLst>
              <a:gd name="T0" fmla="*/ 0 w 21"/>
              <a:gd name="T1" fmla="*/ 35 h 35"/>
              <a:gd name="T2" fmla="*/ 3 w 21"/>
              <a:gd name="T3" fmla="*/ 29 h 35"/>
              <a:gd name="T4" fmla="*/ 9 w 21"/>
              <a:gd name="T5" fmla="*/ 17 h 35"/>
              <a:gd name="T6" fmla="*/ 21 w 21"/>
              <a:gd name="T7" fmla="*/ 0 h 35"/>
              <a:gd name="T8" fmla="*/ 12 w 21"/>
              <a:gd name="T9" fmla="*/ 15 h 35"/>
              <a:gd name="T10" fmla="*/ 4 w 21"/>
              <a:gd name="T11" fmla="*/ 29 h 35"/>
              <a:gd name="T12" fmla="*/ 0 w 21"/>
              <a:gd name="T13" fmla="*/ 35 h 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1" h="35">
                <a:moveTo>
                  <a:pt x="0" y="35"/>
                </a:moveTo>
                <a:cubicBezTo>
                  <a:pt x="0" y="33"/>
                  <a:pt x="2" y="31"/>
                  <a:pt x="3" y="29"/>
                </a:cubicBezTo>
                <a:cubicBezTo>
                  <a:pt x="5" y="25"/>
                  <a:pt x="7" y="21"/>
                  <a:pt x="9" y="17"/>
                </a:cubicBezTo>
                <a:cubicBezTo>
                  <a:pt x="13" y="11"/>
                  <a:pt x="16" y="5"/>
                  <a:pt x="21" y="0"/>
                </a:cubicBezTo>
                <a:cubicBezTo>
                  <a:pt x="19" y="5"/>
                  <a:pt x="15" y="10"/>
                  <a:pt x="12" y="15"/>
                </a:cubicBezTo>
                <a:cubicBezTo>
                  <a:pt x="10" y="20"/>
                  <a:pt x="7" y="25"/>
                  <a:pt x="4" y="29"/>
                </a:cubicBezTo>
                <a:cubicBezTo>
                  <a:pt x="3" y="31"/>
                  <a:pt x="2" y="34"/>
                  <a:pt x="0" y="35"/>
                </a:cubicBezTo>
                <a:close/>
              </a:path>
            </a:pathLst>
          </a:custGeom>
          <a:solidFill>
            <a:srgbClr val="B7C6AA">
              <a:alpha val="2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cs typeface="Open Sans" panose="020B0606030504020204" charset="0"/>
            </a:endParaRPr>
          </a:p>
        </p:txBody>
      </p:sp>
      <p:sp>
        <p:nvSpPr>
          <p:cNvPr id="15" name="Freeform 11"/>
          <p:cNvSpPr/>
          <p:nvPr userDrawn="1"/>
        </p:nvSpPr>
        <p:spPr bwMode="auto">
          <a:xfrm>
            <a:off x="5032683" y="4806300"/>
            <a:ext cx="153561" cy="288125"/>
          </a:xfrm>
          <a:custGeom>
            <a:avLst/>
            <a:gdLst>
              <a:gd name="T0" fmla="*/ 0 w 22"/>
              <a:gd name="T1" fmla="*/ 41 h 41"/>
              <a:gd name="T2" fmla="*/ 2 w 22"/>
              <a:gd name="T3" fmla="*/ 35 h 41"/>
              <a:gd name="T4" fmla="*/ 10 w 22"/>
              <a:gd name="T5" fmla="*/ 20 h 41"/>
              <a:gd name="T6" fmla="*/ 22 w 22"/>
              <a:gd name="T7" fmla="*/ 0 h 41"/>
              <a:gd name="T8" fmla="*/ 10 w 22"/>
              <a:gd name="T9" fmla="*/ 25 h 41"/>
              <a:gd name="T10" fmla="*/ 4 w 22"/>
              <a:gd name="T11" fmla="*/ 36 h 41"/>
              <a:gd name="T12" fmla="*/ 0 w 22"/>
              <a:gd name="T13" fmla="*/ 41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2" h="41">
                <a:moveTo>
                  <a:pt x="0" y="41"/>
                </a:moveTo>
                <a:cubicBezTo>
                  <a:pt x="0" y="39"/>
                  <a:pt x="1" y="37"/>
                  <a:pt x="2" y="35"/>
                </a:cubicBezTo>
                <a:cubicBezTo>
                  <a:pt x="5" y="30"/>
                  <a:pt x="8" y="25"/>
                  <a:pt x="10" y="20"/>
                </a:cubicBezTo>
                <a:cubicBezTo>
                  <a:pt x="14" y="13"/>
                  <a:pt x="17" y="6"/>
                  <a:pt x="22" y="0"/>
                </a:cubicBezTo>
                <a:cubicBezTo>
                  <a:pt x="19" y="9"/>
                  <a:pt x="14" y="17"/>
                  <a:pt x="10" y="25"/>
                </a:cubicBezTo>
                <a:cubicBezTo>
                  <a:pt x="8" y="29"/>
                  <a:pt x="6" y="32"/>
                  <a:pt x="4" y="36"/>
                </a:cubicBezTo>
                <a:cubicBezTo>
                  <a:pt x="3" y="38"/>
                  <a:pt x="2" y="40"/>
                  <a:pt x="0" y="41"/>
                </a:cubicBezTo>
                <a:close/>
              </a:path>
            </a:pathLst>
          </a:custGeom>
          <a:solidFill>
            <a:srgbClr val="B7C6AA">
              <a:alpha val="2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cs typeface="Open Sans" panose="020B0606030504020204" charset="0"/>
            </a:endParaRPr>
          </a:p>
        </p:txBody>
      </p:sp>
      <p:sp>
        <p:nvSpPr>
          <p:cNvPr id="16" name="Freeform 12"/>
          <p:cNvSpPr/>
          <p:nvPr userDrawn="1"/>
        </p:nvSpPr>
        <p:spPr bwMode="auto">
          <a:xfrm>
            <a:off x="5116588" y="4673319"/>
            <a:ext cx="284958" cy="470182"/>
          </a:xfrm>
          <a:custGeom>
            <a:avLst/>
            <a:gdLst>
              <a:gd name="T0" fmla="*/ 0 w 41"/>
              <a:gd name="T1" fmla="*/ 67 h 67"/>
              <a:gd name="T2" fmla="*/ 2 w 41"/>
              <a:gd name="T3" fmla="*/ 61 h 67"/>
              <a:gd name="T4" fmla="*/ 9 w 41"/>
              <a:gd name="T5" fmla="*/ 50 h 67"/>
              <a:gd name="T6" fmla="*/ 21 w 41"/>
              <a:gd name="T7" fmla="*/ 30 h 67"/>
              <a:gd name="T8" fmla="*/ 33 w 41"/>
              <a:gd name="T9" fmla="*/ 11 h 67"/>
              <a:gd name="T10" fmla="*/ 41 w 41"/>
              <a:gd name="T11" fmla="*/ 0 h 67"/>
              <a:gd name="T12" fmla="*/ 33 w 41"/>
              <a:gd name="T13" fmla="*/ 14 h 67"/>
              <a:gd name="T14" fmla="*/ 15 w 41"/>
              <a:gd name="T15" fmla="*/ 43 h 67"/>
              <a:gd name="T16" fmla="*/ 3 w 41"/>
              <a:gd name="T17" fmla="*/ 63 h 67"/>
              <a:gd name="T18" fmla="*/ 0 w 41"/>
              <a:gd name="T19" fmla="*/ 67 h 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41" h="67">
                <a:moveTo>
                  <a:pt x="0" y="67"/>
                </a:moveTo>
                <a:cubicBezTo>
                  <a:pt x="0" y="65"/>
                  <a:pt x="1" y="63"/>
                  <a:pt x="2" y="61"/>
                </a:cubicBezTo>
                <a:cubicBezTo>
                  <a:pt x="4" y="57"/>
                  <a:pt x="6" y="54"/>
                  <a:pt x="9" y="50"/>
                </a:cubicBezTo>
                <a:cubicBezTo>
                  <a:pt x="13" y="43"/>
                  <a:pt x="17" y="37"/>
                  <a:pt x="21" y="30"/>
                </a:cubicBezTo>
                <a:cubicBezTo>
                  <a:pt x="25" y="24"/>
                  <a:pt x="29" y="17"/>
                  <a:pt x="33" y="11"/>
                </a:cubicBezTo>
                <a:cubicBezTo>
                  <a:pt x="35" y="7"/>
                  <a:pt x="38" y="3"/>
                  <a:pt x="41" y="0"/>
                </a:cubicBezTo>
                <a:cubicBezTo>
                  <a:pt x="39" y="5"/>
                  <a:pt x="36" y="9"/>
                  <a:pt x="33" y="14"/>
                </a:cubicBezTo>
                <a:cubicBezTo>
                  <a:pt x="27" y="24"/>
                  <a:pt x="21" y="33"/>
                  <a:pt x="15" y="43"/>
                </a:cubicBezTo>
                <a:cubicBezTo>
                  <a:pt x="11" y="50"/>
                  <a:pt x="7" y="57"/>
                  <a:pt x="3" y="63"/>
                </a:cubicBezTo>
                <a:cubicBezTo>
                  <a:pt x="2" y="65"/>
                  <a:pt x="1" y="66"/>
                  <a:pt x="0" y="67"/>
                </a:cubicBezTo>
                <a:close/>
              </a:path>
            </a:pathLst>
          </a:custGeom>
          <a:solidFill>
            <a:srgbClr val="B7C6AA">
              <a:alpha val="2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cs typeface="Open Sans" panose="020B0606030504020204" charset="0"/>
            </a:endParaRPr>
          </a:p>
        </p:txBody>
      </p:sp>
      <p:sp>
        <p:nvSpPr>
          <p:cNvPr id="17" name="Freeform 13"/>
          <p:cNvSpPr/>
          <p:nvPr userDrawn="1"/>
        </p:nvSpPr>
        <p:spPr bwMode="auto">
          <a:xfrm>
            <a:off x="5241653" y="4603663"/>
            <a:ext cx="356198" cy="546170"/>
          </a:xfrm>
          <a:custGeom>
            <a:avLst/>
            <a:gdLst>
              <a:gd name="T0" fmla="*/ 0 w 51"/>
              <a:gd name="T1" fmla="*/ 78 h 78"/>
              <a:gd name="T2" fmla="*/ 5 w 51"/>
              <a:gd name="T3" fmla="*/ 68 h 78"/>
              <a:gd name="T4" fmla="*/ 19 w 51"/>
              <a:gd name="T5" fmla="*/ 47 h 78"/>
              <a:gd name="T6" fmla="*/ 38 w 51"/>
              <a:gd name="T7" fmla="*/ 20 h 78"/>
              <a:gd name="T8" fmla="*/ 50 w 51"/>
              <a:gd name="T9" fmla="*/ 1 h 78"/>
              <a:gd name="T10" fmla="*/ 51 w 51"/>
              <a:gd name="T11" fmla="*/ 0 h 78"/>
              <a:gd name="T12" fmla="*/ 44 w 51"/>
              <a:gd name="T13" fmla="*/ 13 h 78"/>
              <a:gd name="T14" fmla="*/ 28 w 51"/>
              <a:gd name="T15" fmla="*/ 37 h 78"/>
              <a:gd name="T16" fmla="*/ 11 w 51"/>
              <a:gd name="T17" fmla="*/ 63 h 78"/>
              <a:gd name="T18" fmla="*/ 4 w 51"/>
              <a:gd name="T19" fmla="*/ 73 h 78"/>
              <a:gd name="T20" fmla="*/ 0 w 51"/>
              <a:gd name="T21" fmla="*/ 78 h 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51" h="78">
                <a:moveTo>
                  <a:pt x="0" y="78"/>
                </a:moveTo>
                <a:cubicBezTo>
                  <a:pt x="0" y="75"/>
                  <a:pt x="3" y="72"/>
                  <a:pt x="5" y="68"/>
                </a:cubicBezTo>
                <a:cubicBezTo>
                  <a:pt x="10" y="61"/>
                  <a:pt x="15" y="54"/>
                  <a:pt x="19" y="47"/>
                </a:cubicBezTo>
                <a:cubicBezTo>
                  <a:pt x="26" y="38"/>
                  <a:pt x="32" y="29"/>
                  <a:pt x="38" y="20"/>
                </a:cubicBezTo>
                <a:cubicBezTo>
                  <a:pt x="42" y="14"/>
                  <a:pt x="46" y="7"/>
                  <a:pt x="50" y="1"/>
                </a:cubicBezTo>
                <a:cubicBezTo>
                  <a:pt x="50" y="0"/>
                  <a:pt x="50" y="0"/>
                  <a:pt x="51" y="0"/>
                </a:cubicBezTo>
                <a:cubicBezTo>
                  <a:pt x="49" y="5"/>
                  <a:pt x="46" y="9"/>
                  <a:pt x="44" y="13"/>
                </a:cubicBezTo>
                <a:cubicBezTo>
                  <a:pt x="39" y="22"/>
                  <a:pt x="33" y="29"/>
                  <a:pt x="28" y="37"/>
                </a:cubicBezTo>
                <a:cubicBezTo>
                  <a:pt x="22" y="46"/>
                  <a:pt x="16" y="55"/>
                  <a:pt x="11" y="63"/>
                </a:cubicBezTo>
                <a:cubicBezTo>
                  <a:pt x="8" y="67"/>
                  <a:pt x="6" y="70"/>
                  <a:pt x="4" y="73"/>
                </a:cubicBezTo>
                <a:cubicBezTo>
                  <a:pt x="3" y="75"/>
                  <a:pt x="2" y="77"/>
                  <a:pt x="0" y="78"/>
                </a:cubicBezTo>
                <a:close/>
              </a:path>
            </a:pathLst>
          </a:custGeom>
          <a:solidFill>
            <a:srgbClr val="B7C6AA">
              <a:alpha val="2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cs typeface="Open Sans" panose="020B0606030504020204" charset="0"/>
            </a:endParaRPr>
          </a:p>
        </p:txBody>
      </p:sp>
      <p:sp>
        <p:nvSpPr>
          <p:cNvPr id="18" name="Freeform 14"/>
          <p:cNvSpPr/>
          <p:nvPr userDrawn="1"/>
        </p:nvSpPr>
        <p:spPr bwMode="auto">
          <a:xfrm>
            <a:off x="5464870" y="4652739"/>
            <a:ext cx="286542" cy="455934"/>
          </a:xfrm>
          <a:custGeom>
            <a:avLst/>
            <a:gdLst>
              <a:gd name="T0" fmla="*/ 0 w 41"/>
              <a:gd name="T1" fmla="*/ 65 h 65"/>
              <a:gd name="T2" fmla="*/ 6 w 41"/>
              <a:gd name="T3" fmla="*/ 53 h 65"/>
              <a:gd name="T4" fmla="*/ 21 w 41"/>
              <a:gd name="T5" fmla="*/ 28 h 65"/>
              <a:gd name="T6" fmla="*/ 33 w 41"/>
              <a:gd name="T7" fmla="*/ 10 h 65"/>
              <a:gd name="T8" fmla="*/ 41 w 41"/>
              <a:gd name="T9" fmla="*/ 0 h 65"/>
              <a:gd name="T10" fmla="*/ 33 w 41"/>
              <a:gd name="T11" fmla="*/ 14 h 65"/>
              <a:gd name="T12" fmla="*/ 20 w 41"/>
              <a:gd name="T13" fmla="*/ 34 h 65"/>
              <a:gd name="T14" fmla="*/ 8 w 41"/>
              <a:gd name="T15" fmla="*/ 53 h 65"/>
              <a:gd name="T16" fmla="*/ 4 w 41"/>
              <a:gd name="T17" fmla="*/ 60 h 65"/>
              <a:gd name="T18" fmla="*/ 0 w 41"/>
              <a:gd name="T19" fmla="*/ 65 h 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41" h="65">
                <a:moveTo>
                  <a:pt x="0" y="65"/>
                </a:moveTo>
                <a:cubicBezTo>
                  <a:pt x="1" y="61"/>
                  <a:pt x="4" y="57"/>
                  <a:pt x="6" y="53"/>
                </a:cubicBezTo>
                <a:cubicBezTo>
                  <a:pt x="11" y="45"/>
                  <a:pt x="16" y="37"/>
                  <a:pt x="21" y="28"/>
                </a:cubicBezTo>
                <a:cubicBezTo>
                  <a:pt x="25" y="22"/>
                  <a:pt x="29" y="16"/>
                  <a:pt x="33" y="10"/>
                </a:cubicBezTo>
                <a:cubicBezTo>
                  <a:pt x="35" y="6"/>
                  <a:pt x="38" y="3"/>
                  <a:pt x="41" y="0"/>
                </a:cubicBezTo>
                <a:cubicBezTo>
                  <a:pt x="39" y="5"/>
                  <a:pt x="36" y="9"/>
                  <a:pt x="33" y="14"/>
                </a:cubicBezTo>
                <a:cubicBezTo>
                  <a:pt x="28" y="20"/>
                  <a:pt x="24" y="27"/>
                  <a:pt x="20" y="34"/>
                </a:cubicBezTo>
                <a:cubicBezTo>
                  <a:pt x="16" y="40"/>
                  <a:pt x="12" y="46"/>
                  <a:pt x="8" y="53"/>
                </a:cubicBezTo>
                <a:cubicBezTo>
                  <a:pt x="7" y="55"/>
                  <a:pt x="5" y="58"/>
                  <a:pt x="4" y="60"/>
                </a:cubicBezTo>
                <a:cubicBezTo>
                  <a:pt x="3" y="62"/>
                  <a:pt x="2" y="64"/>
                  <a:pt x="0" y="65"/>
                </a:cubicBezTo>
                <a:close/>
              </a:path>
            </a:pathLst>
          </a:custGeom>
          <a:solidFill>
            <a:srgbClr val="B7C6AA">
              <a:alpha val="2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cs typeface="Open Sans" panose="020B0606030504020204" charset="0"/>
            </a:endParaRPr>
          </a:p>
        </p:txBody>
      </p:sp>
      <p:sp>
        <p:nvSpPr>
          <p:cNvPr id="19" name="Freeform 15"/>
          <p:cNvSpPr/>
          <p:nvPr userDrawn="1"/>
        </p:nvSpPr>
        <p:spPr bwMode="auto">
          <a:xfrm>
            <a:off x="5589935" y="4883872"/>
            <a:ext cx="140896" cy="189972"/>
          </a:xfrm>
          <a:custGeom>
            <a:avLst/>
            <a:gdLst>
              <a:gd name="T0" fmla="*/ 0 w 20"/>
              <a:gd name="T1" fmla="*/ 27 h 27"/>
              <a:gd name="T2" fmla="*/ 3 w 20"/>
              <a:gd name="T3" fmla="*/ 22 h 27"/>
              <a:gd name="T4" fmla="*/ 13 w 20"/>
              <a:gd name="T5" fmla="*/ 7 h 27"/>
              <a:gd name="T6" fmla="*/ 13 w 20"/>
              <a:gd name="T7" fmla="*/ 7 h 27"/>
              <a:gd name="T8" fmla="*/ 13 w 20"/>
              <a:gd name="T9" fmla="*/ 7 h 27"/>
              <a:gd name="T10" fmla="*/ 20 w 20"/>
              <a:gd name="T11" fmla="*/ 0 h 27"/>
              <a:gd name="T12" fmla="*/ 19 w 20"/>
              <a:gd name="T13" fmla="*/ 2 h 27"/>
              <a:gd name="T14" fmla="*/ 15 w 20"/>
              <a:gd name="T15" fmla="*/ 8 h 27"/>
              <a:gd name="T16" fmla="*/ 15 w 20"/>
              <a:gd name="T17" fmla="*/ 8 h 27"/>
              <a:gd name="T18" fmla="*/ 15 w 20"/>
              <a:gd name="T19" fmla="*/ 8 h 27"/>
              <a:gd name="T20" fmla="*/ 6 w 20"/>
              <a:gd name="T21" fmla="*/ 20 h 27"/>
              <a:gd name="T22" fmla="*/ 0 w 20"/>
              <a:gd name="T23" fmla="*/ 27 h 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20" h="27">
                <a:moveTo>
                  <a:pt x="0" y="27"/>
                </a:moveTo>
                <a:cubicBezTo>
                  <a:pt x="0" y="25"/>
                  <a:pt x="1" y="23"/>
                  <a:pt x="3" y="22"/>
                </a:cubicBezTo>
                <a:cubicBezTo>
                  <a:pt x="6" y="17"/>
                  <a:pt x="10" y="12"/>
                  <a:pt x="13" y="7"/>
                </a:cubicBezTo>
                <a:cubicBezTo>
                  <a:pt x="13" y="7"/>
                  <a:pt x="13" y="7"/>
                  <a:pt x="13" y="7"/>
                </a:cubicBezTo>
                <a:cubicBezTo>
                  <a:pt x="13" y="7"/>
                  <a:pt x="13" y="7"/>
                  <a:pt x="13" y="7"/>
                </a:cubicBezTo>
                <a:cubicBezTo>
                  <a:pt x="15" y="5"/>
                  <a:pt x="17" y="2"/>
                  <a:pt x="20" y="0"/>
                </a:cubicBezTo>
                <a:cubicBezTo>
                  <a:pt x="20" y="0"/>
                  <a:pt x="19" y="1"/>
                  <a:pt x="19" y="2"/>
                </a:cubicBezTo>
                <a:cubicBezTo>
                  <a:pt x="18" y="4"/>
                  <a:pt x="16" y="6"/>
                  <a:pt x="15" y="8"/>
                </a:cubicBezTo>
                <a:cubicBezTo>
                  <a:pt x="15" y="8"/>
                  <a:pt x="15" y="8"/>
                  <a:pt x="15" y="8"/>
                </a:cubicBezTo>
                <a:cubicBezTo>
                  <a:pt x="15" y="8"/>
                  <a:pt x="15" y="8"/>
                  <a:pt x="15" y="8"/>
                </a:cubicBezTo>
                <a:cubicBezTo>
                  <a:pt x="12" y="12"/>
                  <a:pt x="9" y="16"/>
                  <a:pt x="6" y="20"/>
                </a:cubicBezTo>
                <a:cubicBezTo>
                  <a:pt x="4" y="23"/>
                  <a:pt x="2" y="26"/>
                  <a:pt x="0" y="27"/>
                </a:cubicBezTo>
                <a:close/>
              </a:path>
            </a:pathLst>
          </a:custGeom>
          <a:solidFill>
            <a:srgbClr val="B7C6AA">
              <a:alpha val="2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cs typeface="Open Sans" panose="020B0606030504020204" charset="0"/>
            </a:endParaRPr>
          </a:p>
        </p:txBody>
      </p:sp>
      <p:sp>
        <p:nvSpPr>
          <p:cNvPr id="20" name="Freeform 16"/>
          <p:cNvSpPr/>
          <p:nvPr userDrawn="1"/>
        </p:nvSpPr>
        <p:spPr bwMode="auto">
          <a:xfrm>
            <a:off x="8794134" y="411955"/>
            <a:ext cx="231133" cy="455934"/>
          </a:xfrm>
          <a:custGeom>
            <a:avLst/>
            <a:gdLst>
              <a:gd name="T0" fmla="*/ 0 w 33"/>
              <a:gd name="T1" fmla="*/ 65 h 65"/>
              <a:gd name="T2" fmla="*/ 5 w 33"/>
              <a:gd name="T3" fmla="*/ 54 h 65"/>
              <a:gd name="T4" fmla="*/ 15 w 33"/>
              <a:gd name="T5" fmla="*/ 33 h 65"/>
              <a:gd name="T6" fmla="*/ 25 w 33"/>
              <a:gd name="T7" fmla="*/ 14 h 65"/>
              <a:gd name="T8" fmla="*/ 33 w 33"/>
              <a:gd name="T9" fmla="*/ 0 h 65"/>
              <a:gd name="T10" fmla="*/ 26 w 33"/>
              <a:gd name="T11" fmla="*/ 16 h 65"/>
              <a:gd name="T12" fmla="*/ 15 w 33"/>
              <a:gd name="T13" fmla="*/ 37 h 65"/>
              <a:gd name="T14" fmla="*/ 5 w 33"/>
              <a:gd name="T15" fmla="*/ 57 h 65"/>
              <a:gd name="T16" fmla="*/ 0 w 33"/>
              <a:gd name="T17" fmla="*/ 65 h 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3" h="65">
                <a:moveTo>
                  <a:pt x="0" y="65"/>
                </a:moveTo>
                <a:cubicBezTo>
                  <a:pt x="1" y="61"/>
                  <a:pt x="3" y="58"/>
                  <a:pt x="5" y="54"/>
                </a:cubicBezTo>
                <a:cubicBezTo>
                  <a:pt x="8" y="47"/>
                  <a:pt x="12" y="40"/>
                  <a:pt x="15" y="33"/>
                </a:cubicBezTo>
                <a:cubicBezTo>
                  <a:pt x="18" y="27"/>
                  <a:pt x="22" y="21"/>
                  <a:pt x="25" y="14"/>
                </a:cubicBezTo>
                <a:cubicBezTo>
                  <a:pt x="27" y="9"/>
                  <a:pt x="30" y="4"/>
                  <a:pt x="33" y="0"/>
                </a:cubicBezTo>
                <a:cubicBezTo>
                  <a:pt x="31" y="6"/>
                  <a:pt x="29" y="11"/>
                  <a:pt x="26" y="16"/>
                </a:cubicBezTo>
                <a:cubicBezTo>
                  <a:pt x="22" y="23"/>
                  <a:pt x="19" y="30"/>
                  <a:pt x="15" y="37"/>
                </a:cubicBezTo>
                <a:cubicBezTo>
                  <a:pt x="12" y="44"/>
                  <a:pt x="8" y="50"/>
                  <a:pt x="5" y="57"/>
                </a:cubicBezTo>
                <a:cubicBezTo>
                  <a:pt x="4" y="60"/>
                  <a:pt x="3" y="63"/>
                  <a:pt x="0" y="65"/>
                </a:cubicBezTo>
                <a:close/>
              </a:path>
            </a:pathLst>
          </a:custGeom>
          <a:solidFill>
            <a:srgbClr val="B7C6AA">
              <a:alpha val="2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cs typeface="Open Sans" panose="020B0606030504020204" charset="0"/>
            </a:endParaRPr>
          </a:p>
        </p:txBody>
      </p:sp>
      <p:sp>
        <p:nvSpPr>
          <p:cNvPr id="21" name="Freeform 17"/>
          <p:cNvSpPr/>
          <p:nvPr userDrawn="1"/>
        </p:nvSpPr>
        <p:spPr bwMode="auto">
          <a:xfrm>
            <a:off x="8912867" y="483194"/>
            <a:ext cx="174141" cy="349866"/>
          </a:xfrm>
          <a:custGeom>
            <a:avLst/>
            <a:gdLst>
              <a:gd name="T0" fmla="*/ 0 w 25"/>
              <a:gd name="T1" fmla="*/ 50 h 50"/>
              <a:gd name="T2" fmla="*/ 2 w 25"/>
              <a:gd name="T3" fmla="*/ 44 h 50"/>
              <a:gd name="T4" fmla="*/ 9 w 25"/>
              <a:gd name="T5" fmla="*/ 29 h 50"/>
              <a:gd name="T6" fmla="*/ 17 w 25"/>
              <a:gd name="T7" fmla="*/ 13 h 50"/>
              <a:gd name="T8" fmla="*/ 25 w 25"/>
              <a:gd name="T9" fmla="*/ 0 h 50"/>
              <a:gd name="T10" fmla="*/ 10 w 25"/>
              <a:gd name="T11" fmla="*/ 31 h 50"/>
              <a:gd name="T12" fmla="*/ 5 w 25"/>
              <a:gd name="T13" fmla="*/ 42 h 50"/>
              <a:gd name="T14" fmla="*/ 0 w 25"/>
              <a:gd name="T15" fmla="*/ 50 h 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5" h="50">
                <a:moveTo>
                  <a:pt x="0" y="50"/>
                </a:moveTo>
                <a:cubicBezTo>
                  <a:pt x="0" y="48"/>
                  <a:pt x="1" y="46"/>
                  <a:pt x="2" y="44"/>
                </a:cubicBezTo>
                <a:cubicBezTo>
                  <a:pt x="4" y="39"/>
                  <a:pt x="7" y="34"/>
                  <a:pt x="9" y="29"/>
                </a:cubicBezTo>
                <a:cubicBezTo>
                  <a:pt x="12" y="23"/>
                  <a:pt x="15" y="18"/>
                  <a:pt x="17" y="13"/>
                </a:cubicBezTo>
                <a:cubicBezTo>
                  <a:pt x="19" y="8"/>
                  <a:pt x="22" y="4"/>
                  <a:pt x="25" y="0"/>
                </a:cubicBezTo>
                <a:cubicBezTo>
                  <a:pt x="21" y="11"/>
                  <a:pt x="15" y="21"/>
                  <a:pt x="10" y="31"/>
                </a:cubicBezTo>
                <a:cubicBezTo>
                  <a:pt x="8" y="35"/>
                  <a:pt x="7" y="38"/>
                  <a:pt x="5" y="42"/>
                </a:cubicBezTo>
                <a:cubicBezTo>
                  <a:pt x="3" y="45"/>
                  <a:pt x="2" y="48"/>
                  <a:pt x="0" y="50"/>
                </a:cubicBezTo>
                <a:close/>
              </a:path>
            </a:pathLst>
          </a:custGeom>
          <a:solidFill>
            <a:srgbClr val="B7C6AA">
              <a:alpha val="2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cs typeface="Open Sans" panose="020B0606030504020204" charset="0"/>
            </a:endParaRPr>
          </a:p>
        </p:txBody>
      </p:sp>
      <p:sp>
        <p:nvSpPr>
          <p:cNvPr id="22" name="Freeform 18"/>
          <p:cNvSpPr/>
          <p:nvPr userDrawn="1"/>
        </p:nvSpPr>
        <p:spPr bwMode="auto">
          <a:xfrm>
            <a:off x="8976191" y="567099"/>
            <a:ext cx="167809" cy="364114"/>
          </a:xfrm>
          <a:custGeom>
            <a:avLst/>
            <a:gdLst>
              <a:gd name="T0" fmla="*/ 0 w 24"/>
              <a:gd name="T1" fmla="*/ 52 h 52"/>
              <a:gd name="T2" fmla="*/ 3 w 24"/>
              <a:gd name="T3" fmla="*/ 44 h 52"/>
              <a:gd name="T4" fmla="*/ 9 w 24"/>
              <a:gd name="T5" fmla="*/ 31 h 52"/>
              <a:gd name="T6" fmla="*/ 16 w 24"/>
              <a:gd name="T7" fmla="*/ 15 h 52"/>
              <a:gd name="T8" fmla="*/ 24 w 24"/>
              <a:gd name="T9" fmla="*/ 0 h 52"/>
              <a:gd name="T10" fmla="*/ 20 w 24"/>
              <a:gd name="T11" fmla="*/ 12 h 52"/>
              <a:gd name="T12" fmla="*/ 10 w 24"/>
              <a:gd name="T13" fmla="*/ 33 h 52"/>
              <a:gd name="T14" fmla="*/ 5 w 24"/>
              <a:gd name="T15" fmla="*/ 44 h 52"/>
              <a:gd name="T16" fmla="*/ 0 w 24"/>
              <a:gd name="T17" fmla="*/ 52 h 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4" h="52">
                <a:moveTo>
                  <a:pt x="0" y="52"/>
                </a:moveTo>
                <a:cubicBezTo>
                  <a:pt x="0" y="49"/>
                  <a:pt x="2" y="46"/>
                  <a:pt x="3" y="44"/>
                </a:cubicBezTo>
                <a:cubicBezTo>
                  <a:pt x="5" y="39"/>
                  <a:pt x="7" y="35"/>
                  <a:pt x="9" y="31"/>
                </a:cubicBezTo>
                <a:cubicBezTo>
                  <a:pt x="12" y="25"/>
                  <a:pt x="14" y="20"/>
                  <a:pt x="16" y="15"/>
                </a:cubicBezTo>
                <a:cubicBezTo>
                  <a:pt x="19" y="10"/>
                  <a:pt x="21" y="5"/>
                  <a:pt x="24" y="0"/>
                </a:cubicBezTo>
                <a:cubicBezTo>
                  <a:pt x="23" y="4"/>
                  <a:pt x="21" y="8"/>
                  <a:pt x="20" y="12"/>
                </a:cubicBezTo>
                <a:cubicBezTo>
                  <a:pt x="17" y="19"/>
                  <a:pt x="13" y="26"/>
                  <a:pt x="10" y="33"/>
                </a:cubicBezTo>
                <a:cubicBezTo>
                  <a:pt x="8" y="37"/>
                  <a:pt x="7" y="40"/>
                  <a:pt x="5" y="44"/>
                </a:cubicBezTo>
                <a:cubicBezTo>
                  <a:pt x="4" y="47"/>
                  <a:pt x="3" y="50"/>
                  <a:pt x="0" y="52"/>
                </a:cubicBezTo>
                <a:close/>
              </a:path>
            </a:pathLst>
          </a:custGeom>
          <a:solidFill>
            <a:srgbClr val="B7C6AA">
              <a:alpha val="2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cs typeface="Open Sans" panose="020B0606030504020204" charset="0"/>
            </a:endParaRPr>
          </a:p>
        </p:txBody>
      </p:sp>
      <p:sp>
        <p:nvSpPr>
          <p:cNvPr id="23" name="Freeform 19"/>
          <p:cNvSpPr/>
          <p:nvPr userDrawn="1"/>
        </p:nvSpPr>
        <p:spPr bwMode="auto">
          <a:xfrm>
            <a:off x="8828963" y="538603"/>
            <a:ext cx="20580" cy="14248"/>
          </a:xfrm>
          <a:custGeom>
            <a:avLst/>
            <a:gdLst>
              <a:gd name="T0" fmla="*/ 0 w 3"/>
              <a:gd name="T1" fmla="*/ 1 h 2"/>
              <a:gd name="T2" fmla="*/ 2 w 3"/>
              <a:gd name="T3" fmla="*/ 0 h 2"/>
              <a:gd name="T4" fmla="*/ 2 w 3"/>
              <a:gd name="T5" fmla="*/ 1 h 2"/>
              <a:gd name="T6" fmla="*/ 1 w 3"/>
              <a:gd name="T7" fmla="*/ 2 h 2"/>
              <a:gd name="T8" fmla="*/ 0 w 3"/>
              <a:gd name="T9" fmla="*/ 1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" h="2">
                <a:moveTo>
                  <a:pt x="0" y="1"/>
                </a:moveTo>
                <a:cubicBezTo>
                  <a:pt x="0" y="0"/>
                  <a:pt x="1" y="0"/>
                  <a:pt x="2" y="0"/>
                </a:cubicBezTo>
                <a:cubicBezTo>
                  <a:pt x="2" y="0"/>
                  <a:pt x="3" y="0"/>
                  <a:pt x="2" y="1"/>
                </a:cubicBezTo>
                <a:cubicBezTo>
                  <a:pt x="2" y="1"/>
                  <a:pt x="2" y="2"/>
                  <a:pt x="1" y="2"/>
                </a:cubicBezTo>
                <a:cubicBezTo>
                  <a:pt x="1" y="2"/>
                  <a:pt x="0" y="1"/>
                  <a:pt x="0" y="1"/>
                </a:cubicBezTo>
                <a:close/>
              </a:path>
            </a:pathLst>
          </a:custGeom>
          <a:solidFill>
            <a:srgbClr val="B7C6AA">
              <a:alpha val="2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cs typeface="Open Sans" panose="020B0606030504020204" charset="0"/>
            </a:endParaRPr>
          </a:p>
        </p:txBody>
      </p:sp>
      <p:sp>
        <p:nvSpPr>
          <p:cNvPr id="24" name="Freeform 20"/>
          <p:cNvSpPr/>
          <p:nvPr userDrawn="1"/>
        </p:nvSpPr>
        <p:spPr bwMode="auto">
          <a:xfrm>
            <a:off x="307122" y="125413"/>
            <a:ext cx="139313" cy="392609"/>
          </a:xfrm>
          <a:custGeom>
            <a:avLst/>
            <a:gdLst>
              <a:gd name="T0" fmla="*/ 13 w 20"/>
              <a:gd name="T1" fmla="*/ 56 h 56"/>
              <a:gd name="T2" fmla="*/ 15 w 20"/>
              <a:gd name="T3" fmla="*/ 43 h 56"/>
              <a:gd name="T4" fmla="*/ 18 w 20"/>
              <a:gd name="T5" fmla="*/ 20 h 56"/>
              <a:gd name="T6" fmla="*/ 16 w 20"/>
              <a:gd name="T7" fmla="*/ 7 h 56"/>
              <a:gd name="T8" fmla="*/ 9 w 20"/>
              <a:gd name="T9" fmla="*/ 10 h 56"/>
              <a:gd name="T10" fmla="*/ 6 w 20"/>
              <a:gd name="T11" fmla="*/ 18 h 56"/>
              <a:gd name="T12" fmla="*/ 3 w 20"/>
              <a:gd name="T13" fmla="*/ 32 h 56"/>
              <a:gd name="T14" fmla="*/ 4 w 20"/>
              <a:gd name="T15" fmla="*/ 33 h 56"/>
              <a:gd name="T16" fmla="*/ 4 w 20"/>
              <a:gd name="T17" fmla="*/ 33 h 56"/>
              <a:gd name="T18" fmla="*/ 4 w 20"/>
              <a:gd name="T19" fmla="*/ 33 h 56"/>
              <a:gd name="T20" fmla="*/ 3 w 20"/>
              <a:gd name="T21" fmla="*/ 33 h 56"/>
              <a:gd name="T22" fmla="*/ 6 w 20"/>
              <a:gd name="T23" fmla="*/ 13 h 56"/>
              <a:gd name="T24" fmla="*/ 18 w 20"/>
              <a:gd name="T25" fmla="*/ 6 h 56"/>
              <a:gd name="T26" fmla="*/ 20 w 20"/>
              <a:gd name="T27" fmla="*/ 16 h 56"/>
              <a:gd name="T28" fmla="*/ 19 w 20"/>
              <a:gd name="T29" fmla="*/ 34 h 56"/>
              <a:gd name="T30" fmla="*/ 16 w 20"/>
              <a:gd name="T31" fmla="*/ 47 h 56"/>
              <a:gd name="T32" fmla="*/ 13 w 20"/>
              <a:gd name="T33" fmla="*/ 56 h 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20" h="56">
                <a:moveTo>
                  <a:pt x="13" y="56"/>
                </a:moveTo>
                <a:cubicBezTo>
                  <a:pt x="12" y="51"/>
                  <a:pt x="14" y="47"/>
                  <a:pt x="15" y="43"/>
                </a:cubicBezTo>
                <a:cubicBezTo>
                  <a:pt x="17" y="35"/>
                  <a:pt x="18" y="27"/>
                  <a:pt x="18" y="20"/>
                </a:cubicBezTo>
                <a:cubicBezTo>
                  <a:pt x="18" y="15"/>
                  <a:pt x="19" y="11"/>
                  <a:pt x="16" y="7"/>
                </a:cubicBezTo>
                <a:cubicBezTo>
                  <a:pt x="14" y="4"/>
                  <a:pt x="11" y="7"/>
                  <a:pt x="9" y="10"/>
                </a:cubicBezTo>
                <a:cubicBezTo>
                  <a:pt x="8" y="12"/>
                  <a:pt x="7" y="15"/>
                  <a:pt x="6" y="18"/>
                </a:cubicBezTo>
                <a:cubicBezTo>
                  <a:pt x="5" y="22"/>
                  <a:pt x="3" y="27"/>
                  <a:pt x="3" y="32"/>
                </a:cubicBezTo>
                <a:cubicBezTo>
                  <a:pt x="3" y="32"/>
                  <a:pt x="3" y="33"/>
                  <a:pt x="4" y="33"/>
                </a:cubicBezTo>
                <a:cubicBezTo>
                  <a:pt x="4" y="33"/>
                  <a:pt x="4" y="33"/>
                  <a:pt x="4" y="33"/>
                </a:cubicBezTo>
                <a:cubicBezTo>
                  <a:pt x="4" y="33"/>
                  <a:pt x="4" y="33"/>
                  <a:pt x="4" y="33"/>
                </a:cubicBezTo>
                <a:cubicBezTo>
                  <a:pt x="3" y="33"/>
                  <a:pt x="3" y="33"/>
                  <a:pt x="3" y="33"/>
                </a:cubicBezTo>
                <a:cubicBezTo>
                  <a:pt x="0" y="27"/>
                  <a:pt x="4" y="18"/>
                  <a:pt x="6" y="13"/>
                </a:cubicBezTo>
                <a:cubicBezTo>
                  <a:pt x="7" y="8"/>
                  <a:pt x="13" y="0"/>
                  <a:pt x="18" y="6"/>
                </a:cubicBezTo>
                <a:cubicBezTo>
                  <a:pt x="20" y="9"/>
                  <a:pt x="20" y="13"/>
                  <a:pt x="20" y="16"/>
                </a:cubicBezTo>
                <a:cubicBezTo>
                  <a:pt x="20" y="22"/>
                  <a:pt x="20" y="28"/>
                  <a:pt x="19" y="34"/>
                </a:cubicBezTo>
                <a:cubicBezTo>
                  <a:pt x="18" y="38"/>
                  <a:pt x="17" y="42"/>
                  <a:pt x="16" y="47"/>
                </a:cubicBezTo>
                <a:cubicBezTo>
                  <a:pt x="15" y="50"/>
                  <a:pt x="15" y="53"/>
                  <a:pt x="13" y="56"/>
                </a:cubicBezTo>
                <a:close/>
              </a:path>
            </a:pathLst>
          </a:custGeom>
          <a:solidFill>
            <a:srgbClr val="B7C6AA">
              <a:alpha val="2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cs typeface="Open Sans" panose="020B0606030504020204" charset="0"/>
            </a:endParaRPr>
          </a:p>
        </p:txBody>
      </p:sp>
      <p:sp>
        <p:nvSpPr>
          <p:cNvPr id="25" name="Freeform 21"/>
          <p:cNvSpPr/>
          <p:nvPr userDrawn="1"/>
        </p:nvSpPr>
        <p:spPr bwMode="auto">
          <a:xfrm>
            <a:off x="180474" y="229898"/>
            <a:ext cx="237465" cy="315037"/>
          </a:xfrm>
          <a:custGeom>
            <a:avLst/>
            <a:gdLst>
              <a:gd name="T0" fmla="*/ 31 w 34"/>
              <a:gd name="T1" fmla="*/ 44 h 45"/>
              <a:gd name="T2" fmla="*/ 11 w 34"/>
              <a:gd name="T3" fmla="*/ 27 h 45"/>
              <a:gd name="T4" fmla="*/ 1 w 34"/>
              <a:gd name="T5" fmla="*/ 5 h 45"/>
              <a:gd name="T6" fmla="*/ 7 w 34"/>
              <a:gd name="T7" fmla="*/ 2 h 45"/>
              <a:gd name="T8" fmla="*/ 16 w 34"/>
              <a:gd name="T9" fmla="*/ 8 h 45"/>
              <a:gd name="T10" fmla="*/ 21 w 34"/>
              <a:gd name="T11" fmla="*/ 19 h 45"/>
              <a:gd name="T12" fmla="*/ 12 w 34"/>
              <a:gd name="T13" fmla="*/ 7 h 45"/>
              <a:gd name="T14" fmla="*/ 3 w 34"/>
              <a:gd name="T15" fmla="*/ 7 h 45"/>
              <a:gd name="T16" fmla="*/ 17 w 34"/>
              <a:gd name="T17" fmla="*/ 31 h 45"/>
              <a:gd name="T18" fmla="*/ 27 w 34"/>
              <a:gd name="T19" fmla="*/ 39 h 45"/>
              <a:gd name="T20" fmla="*/ 34 w 34"/>
              <a:gd name="T21" fmla="*/ 45 h 45"/>
              <a:gd name="T22" fmla="*/ 31 w 34"/>
              <a:gd name="T23" fmla="*/ 44 h 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34" h="45">
                <a:moveTo>
                  <a:pt x="31" y="44"/>
                </a:moveTo>
                <a:cubicBezTo>
                  <a:pt x="23" y="39"/>
                  <a:pt x="16" y="34"/>
                  <a:pt x="11" y="27"/>
                </a:cubicBezTo>
                <a:cubicBezTo>
                  <a:pt x="7" y="21"/>
                  <a:pt x="0" y="13"/>
                  <a:pt x="1" y="5"/>
                </a:cubicBezTo>
                <a:cubicBezTo>
                  <a:pt x="2" y="2"/>
                  <a:pt x="4" y="1"/>
                  <a:pt x="7" y="2"/>
                </a:cubicBezTo>
                <a:cubicBezTo>
                  <a:pt x="11" y="3"/>
                  <a:pt x="13" y="5"/>
                  <a:pt x="16" y="8"/>
                </a:cubicBezTo>
                <a:cubicBezTo>
                  <a:pt x="19" y="11"/>
                  <a:pt x="20" y="15"/>
                  <a:pt x="21" y="19"/>
                </a:cubicBezTo>
                <a:cubicBezTo>
                  <a:pt x="18" y="15"/>
                  <a:pt x="16" y="10"/>
                  <a:pt x="12" y="7"/>
                </a:cubicBezTo>
                <a:cubicBezTo>
                  <a:pt x="9" y="4"/>
                  <a:pt x="3" y="0"/>
                  <a:pt x="3" y="7"/>
                </a:cubicBezTo>
                <a:cubicBezTo>
                  <a:pt x="3" y="14"/>
                  <a:pt x="12" y="26"/>
                  <a:pt x="17" y="31"/>
                </a:cubicBezTo>
                <a:cubicBezTo>
                  <a:pt x="20" y="34"/>
                  <a:pt x="24" y="37"/>
                  <a:pt x="27" y="39"/>
                </a:cubicBezTo>
                <a:cubicBezTo>
                  <a:pt x="30" y="41"/>
                  <a:pt x="32" y="42"/>
                  <a:pt x="34" y="45"/>
                </a:cubicBezTo>
                <a:cubicBezTo>
                  <a:pt x="33" y="45"/>
                  <a:pt x="32" y="44"/>
                  <a:pt x="31" y="44"/>
                </a:cubicBezTo>
                <a:close/>
              </a:path>
            </a:pathLst>
          </a:custGeom>
          <a:solidFill>
            <a:srgbClr val="B7C6AA">
              <a:alpha val="2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cs typeface="Open Sans" panose="020B0606030504020204" charset="0"/>
            </a:endParaRPr>
          </a:p>
        </p:txBody>
      </p:sp>
      <p:sp>
        <p:nvSpPr>
          <p:cNvPr id="26" name="Freeform 22"/>
          <p:cNvSpPr/>
          <p:nvPr userDrawn="1"/>
        </p:nvSpPr>
        <p:spPr bwMode="auto">
          <a:xfrm>
            <a:off x="110817" y="440450"/>
            <a:ext cx="132981" cy="118733"/>
          </a:xfrm>
          <a:custGeom>
            <a:avLst/>
            <a:gdLst>
              <a:gd name="T0" fmla="*/ 0 w 19"/>
              <a:gd name="T1" fmla="*/ 17 h 17"/>
              <a:gd name="T2" fmla="*/ 8 w 19"/>
              <a:gd name="T3" fmla="*/ 7 h 17"/>
              <a:gd name="T4" fmla="*/ 19 w 19"/>
              <a:gd name="T5" fmla="*/ 0 h 17"/>
              <a:gd name="T6" fmla="*/ 11 w 19"/>
              <a:gd name="T7" fmla="*/ 7 h 17"/>
              <a:gd name="T8" fmla="*/ 4 w 19"/>
              <a:gd name="T9" fmla="*/ 13 h 17"/>
              <a:gd name="T10" fmla="*/ 0 w 19"/>
              <a:gd name="T11" fmla="*/ 17 h 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9" h="17">
                <a:moveTo>
                  <a:pt x="0" y="17"/>
                </a:moveTo>
                <a:cubicBezTo>
                  <a:pt x="1" y="13"/>
                  <a:pt x="5" y="10"/>
                  <a:pt x="8" y="7"/>
                </a:cubicBezTo>
                <a:cubicBezTo>
                  <a:pt x="11" y="4"/>
                  <a:pt x="14" y="1"/>
                  <a:pt x="19" y="0"/>
                </a:cubicBezTo>
                <a:cubicBezTo>
                  <a:pt x="17" y="3"/>
                  <a:pt x="14" y="4"/>
                  <a:pt x="11" y="7"/>
                </a:cubicBezTo>
                <a:cubicBezTo>
                  <a:pt x="8" y="9"/>
                  <a:pt x="6" y="11"/>
                  <a:pt x="4" y="13"/>
                </a:cubicBezTo>
                <a:cubicBezTo>
                  <a:pt x="3" y="14"/>
                  <a:pt x="1" y="15"/>
                  <a:pt x="0" y="17"/>
                </a:cubicBezTo>
                <a:close/>
              </a:path>
            </a:pathLst>
          </a:custGeom>
          <a:solidFill>
            <a:srgbClr val="B7C6AA">
              <a:alpha val="2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cs typeface="Open Sans" panose="020B0606030504020204" charset="0"/>
            </a:endParaRPr>
          </a:p>
        </p:txBody>
      </p:sp>
      <p:sp>
        <p:nvSpPr>
          <p:cNvPr id="27" name="Freeform 23"/>
          <p:cNvSpPr>
            <a:spLocks noEditPoints="1"/>
          </p:cNvSpPr>
          <p:nvPr userDrawn="1"/>
        </p:nvSpPr>
        <p:spPr bwMode="auto">
          <a:xfrm>
            <a:off x="368863" y="188737"/>
            <a:ext cx="307122" cy="174141"/>
          </a:xfrm>
          <a:custGeom>
            <a:avLst/>
            <a:gdLst>
              <a:gd name="T0" fmla="*/ 0 w 44"/>
              <a:gd name="T1" fmla="*/ 25 h 25"/>
              <a:gd name="T2" fmla="*/ 26 w 44"/>
              <a:gd name="T3" fmla="*/ 7 h 25"/>
              <a:gd name="T4" fmla="*/ 19 w 44"/>
              <a:gd name="T5" fmla="*/ 8 h 25"/>
              <a:gd name="T6" fmla="*/ 22 w 44"/>
              <a:gd name="T7" fmla="*/ 6 h 25"/>
              <a:gd name="T8" fmla="*/ 37 w 44"/>
              <a:gd name="T9" fmla="*/ 2 h 25"/>
              <a:gd name="T10" fmla="*/ 43 w 44"/>
              <a:gd name="T11" fmla="*/ 1 h 25"/>
              <a:gd name="T12" fmla="*/ 43 w 44"/>
              <a:gd name="T13" fmla="*/ 2 h 25"/>
              <a:gd name="T14" fmla="*/ 29 w 44"/>
              <a:gd name="T15" fmla="*/ 17 h 25"/>
              <a:gd name="T16" fmla="*/ 27 w 44"/>
              <a:gd name="T17" fmla="*/ 16 h 25"/>
              <a:gd name="T18" fmla="*/ 35 w 44"/>
              <a:gd name="T19" fmla="*/ 5 h 25"/>
              <a:gd name="T20" fmla="*/ 12 w 44"/>
              <a:gd name="T21" fmla="*/ 18 h 25"/>
              <a:gd name="T22" fmla="*/ 0 w 44"/>
              <a:gd name="T23" fmla="*/ 25 h 25"/>
              <a:gd name="T24" fmla="*/ 37 w 44"/>
              <a:gd name="T25" fmla="*/ 4 h 25"/>
              <a:gd name="T26" fmla="*/ 36 w 44"/>
              <a:gd name="T27" fmla="*/ 6 h 25"/>
              <a:gd name="T28" fmla="*/ 35 w 44"/>
              <a:gd name="T29" fmla="*/ 8 h 25"/>
              <a:gd name="T30" fmla="*/ 39 w 44"/>
              <a:gd name="T31" fmla="*/ 3 h 25"/>
              <a:gd name="T32" fmla="*/ 38 w 44"/>
              <a:gd name="T33" fmla="*/ 4 h 25"/>
              <a:gd name="T34" fmla="*/ 37 w 44"/>
              <a:gd name="T35" fmla="*/ 4 h 25"/>
              <a:gd name="T36" fmla="*/ 37 w 44"/>
              <a:gd name="T37" fmla="*/ 4 h 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44" h="25">
                <a:moveTo>
                  <a:pt x="0" y="25"/>
                </a:moveTo>
                <a:cubicBezTo>
                  <a:pt x="8" y="18"/>
                  <a:pt x="17" y="13"/>
                  <a:pt x="26" y="7"/>
                </a:cubicBezTo>
                <a:cubicBezTo>
                  <a:pt x="24" y="8"/>
                  <a:pt x="21" y="9"/>
                  <a:pt x="19" y="8"/>
                </a:cubicBezTo>
                <a:cubicBezTo>
                  <a:pt x="20" y="7"/>
                  <a:pt x="21" y="7"/>
                  <a:pt x="22" y="6"/>
                </a:cubicBezTo>
                <a:cubicBezTo>
                  <a:pt x="27" y="5"/>
                  <a:pt x="32" y="3"/>
                  <a:pt x="37" y="2"/>
                </a:cubicBezTo>
                <a:cubicBezTo>
                  <a:pt x="39" y="1"/>
                  <a:pt x="41" y="0"/>
                  <a:pt x="43" y="1"/>
                </a:cubicBezTo>
                <a:cubicBezTo>
                  <a:pt x="43" y="1"/>
                  <a:pt x="44" y="2"/>
                  <a:pt x="43" y="2"/>
                </a:cubicBezTo>
                <a:cubicBezTo>
                  <a:pt x="38" y="7"/>
                  <a:pt x="33" y="12"/>
                  <a:pt x="29" y="17"/>
                </a:cubicBezTo>
                <a:cubicBezTo>
                  <a:pt x="28" y="18"/>
                  <a:pt x="27" y="17"/>
                  <a:pt x="27" y="16"/>
                </a:cubicBezTo>
                <a:cubicBezTo>
                  <a:pt x="30" y="13"/>
                  <a:pt x="32" y="9"/>
                  <a:pt x="35" y="5"/>
                </a:cubicBezTo>
                <a:cubicBezTo>
                  <a:pt x="26" y="8"/>
                  <a:pt x="19" y="14"/>
                  <a:pt x="12" y="18"/>
                </a:cubicBezTo>
                <a:cubicBezTo>
                  <a:pt x="8" y="21"/>
                  <a:pt x="4" y="24"/>
                  <a:pt x="0" y="25"/>
                </a:cubicBezTo>
                <a:close/>
                <a:moveTo>
                  <a:pt x="37" y="4"/>
                </a:moveTo>
                <a:cubicBezTo>
                  <a:pt x="37" y="5"/>
                  <a:pt x="37" y="5"/>
                  <a:pt x="36" y="6"/>
                </a:cubicBezTo>
                <a:cubicBezTo>
                  <a:pt x="36" y="6"/>
                  <a:pt x="36" y="7"/>
                  <a:pt x="35" y="8"/>
                </a:cubicBezTo>
                <a:cubicBezTo>
                  <a:pt x="37" y="6"/>
                  <a:pt x="38" y="5"/>
                  <a:pt x="39" y="3"/>
                </a:cubicBezTo>
                <a:cubicBezTo>
                  <a:pt x="39" y="3"/>
                  <a:pt x="38" y="4"/>
                  <a:pt x="38" y="4"/>
                </a:cubicBezTo>
                <a:cubicBezTo>
                  <a:pt x="38" y="4"/>
                  <a:pt x="37" y="4"/>
                  <a:pt x="37" y="4"/>
                </a:cubicBezTo>
                <a:cubicBezTo>
                  <a:pt x="37" y="4"/>
                  <a:pt x="37" y="4"/>
                  <a:pt x="37" y="4"/>
                </a:cubicBezTo>
                <a:close/>
              </a:path>
            </a:pathLst>
          </a:custGeom>
          <a:solidFill>
            <a:srgbClr val="B7C6AA">
              <a:alpha val="2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cs typeface="Open Sans" panose="020B0606030504020204" charset="0"/>
            </a:endParaRPr>
          </a:p>
        </p:txBody>
      </p:sp>
      <p:sp>
        <p:nvSpPr>
          <p:cNvPr id="28" name="Freeform 24"/>
          <p:cNvSpPr/>
          <p:nvPr userDrawn="1"/>
        </p:nvSpPr>
        <p:spPr bwMode="auto">
          <a:xfrm>
            <a:off x="75989" y="518022"/>
            <a:ext cx="77572" cy="208970"/>
          </a:xfrm>
          <a:custGeom>
            <a:avLst/>
            <a:gdLst>
              <a:gd name="T0" fmla="*/ 1 w 11"/>
              <a:gd name="T1" fmla="*/ 30 h 30"/>
              <a:gd name="T2" fmla="*/ 3 w 11"/>
              <a:gd name="T3" fmla="*/ 18 h 30"/>
              <a:gd name="T4" fmla="*/ 11 w 11"/>
              <a:gd name="T5" fmla="*/ 0 h 30"/>
              <a:gd name="T6" fmla="*/ 4 w 11"/>
              <a:gd name="T7" fmla="*/ 22 h 30"/>
              <a:gd name="T8" fmla="*/ 1 w 11"/>
              <a:gd name="T9" fmla="*/ 30 h 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" h="30">
                <a:moveTo>
                  <a:pt x="1" y="30"/>
                </a:moveTo>
                <a:cubicBezTo>
                  <a:pt x="0" y="26"/>
                  <a:pt x="2" y="22"/>
                  <a:pt x="3" y="18"/>
                </a:cubicBezTo>
                <a:cubicBezTo>
                  <a:pt x="5" y="12"/>
                  <a:pt x="7" y="5"/>
                  <a:pt x="11" y="0"/>
                </a:cubicBezTo>
                <a:cubicBezTo>
                  <a:pt x="9" y="7"/>
                  <a:pt x="6" y="14"/>
                  <a:pt x="4" y="22"/>
                </a:cubicBezTo>
                <a:cubicBezTo>
                  <a:pt x="3" y="24"/>
                  <a:pt x="3" y="28"/>
                  <a:pt x="1" y="30"/>
                </a:cubicBezTo>
                <a:close/>
              </a:path>
            </a:pathLst>
          </a:custGeom>
          <a:solidFill>
            <a:srgbClr val="B7C6AA">
              <a:alpha val="2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cs typeface="Open Sans" panose="020B0606030504020204" charset="0"/>
            </a:endParaRPr>
          </a:p>
        </p:txBody>
      </p:sp>
      <p:sp>
        <p:nvSpPr>
          <p:cNvPr id="29" name="Freeform 25"/>
          <p:cNvSpPr/>
          <p:nvPr userDrawn="1"/>
        </p:nvSpPr>
        <p:spPr bwMode="auto">
          <a:xfrm>
            <a:off x="26913" y="532270"/>
            <a:ext cx="112400" cy="174141"/>
          </a:xfrm>
          <a:custGeom>
            <a:avLst/>
            <a:gdLst>
              <a:gd name="T0" fmla="*/ 0 w 16"/>
              <a:gd name="T1" fmla="*/ 25 h 25"/>
              <a:gd name="T2" fmla="*/ 5 w 16"/>
              <a:gd name="T3" fmla="*/ 15 h 25"/>
              <a:gd name="T4" fmla="*/ 16 w 16"/>
              <a:gd name="T5" fmla="*/ 0 h 25"/>
              <a:gd name="T6" fmla="*/ 6 w 16"/>
              <a:gd name="T7" fmla="*/ 15 h 25"/>
              <a:gd name="T8" fmla="*/ 0 w 16"/>
              <a:gd name="T9" fmla="*/ 25 h 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" h="25">
                <a:moveTo>
                  <a:pt x="0" y="25"/>
                </a:moveTo>
                <a:cubicBezTo>
                  <a:pt x="0" y="21"/>
                  <a:pt x="3" y="18"/>
                  <a:pt x="5" y="15"/>
                </a:cubicBezTo>
                <a:cubicBezTo>
                  <a:pt x="8" y="9"/>
                  <a:pt x="11" y="4"/>
                  <a:pt x="16" y="0"/>
                </a:cubicBezTo>
                <a:cubicBezTo>
                  <a:pt x="13" y="5"/>
                  <a:pt x="9" y="10"/>
                  <a:pt x="6" y="15"/>
                </a:cubicBezTo>
                <a:cubicBezTo>
                  <a:pt x="4" y="19"/>
                  <a:pt x="3" y="22"/>
                  <a:pt x="0" y="25"/>
                </a:cubicBezTo>
                <a:close/>
              </a:path>
            </a:pathLst>
          </a:custGeom>
          <a:solidFill>
            <a:srgbClr val="B7C6AA">
              <a:alpha val="2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cs typeface="Open Sans" panose="020B0606030504020204" charset="0"/>
            </a:endParaRPr>
          </a:p>
        </p:txBody>
      </p:sp>
      <p:sp>
        <p:nvSpPr>
          <p:cNvPr id="30" name="Freeform 26"/>
          <p:cNvSpPr/>
          <p:nvPr userDrawn="1"/>
        </p:nvSpPr>
        <p:spPr bwMode="auto">
          <a:xfrm>
            <a:off x="0" y="538603"/>
            <a:ext cx="90237" cy="42744"/>
          </a:xfrm>
          <a:custGeom>
            <a:avLst/>
            <a:gdLst>
              <a:gd name="T0" fmla="*/ 0 w 13"/>
              <a:gd name="T1" fmla="*/ 6 h 6"/>
              <a:gd name="T2" fmla="*/ 9 w 13"/>
              <a:gd name="T3" fmla="*/ 1 h 6"/>
              <a:gd name="T4" fmla="*/ 13 w 13"/>
              <a:gd name="T5" fmla="*/ 0 h 6"/>
              <a:gd name="T6" fmla="*/ 9 w 13"/>
              <a:gd name="T7" fmla="*/ 3 h 6"/>
              <a:gd name="T8" fmla="*/ 1 w 13"/>
              <a:gd name="T9" fmla="*/ 6 h 6"/>
              <a:gd name="T10" fmla="*/ 0 w 13"/>
              <a:gd name="T11" fmla="*/ 6 h 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3" h="6">
                <a:moveTo>
                  <a:pt x="0" y="6"/>
                </a:moveTo>
                <a:cubicBezTo>
                  <a:pt x="3" y="3"/>
                  <a:pt x="6" y="2"/>
                  <a:pt x="9" y="1"/>
                </a:cubicBezTo>
                <a:cubicBezTo>
                  <a:pt x="10" y="1"/>
                  <a:pt x="12" y="0"/>
                  <a:pt x="13" y="0"/>
                </a:cubicBezTo>
                <a:cubicBezTo>
                  <a:pt x="11" y="2"/>
                  <a:pt x="10" y="2"/>
                  <a:pt x="9" y="3"/>
                </a:cubicBezTo>
                <a:cubicBezTo>
                  <a:pt x="6" y="4"/>
                  <a:pt x="3" y="5"/>
                  <a:pt x="1" y="6"/>
                </a:cubicBezTo>
                <a:cubicBezTo>
                  <a:pt x="0" y="6"/>
                  <a:pt x="0" y="6"/>
                  <a:pt x="0" y="6"/>
                </a:cubicBezTo>
                <a:close/>
              </a:path>
            </a:pathLst>
          </a:custGeom>
          <a:solidFill>
            <a:srgbClr val="B7C6AA">
              <a:alpha val="2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cs typeface="Open Sans" panose="020B0606030504020204" charset="0"/>
            </a:endParaRPr>
          </a:p>
        </p:txBody>
      </p:sp>
      <p:sp>
        <p:nvSpPr>
          <p:cNvPr id="31" name="Freeform 27"/>
          <p:cNvSpPr/>
          <p:nvPr userDrawn="1"/>
        </p:nvSpPr>
        <p:spPr bwMode="auto">
          <a:xfrm>
            <a:off x="55409" y="454698"/>
            <a:ext cx="139313" cy="55409"/>
          </a:xfrm>
          <a:custGeom>
            <a:avLst/>
            <a:gdLst>
              <a:gd name="T0" fmla="*/ 0 w 20"/>
              <a:gd name="T1" fmla="*/ 8 h 8"/>
              <a:gd name="T2" fmla="*/ 12 w 20"/>
              <a:gd name="T3" fmla="*/ 2 h 8"/>
              <a:gd name="T4" fmla="*/ 20 w 20"/>
              <a:gd name="T5" fmla="*/ 1 h 8"/>
              <a:gd name="T6" fmla="*/ 13 w 20"/>
              <a:gd name="T7" fmla="*/ 4 h 8"/>
              <a:gd name="T8" fmla="*/ 0 w 20"/>
              <a:gd name="T9" fmla="*/ 8 h 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" h="8">
                <a:moveTo>
                  <a:pt x="0" y="8"/>
                </a:moveTo>
                <a:cubicBezTo>
                  <a:pt x="3" y="5"/>
                  <a:pt x="8" y="3"/>
                  <a:pt x="12" y="2"/>
                </a:cubicBezTo>
                <a:cubicBezTo>
                  <a:pt x="14" y="1"/>
                  <a:pt x="17" y="0"/>
                  <a:pt x="20" y="1"/>
                </a:cubicBezTo>
                <a:cubicBezTo>
                  <a:pt x="18" y="3"/>
                  <a:pt x="15" y="3"/>
                  <a:pt x="13" y="4"/>
                </a:cubicBezTo>
                <a:cubicBezTo>
                  <a:pt x="9" y="5"/>
                  <a:pt x="4" y="6"/>
                  <a:pt x="0" y="8"/>
                </a:cubicBezTo>
                <a:close/>
              </a:path>
            </a:pathLst>
          </a:custGeom>
          <a:solidFill>
            <a:srgbClr val="B7C6AA">
              <a:alpha val="2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cs typeface="Open Sans" panose="020B0606030504020204" charset="0"/>
            </a:endParaRPr>
          </a:p>
        </p:txBody>
      </p:sp>
      <p:sp>
        <p:nvSpPr>
          <p:cNvPr id="32" name="Freeform 28"/>
          <p:cNvSpPr/>
          <p:nvPr userDrawn="1"/>
        </p:nvSpPr>
        <p:spPr bwMode="auto">
          <a:xfrm>
            <a:off x="6226342" y="4603663"/>
            <a:ext cx="153561" cy="335618"/>
          </a:xfrm>
          <a:custGeom>
            <a:avLst/>
            <a:gdLst>
              <a:gd name="T0" fmla="*/ 7 w 22"/>
              <a:gd name="T1" fmla="*/ 47 h 48"/>
              <a:gd name="T2" fmla="*/ 3 w 22"/>
              <a:gd name="T3" fmla="*/ 45 h 48"/>
              <a:gd name="T4" fmla="*/ 6 w 22"/>
              <a:gd name="T5" fmla="*/ 44 h 48"/>
              <a:gd name="T6" fmla="*/ 11 w 22"/>
              <a:gd name="T7" fmla="*/ 44 h 48"/>
              <a:gd name="T8" fmla="*/ 18 w 22"/>
              <a:gd name="T9" fmla="*/ 37 h 48"/>
              <a:gd name="T10" fmla="*/ 17 w 22"/>
              <a:gd name="T11" fmla="*/ 24 h 48"/>
              <a:gd name="T12" fmla="*/ 6 w 22"/>
              <a:gd name="T13" fmla="*/ 21 h 48"/>
              <a:gd name="T14" fmla="*/ 1 w 22"/>
              <a:gd name="T15" fmla="*/ 13 h 48"/>
              <a:gd name="T16" fmla="*/ 2 w 22"/>
              <a:gd name="T17" fmla="*/ 0 h 48"/>
              <a:gd name="T18" fmla="*/ 4 w 22"/>
              <a:gd name="T19" fmla="*/ 21 h 48"/>
              <a:gd name="T20" fmla="*/ 20 w 22"/>
              <a:gd name="T21" fmla="*/ 26 h 48"/>
              <a:gd name="T22" fmla="*/ 7 w 22"/>
              <a:gd name="T23" fmla="*/ 47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22" h="48">
                <a:moveTo>
                  <a:pt x="7" y="47"/>
                </a:moveTo>
                <a:cubicBezTo>
                  <a:pt x="6" y="47"/>
                  <a:pt x="4" y="46"/>
                  <a:pt x="3" y="45"/>
                </a:cubicBezTo>
                <a:cubicBezTo>
                  <a:pt x="4" y="44"/>
                  <a:pt x="5" y="44"/>
                  <a:pt x="6" y="44"/>
                </a:cubicBezTo>
                <a:cubicBezTo>
                  <a:pt x="7" y="44"/>
                  <a:pt x="9" y="44"/>
                  <a:pt x="11" y="44"/>
                </a:cubicBezTo>
                <a:cubicBezTo>
                  <a:pt x="14" y="43"/>
                  <a:pt x="17" y="40"/>
                  <a:pt x="18" y="37"/>
                </a:cubicBezTo>
                <a:cubicBezTo>
                  <a:pt x="19" y="33"/>
                  <a:pt x="19" y="28"/>
                  <a:pt x="17" y="24"/>
                </a:cubicBezTo>
                <a:cubicBezTo>
                  <a:pt x="15" y="21"/>
                  <a:pt x="10" y="18"/>
                  <a:pt x="6" y="21"/>
                </a:cubicBezTo>
                <a:cubicBezTo>
                  <a:pt x="0" y="27"/>
                  <a:pt x="2" y="17"/>
                  <a:pt x="1" y="13"/>
                </a:cubicBezTo>
                <a:cubicBezTo>
                  <a:pt x="1" y="9"/>
                  <a:pt x="1" y="5"/>
                  <a:pt x="2" y="0"/>
                </a:cubicBezTo>
                <a:cubicBezTo>
                  <a:pt x="3" y="7"/>
                  <a:pt x="3" y="14"/>
                  <a:pt x="4" y="21"/>
                </a:cubicBezTo>
                <a:cubicBezTo>
                  <a:pt x="10" y="15"/>
                  <a:pt x="17" y="19"/>
                  <a:pt x="20" y="26"/>
                </a:cubicBezTo>
                <a:cubicBezTo>
                  <a:pt x="22" y="35"/>
                  <a:pt x="18" y="48"/>
                  <a:pt x="7" y="47"/>
                </a:cubicBezTo>
                <a:close/>
              </a:path>
            </a:pathLst>
          </a:custGeom>
          <a:solidFill>
            <a:srgbClr val="B7C6AA">
              <a:alpha val="2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cs typeface="Open Sans" panose="020B0606030504020204" charset="0"/>
            </a:endParaRPr>
          </a:p>
        </p:txBody>
      </p:sp>
      <p:sp>
        <p:nvSpPr>
          <p:cNvPr id="33" name="Freeform 29"/>
          <p:cNvSpPr/>
          <p:nvPr userDrawn="1"/>
        </p:nvSpPr>
        <p:spPr bwMode="auto">
          <a:xfrm>
            <a:off x="6239007" y="4534006"/>
            <a:ext cx="140896" cy="90237"/>
          </a:xfrm>
          <a:custGeom>
            <a:avLst/>
            <a:gdLst>
              <a:gd name="T0" fmla="*/ 0 w 20"/>
              <a:gd name="T1" fmla="*/ 13 h 13"/>
              <a:gd name="T2" fmla="*/ 9 w 20"/>
              <a:gd name="T3" fmla="*/ 5 h 13"/>
              <a:gd name="T4" fmla="*/ 20 w 20"/>
              <a:gd name="T5" fmla="*/ 0 h 13"/>
              <a:gd name="T6" fmla="*/ 14 w 20"/>
              <a:gd name="T7" fmla="*/ 5 h 13"/>
              <a:gd name="T8" fmla="*/ 5 w 20"/>
              <a:gd name="T9" fmla="*/ 10 h 13"/>
              <a:gd name="T10" fmla="*/ 0 w 20"/>
              <a:gd name="T11" fmla="*/ 12 h 13"/>
              <a:gd name="T12" fmla="*/ 1 w 20"/>
              <a:gd name="T13" fmla="*/ 13 h 13"/>
              <a:gd name="T14" fmla="*/ 0 w 20"/>
              <a:gd name="T15" fmla="*/ 13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0" h="13">
                <a:moveTo>
                  <a:pt x="0" y="13"/>
                </a:moveTo>
                <a:cubicBezTo>
                  <a:pt x="0" y="10"/>
                  <a:pt x="7" y="6"/>
                  <a:pt x="9" y="5"/>
                </a:cubicBezTo>
                <a:cubicBezTo>
                  <a:pt x="12" y="4"/>
                  <a:pt x="16" y="1"/>
                  <a:pt x="20" y="0"/>
                </a:cubicBezTo>
                <a:cubicBezTo>
                  <a:pt x="18" y="2"/>
                  <a:pt x="16" y="3"/>
                  <a:pt x="14" y="5"/>
                </a:cubicBezTo>
                <a:cubicBezTo>
                  <a:pt x="11" y="6"/>
                  <a:pt x="8" y="8"/>
                  <a:pt x="5" y="10"/>
                </a:cubicBezTo>
                <a:cubicBezTo>
                  <a:pt x="3" y="11"/>
                  <a:pt x="2" y="11"/>
                  <a:pt x="0" y="12"/>
                </a:cubicBezTo>
                <a:cubicBezTo>
                  <a:pt x="0" y="13"/>
                  <a:pt x="0" y="13"/>
                  <a:pt x="1" y="13"/>
                </a:cubicBezTo>
                <a:cubicBezTo>
                  <a:pt x="1" y="13"/>
                  <a:pt x="0" y="13"/>
                  <a:pt x="0" y="13"/>
                </a:cubicBezTo>
                <a:close/>
              </a:path>
            </a:pathLst>
          </a:custGeom>
          <a:solidFill>
            <a:srgbClr val="B7C6AA">
              <a:alpha val="2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cs typeface="Open Sans" panose="020B0606030504020204" charset="0"/>
            </a:endParaRPr>
          </a:p>
        </p:txBody>
      </p:sp>
      <p:sp>
        <p:nvSpPr>
          <p:cNvPr id="34" name="Freeform 30"/>
          <p:cNvSpPr/>
          <p:nvPr userDrawn="1"/>
        </p:nvSpPr>
        <p:spPr bwMode="auto">
          <a:xfrm>
            <a:off x="6441644" y="4659071"/>
            <a:ext cx="132981" cy="91820"/>
          </a:xfrm>
          <a:custGeom>
            <a:avLst/>
            <a:gdLst>
              <a:gd name="T0" fmla="*/ 0 w 19"/>
              <a:gd name="T1" fmla="*/ 13 h 13"/>
              <a:gd name="T2" fmla="*/ 13 w 19"/>
              <a:gd name="T3" fmla="*/ 2 h 13"/>
              <a:gd name="T4" fmla="*/ 19 w 19"/>
              <a:gd name="T5" fmla="*/ 0 h 13"/>
              <a:gd name="T6" fmla="*/ 17 w 19"/>
              <a:gd name="T7" fmla="*/ 2 h 13"/>
              <a:gd name="T8" fmla="*/ 0 w 19"/>
              <a:gd name="T9" fmla="*/ 13 h 13"/>
              <a:gd name="T10" fmla="*/ 0 w 19"/>
              <a:gd name="T11" fmla="*/ 13 h 13"/>
              <a:gd name="T12" fmla="*/ 0 w 19"/>
              <a:gd name="T13" fmla="*/ 13 h 13"/>
              <a:gd name="T14" fmla="*/ 0 w 19"/>
              <a:gd name="T15" fmla="*/ 13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9" h="13">
                <a:moveTo>
                  <a:pt x="0" y="13"/>
                </a:moveTo>
                <a:cubicBezTo>
                  <a:pt x="3" y="8"/>
                  <a:pt x="8" y="5"/>
                  <a:pt x="13" y="2"/>
                </a:cubicBezTo>
                <a:cubicBezTo>
                  <a:pt x="15" y="1"/>
                  <a:pt x="17" y="0"/>
                  <a:pt x="19" y="0"/>
                </a:cubicBezTo>
                <a:cubicBezTo>
                  <a:pt x="19" y="1"/>
                  <a:pt x="18" y="2"/>
                  <a:pt x="17" y="2"/>
                </a:cubicBezTo>
                <a:cubicBezTo>
                  <a:pt x="12" y="6"/>
                  <a:pt x="6" y="10"/>
                  <a:pt x="0" y="13"/>
                </a:cubicBezTo>
                <a:cubicBezTo>
                  <a:pt x="0" y="13"/>
                  <a:pt x="0" y="13"/>
                  <a:pt x="0" y="13"/>
                </a:cubicBezTo>
                <a:cubicBezTo>
                  <a:pt x="0" y="13"/>
                  <a:pt x="0" y="13"/>
                  <a:pt x="0" y="13"/>
                </a:cubicBezTo>
                <a:cubicBezTo>
                  <a:pt x="0" y="13"/>
                  <a:pt x="0" y="13"/>
                  <a:pt x="0" y="13"/>
                </a:cubicBezTo>
                <a:close/>
              </a:path>
            </a:pathLst>
          </a:custGeom>
          <a:solidFill>
            <a:srgbClr val="B7C6AA">
              <a:alpha val="2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cs typeface="Open Sans" panose="020B0606030504020204" charset="0"/>
            </a:endParaRPr>
          </a:p>
        </p:txBody>
      </p:sp>
      <p:sp>
        <p:nvSpPr>
          <p:cNvPr id="35" name="Freeform 31"/>
          <p:cNvSpPr/>
          <p:nvPr userDrawn="1"/>
        </p:nvSpPr>
        <p:spPr bwMode="auto">
          <a:xfrm>
            <a:off x="6484388" y="4597330"/>
            <a:ext cx="61741" cy="188389"/>
          </a:xfrm>
          <a:custGeom>
            <a:avLst/>
            <a:gdLst>
              <a:gd name="T0" fmla="*/ 8 w 9"/>
              <a:gd name="T1" fmla="*/ 27 h 27"/>
              <a:gd name="T2" fmla="*/ 3 w 9"/>
              <a:gd name="T3" fmla="*/ 15 h 27"/>
              <a:gd name="T4" fmla="*/ 0 w 9"/>
              <a:gd name="T5" fmla="*/ 1 h 27"/>
              <a:gd name="T6" fmla="*/ 0 w 9"/>
              <a:gd name="T7" fmla="*/ 0 h 27"/>
              <a:gd name="T8" fmla="*/ 0 w 9"/>
              <a:gd name="T9" fmla="*/ 0 h 27"/>
              <a:gd name="T10" fmla="*/ 0 w 9"/>
              <a:gd name="T11" fmla="*/ 1 h 27"/>
              <a:gd name="T12" fmla="*/ 2 w 9"/>
              <a:gd name="T13" fmla="*/ 4 h 27"/>
              <a:gd name="T14" fmla="*/ 5 w 9"/>
              <a:gd name="T15" fmla="*/ 14 h 27"/>
              <a:gd name="T16" fmla="*/ 7 w 9"/>
              <a:gd name="T17" fmla="*/ 20 h 27"/>
              <a:gd name="T18" fmla="*/ 8 w 9"/>
              <a:gd name="T19" fmla="*/ 27 h 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" h="27">
                <a:moveTo>
                  <a:pt x="8" y="27"/>
                </a:moveTo>
                <a:cubicBezTo>
                  <a:pt x="5" y="24"/>
                  <a:pt x="5" y="19"/>
                  <a:pt x="3" y="15"/>
                </a:cubicBezTo>
                <a:cubicBezTo>
                  <a:pt x="2" y="10"/>
                  <a:pt x="0" y="6"/>
                  <a:pt x="0" y="1"/>
                </a:cubicBezTo>
                <a:cubicBezTo>
                  <a:pt x="0" y="1"/>
                  <a:pt x="0" y="1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1"/>
                  <a:pt x="0" y="1"/>
                </a:cubicBezTo>
                <a:cubicBezTo>
                  <a:pt x="0" y="2"/>
                  <a:pt x="1" y="3"/>
                  <a:pt x="2" y="4"/>
                </a:cubicBezTo>
                <a:cubicBezTo>
                  <a:pt x="3" y="7"/>
                  <a:pt x="4" y="11"/>
                  <a:pt x="5" y="14"/>
                </a:cubicBezTo>
                <a:cubicBezTo>
                  <a:pt x="6" y="16"/>
                  <a:pt x="6" y="18"/>
                  <a:pt x="7" y="20"/>
                </a:cubicBezTo>
                <a:cubicBezTo>
                  <a:pt x="8" y="22"/>
                  <a:pt x="9" y="25"/>
                  <a:pt x="8" y="27"/>
                </a:cubicBezTo>
                <a:close/>
              </a:path>
            </a:pathLst>
          </a:custGeom>
          <a:solidFill>
            <a:srgbClr val="B7C6AA">
              <a:alpha val="2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cs typeface="Open Sans" panose="020B0606030504020204" charset="0"/>
            </a:endParaRPr>
          </a:p>
        </p:txBody>
      </p:sp>
      <p:sp>
        <p:nvSpPr>
          <p:cNvPr id="36" name="Freeform 32"/>
          <p:cNvSpPr/>
          <p:nvPr userDrawn="1"/>
        </p:nvSpPr>
        <p:spPr bwMode="auto">
          <a:xfrm>
            <a:off x="962527" y="4632158"/>
            <a:ext cx="307122" cy="497094"/>
          </a:xfrm>
          <a:custGeom>
            <a:avLst/>
            <a:gdLst>
              <a:gd name="T0" fmla="*/ 44 w 44"/>
              <a:gd name="T1" fmla="*/ 71 h 71"/>
              <a:gd name="T2" fmla="*/ 37 w 44"/>
              <a:gd name="T3" fmla="*/ 61 h 71"/>
              <a:gd name="T4" fmla="*/ 28 w 44"/>
              <a:gd name="T5" fmla="*/ 45 h 71"/>
              <a:gd name="T6" fmla="*/ 13 w 44"/>
              <a:gd name="T7" fmla="*/ 20 h 71"/>
              <a:gd name="T8" fmla="*/ 0 w 44"/>
              <a:gd name="T9" fmla="*/ 0 h 71"/>
              <a:gd name="T10" fmla="*/ 13 w 44"/>
              <a:gd name="T11" fmla="*/ 17 h 71"/>
              <a:gd name="T12" fmla="*/ 26 w 44"/>
              <a:gd name="T13" fmla="*/ 36 h 71"/>
              <a:gd name="T14" fmla="*/ 37 w 44"/>
              <a:gd name="T15" fmla="*/ 57 h 71"/>
              <a:gd name="T16" fmla="*/ 43 w 44"/>
              <a:gd name="T17" fmla="*/ 67 h 71"/>
              <a:gd name="T18" fmla="*/ 44 w 44"/>
              <a:gd name="T19" fmla="*/ 71 h 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44" h="71">
                <a:moveTo>
                  <a:pt x="44" y="71"/>
                </a:moveTo>
                <a:cubicBezTo>
                  <a:pt x="41" y="68"/>
                  <a:pt x="40" y="64"/>
                  <a:pt x="37" y="61"/>
                </a:cubicBezTo>
                <a:cubicBezTo>
                  <a:pt x="34" y="55"/>
                  <a:pt x="31" y="50"/>
                  <a:pt x="28" y="45"/>
                </a:cubicBezTo>
                <a:cubicBezTo>
                  <a:pt x="24" y="36"/>
                  <a:pt x="18" y="28"/>
                  <a:pt x="13" y="20"/>
                </a:cubicBezTo>
                <a:cubicBezTo>
                  <a:pt x="9" y="13"/>
                  <a:pt x="4" y="7"/>
                  <a:pt x="0" y="0"/>
                </a:cubicBezTo>
                <a:cubicBezTo>
                  <a:pt x="5" y="5"/>
                  <a:pt x="9" y="11"/>
                  <a:pt x="13" y="17"/>
                </a:cubicBezTo>
                <a:cubicBezTo>
                  <a:pt x="17" y="23"/>
                  <a:pt x="22" y="30"/>
                  <a:pt x="26" y="36"/>
                </a:cubicBezTo>
                <a:cubicBezTo>
                  <a:pt x="30" y="43"/>
                  <a:pt x="33" y="50"/>
                  <a:pt x="37" y="57"/>
                </a:cubicBezTo>
                <a:cubicBezTo>
                  <a:pt x="39" y="60"/>
                  <a:pt x="41" y="63"/>
                  <a:pt x="43" y="67"/>
                </a:cubicBezTo>
                <a:cubicBezTo>
                  <a:pt x="44" y="68"/>
                  <a:pt x="44" y="69"/>
                  <a:pt x="44" y="71"/>
                </a:cubicBezTo>
                <a:close/>
              </a:path>
            </a:pathLst>
          </a:custGeom>
          <a:solidFill>
            <a:srgbClr val="B7C6AA">
              <a:alpha val="2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cs typeface="Open Sans" panose="020B0606030504020204" charset="0"/>
            </a:endParaRPr>
          </a:p>
        </p:txBody>
      </p:sp>
      <p:sp>
        <p:nvSpPr>
          <p:cNvPr id="37" name="Freeform 33"/>
          <p:cNvSpPr/>
          <p:nvPr userDrawn="1"/>
        </p:nvSpPr>
        <p:spPr bwMode="auto">
          <a:xfrm>
            <a:off x="1130335" y="4785719"/>
            <a:ext cx="550920" cy="357781"/>
          </a:xfrm>
          <a:custGeom>
            <a:avLst/>
            <a:gdLst>
              <a:gd name="T0" fmla="*/ 1 w 79"/>
              <a:gd name="T1" fmla="*/ 51 h 51"/>
              <a:gd name="T2" fmla="*/ 14 w 79"/>
              <a:gd name="T3" fmla="*/ 40 h 51"/>
              <a:gd name="T4" fmla="*/ 40 w 79"/>
              <a:gd name="T5" fmla="*/ 24 h 51"/>
              <a:gd name="T6" fmla="*/ 71 w 79"/>
              <a:gd name="T7" fmla="*/ 5 h 51"/>
              <a:gd name="T8" fmla="*/ 79 w 79"/>
              <a:gd name="T9" fmla="*/ 0 h 51"/>
              <a:gd name="T10" fmla="*/ 75 w 79"/>
              <a:gd name="T11" fmla="*/ 5 h 51"/>
              <a:gd name="T12" fmla="*/ 59 w 79"/>
              <a:gd name="T13" fmla="*/ 14 h 51"/>
              <a:gd name="T14" fmla="*/ 0 w 79"/>
              <a:gd name="T15" fmla="*/ 51 h 51"/>
              <a:gd name="T16" fmla="*/ 0 w 79"/>
              <a:gd name="T17" fmla="*/ 51 h 51"/>
              <a:gd name="T18" fmla="*/ 0 w 79"/>
              <a:gd name="T19" fmla="*/ 51 h 51"/>
              <a:gd name="T20" fmla="*/ 0 w 79"/>
              <a:gd name="T21" fmla="*/ 51 h 51"/>
              <a:gd name="T22" fmla="*/ 0 w 79"/>
              <a:gd name="T23" fmla="*/ 51 h 51"/>
              <a:gd name="T24" fmla="*/ 1 w 79"/>
              <a:gd name="T25" fmla="*/ 51 h 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79" h="51">
                <a:moveTo>
                  <a:pt x="1" y="51"/>
                </a:moveTo>
                <a:cubicBezTo>
                  <a:pt x="4" y="46"/>
                  <a:pt x="9" y="43"/>
                  <a:pt x="14" y="40"/>
                </a:cubicBezTo>
                <a:cubicBezTo>
                  <a:pt x="23" y="34"/>
                  <a:pt x="32" y="29"/>
                  <a:pt x="40" y="24"/>
                </a:cubicBezTo>
                <a:cubicBezTo>
                  <a:pt x="50" y="17"/>
                  <a:pt x="61" y="11"/>
                  <a:pt x="71" y="5"/>
                </a:cubicBezTo>
                <a:cubicBezTo>
                  <a:pt x="74" y="3"/>
                  <a:pt x="76" y="1"/>
                  <a:pt x="79" y="0"/>
                </a:cubicBezTo>
                <a:cubicBezTo>
                  <a:pt x="78" y="2"/>
                  <a:pt x="76" y="3"/>
                  <a:pt x="75" y="5"/>
                </a:cubicBezTo>
                <a:cubicBezTo>
                  <a:pt x="69" y="8"/>
                  <a:pt x="64" y="11"/>
                  <a:pt x="59" y="14"/>
                </a:cubicBezTo>
                <a:cubicBezTo>
                  <a:pt x="39" y="27"/>
                  <a:pt x="20" y="38"/>
                  <a:pt x="0" y="51"/>
                </a:cubicBezTo>
                <a:cubicBezTo>
                  <a:pt x="0" y="51"/>
                  <a:pt x="0" y="51"/>
                  <a:pt x="0" y="51"/>
                </a:cubicBezTo>
                <a:cubicBezTo>
                  <a:pt x="0" y="51"/>
                  <a:pt x="0" y="51"/>
                  <a:pt x="0" y="51"/>
                </a:cubicBezTo>
                <a:cubicBezTo>
                  <a:pt x="0" y="51"/>
                  <a:pt x="0" y="51"/>
                  <a:pt x="0" y="51"/>
                </a:cubicBezTo>
                <a:cubicBezTo>
                  <a:pt x="0" y="51"/>
                  <a:pt x="0" y="51"/>
                  <a:pt x="0" y="51"/>
                </a:cubicBezTo>
                <a:cubicBezTo>
                  <a:pt x="0" y="51"/>
                  <a:pt x="1" y="51"/>
                  <a:pt x="1" y="51"/>
                </a:cubicBezTo>
                <a:close/>
              </a:path>
            </a:pathLst>
          </a:custGeom>
          <a:solidFill>
            <a:srgbClr val="B7C6AA">
              <a:alpha val="2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cs typeface="Open Sans" panose="020B0606030504020204" charset="0"/>
            </a:endParaRPr>
          </a:p>
        </p:txBody>
      </p:sp>
      <p:sp>
        <p:nvSpPr>
          <p:cNvPr id="38" name="Freeform 34"/>
          <p:cNvSpPr/>
          <p:nvPr userDrawn="1"/>
        </p:nvSpPr>
        <p:spPr bwMode="auto">
          <a:xfrm>
            <a:off x="1101840" y="4863291"/>
            <a:ext cx="329285" cy="83904"/>
          </a:xfrm>
          <a:custGeom>
            <a:avLst/>
            <a:gdLst>
              <a:gd name="T0" fmla="*/ 1 w 47"/>
              <a:gd name="T1" fmla="*/ 12 h 12"/>
              <a:gd name="T2" fmla="*/ 2 w 47"/>
              <a:gd name="T3" fmla="*/ 9 h 12"/>
              <a:gd name="T4" fmla="*/ 17 w 47"/>
              <a:gd name="T5" fmla="*/ 2 h 12"/>
              <a:gd name="T6" fmla="*/ 46 w 47"/>
              <a:gd name="T7" fmla="*/ 8 h 12"/>
              <a:gd name="T8" fmla="*/ 47 w 47"/>
              <a:gd name="T9" fmla="*/ 10 h 12"/>
              <a:gd name="T10" fmla="*/ 42 w 47"/>
              <a:gd name="T11" fmla="*/ 8 h 12"/>
              <a:gd name="T12" fmla="*/ 12 w 47"/>
              <a:gd name="T13" fmla="*/ 6 h 12"/>
              <a:gd name="T14" fmla="*/ 1 w 47"/>
              <a:gd name="T15" fmla="*/ 12 h 12"/>
              <a:gd name="T16" fmla="*/ 1 w 47"/>
              <a:gd name="T17" fmla="*/ 12 h 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7" h="12">
                <a:moveTo>
                  <a:pt x="1" y="12"/>
                </a:moveTo>
                <a:cubicBezTo>
                  <a:pt x="0" y="11"/>
                  <a:pt x="1" y="10"/>
                  <a:pt x="2" y="9"/>
                </a:cubicBezTo>
                <a:cubicBezTo>
                  <a:pt x="6" y="5"/>
                  <a:pt x="12" y="3"/>
                  <a:pt x="17" y="2"/>
                </a:cubicBezTo>
                <a:cubicBezTo>
                  <a:pt x="27" y="0"/>
                  <a:pt x="38" y="0"/>
                  <a:pt x="46" y="8"/>
                </a:cubicBezTo>
                <a:cubicBezTo>
                  <a:pt x="47" y="8"/>
                  <a:pt x="47" y="9"/>
                  <a:pt x="47" y="10"/>
                </a:cubicBezTo>
                <a:cubicBezTo>
                  <a:pt x="45" y="10"/>
                  <a:pt x="44" y="9"/>
                  <a:pt x="42" y="8"/>
                </a:cubicBezTo>
                <a:cubicBezTo>
                  <a:pt x="33" y="1"/>
                  <a:pt x="22" y="3"/>
                  <a:pt x="12" y="6"/>
                </a:cubicBezTo>
                <a:cubicBezTo>
                  <a:pt x="9" y="6"/>
                  <a:pt x="1" y="10"/>
                  <a:pt x="1" y="12"/>
                </a:cubicBezTo>
                <a:cubicBezTo>
                  <a:pt x="1" y="12"/>
                  <a:pt x="1" y="12"/>
                  <a:pt x="1" y="12"/>
                </a:cubicBezTo>
                <a:close/>
              </a:path>
            </a:pathLst>
          </a:custGeom>
          <a:solidFill>
            <a:srgbClr val="B7C6AA">
              <a:alpha val="2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cs typeface="Open Sans" panose="020B0606030504020204" charset="0"/>
            </a:endParaRPr>
          </a:p>
        </p:txBody>
      </p:sp>
      <p:sp>
        <p:nvSpPr>
          <p:cNvPr id="39" name="Freeform 35"/>
          <p:cNvSpPr/>
          <p:nvPr userDrawn="1"/>
        </p:nvSpPr>
        <p:spPr bwMode="auto">
          <a:xfrm>
            <a:off x="8828963" y="356546"/>
            <a:ext cx="237465" cy="329285"/>
          </a:xfrm>
          <a:custGeom>
            <a:avLst/>
            <a:gdLst>
              <a:gd name="T0" fmla="*/ 34 w 34"/>
              <a:gd name="T1" fmla="*/ 47 h 47"/>
              <a:gd name="T2" fmla="*/ 29 w 34"/>
              <a:gd name="T3" fmla="*/ 42 h 47"/>
              <a:gd name="T4" fmla="*/ 19 w 34"/>
              <a:gd name="T5" fmla="*/ 28 h 47"/>
              <a:gd name="T6" fmla="*/ 0 w 34"/>
              <a:gd name="T7" fmla="*/ 0 h 47"/>
              <a:gd name="T8" fmla="*/ 9 w 34"/>
              <a:gd name="T9" fmla="*/ 10 h 47"/>
              <a:gd name="T10" fmla="*/ 21 w 34"/>
              <a:gd name="T11" fmla="*/ 27 h 47"/>
              <a:gd name="T12" fmla="*/ 28 w 34"/>
              <a:gd name="T13" fmla="*/ 38 h 47"/>
              <a:gd name="T14" fmla="*/ 34 w 34"/>
              <a:gd name="T15" fmla="*/ 47 h 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34" h="47">
                <a:moveTo>
                  <a:pt x="34" y="47"/>
                </a:moveTo>
                <a:cubicBezTo>
                  <a:pt x="32" y="46"/>
                  <a:pt x="31" y="44"/>
                  <a:pt x="29" y="42"/>
                </a:cubicBezTo>
                <a:cubicBezTo>
                  <a:pt x="26" y="37"/>
                  <a:pt x="23" y="32"/>
                  <a:pt x="19" y="28"/>
                </a:cubicBezTo>
                <a:cubicBezTo>
                  <a:pt x="13" y="18"/>
                  <a:pt x="6" y="9"/>
                  <a:pt x="0" y="0"/>
                </a:cubicBezTo>
                <a:cubicBezTo>
                  <a:pt x="4" y="2"/>
                  <a:pt x="7" y="7"/>
                  <a:pt x="9" y="10"/>
                </a:cubicBezTo>
                <a:cubicBezTo>
                  <a:pt x="13" y="16"/>
                  <a:pt x="17" y="22"/>
                  <a:pt x="21" y="27"/>
                </a:cubicBezTo>
                <a:cubicBezTo>
                  <a:pt x="24" y="31"/>
                  <a:pt x="26" y="34"/>
                  <a:pt x="28" y="38"/>
                </a:cubicBezTo>
                <a:cubicBezTo>
                  <a:pt x="30" y="41"/>
                  <a:pt x="33" y="44"/>
                  <a:pt x="34" y="47"/>
                </a:cubicBezTo>
                <a:close/>
              </a:path>
            </a:pathLst>
          </a:custGeom>
          <a:solidFill>
            <a:srgbClr val="B7C6AA">
              <a:alpha val="2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cs typeface="Open Sans" panose="020B0606030504020204" charset="0"/>
            </a:endParaRPr>
          </a:p>
        </p:txBody>
      </p:sp>
      <p:sp>
        <p:nvSpPr>
          <p:cNvPr id="40" name="Freeform 36"/>
          <p:cNvSpPr/>
          <p:nvPr userDrawn="1"/>
        </p:nvSpPr>
        <p:spPr bwMode="auto">
          <a:xfrm>
            <a:off x="8912867" y="272642"/>
            <a:ext cx="147229" cy="286542"/>
          </a:xfrm>
          <a:custGeom>
            <a:avLst/>
            <a:gdLst>
              <a:gd name="T0" fmla="*/ 21 w 21"/>
              <a:gd name="T1" fmla="*/ 41 h 41"/>
              <a:gd name="T2" fmla="*/ 17 w 21"/>
              <a:gd name="T3" fmla="*/ 36 h 41"/>
              <a:gd name="T4" fmla="*/ 10 w 21"/>
              <a:gd name="T5" fmla="*/ 24 h 41"/>
              <a:gd name="T6" fmla="*/ 0 w 21"/>
              <a:gd name="T7" fmla="*/ 0 h 41"/>
              <a:gd name="T8" fmla="*/ 10 w 21"/>
              <a:gd name="T9" fmla="*/ 20 h 41"/>
              <a:gd name="T10" fmla="*/ 16 w 21"/>
              <a:gd name="T11" fmla="*/ 30 h 41"/>
              <a:gd name="T12" fmla="*/ 21 w 21"/>
              <a:gd name="T13" fmla="*/ 41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1" h="41">
                <a:moveTo>
                  <a:pt x="21" y="41"/>
                </a:moveTo>
                <a:cubicBezTo>
                  <a:pt x="19" y="40"/>
                  <a:pt x="18" y="38"/>
                  <a:pt x="17" y="36"/>
                </a:cubicBezTo>
                <a:cubicBezTo>
                  <a:pt x="15" y="32"/>
                  <a:pt x="13" y="28"/>
                  <a:pt x="10" y="24"/>
                </a:cubicBezTo>
                <a:cubicBezTo>
                  <a:pt x="6" y="16"/>
                  <a:pt x="1" y="8"/>
                  <a:pt x="0" y="0"/>
                </a:cubicBezTo>
                <a:cubicBezTo>
                  <a:pt x="4" y="6"/>
                  <a:pt x="6" y="13"/>
                  <a:pt x="10" y="20"/>
                </a:cubicBezTo>
                <a:cubicBezTo>
                  <a:pt x="12" y="23"/>
                  <a:pt x="14" y="27"/>
                  <a:pt x="16" y="30"/>
                </a:cubicBezTo>
                <a:cubicBezTo>
                  <a:pt x="18" y="34"/>
                  <a:pt x="21" y="37"/>
                  <a:pt x="21" y="41"/>
                </a:cubicBezTo>
                <a:close/>
              </a:path>
            </a:pathLst>
          </a:custGeom>
          <a:solidFill>
            <a:srgbClr val="B7C6AA">
              <a:alpha val="2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cs typeface="Open Sans" panose="020B0606030504020204" charset="0"/>
            </a:endParaRPr>
          </a:p>
        </p:txBody>
      </p:sp>
      <p:sp>
        <p:nvSpPr>
          <p:cNvPr id="41" name="矩形: 圆角 40"/>
          <p:cNvSpPr/>
          <p:nvPr userDrawn="1"/>
        </p:nvSpPr>
        <p:spPr>
          <a:xfrm>
            <a:off x="191911" y="248355"/>
            <a:ext cx="8782756" cy="4662311"/>
          </a:xfrm>
          <a:prstGeom prst="roundRect">
            <a:avLst>
              <a:gd name="adj" fmla="val 0"/>
            </a:avLst>
          </a:prstGeom>
          <a:solidFill>
            <a:srgbClr val="7E9A66"/>
          </a:solidFill>
          <a:ln w="28575">
            <a:solidFill>
              <a:srgbClr val="5044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Open Sans" panose="020B0606030504020204" charset="0"/>
            </a:endParaRPr>
          </a:p>
        </p:txBody>
      </p:sp>
      <p:grpSp>
        <p:nvGrpSpPr>
          <p:cNvPr id="59" name="Group 25"/>
          <p:cNvGrpSpPr>
            <a:grpSpLocks noChangeAspect="1"/>
          </p:cNvGrpSpPr>
          <p:nvPr userDrawn="1"/>
        </p:nvGrpSpPr>
        <p:grpSpPr bwMode="auto">
          <a:xfrm>
            <a:off x="280988" y="544513"/>
            <a:ext cx="8628062" cy="4056062"/>
            <a:chOff x="177" y="343"/>
            <a:chExt cx="5435" cy="2555"/>
          </a:xfrm>
        </p:grpSpPr>
        <p:sp>
          <p:nvSpPr>
            <p:cNvPr id="61" name="Freeform 26"/>
            <p:cNvSpPr/>
            <p:nvPr userDrawn="1"/>
          </p:nvSpPr>
          <p:spPr bwMode="auto">
            <a:xfrm>
              <a:off x="236" y="1769"/>
              <a:ext cx="70" cy="247"/>
            </a:xfrm>
            <a:custGeom>
              <a:avLst/>
              <a:gdLst>
                <a:gd name="T0" fmla="*/ 0 w 19"/>
                <a:gd name="T1" fmla="*/ 67 h 67"/>
                <a:gd name="T2" fmla="*/ 3 w 19"/>
                <a:gd name="T3" fmla="*/ 55 h 67"/>
                <a:gd name="T4" fmla="*/ 9 w 19"/>
                <a:gd name="T5" fmla="*/ 32 h 67"/>
                <a:gd name="T6" fmla="*/ 15 w 19"/>
                <a:gd name="T7" fmla="*/ 11 h 67"/>
                <a:gd name="T8" fmla="*/ 19 w 19"/>
                <a:gd name="T9" fmla="*/ 0 h 67"/>
                <a:gd name="T10" fmla="*/ 15 w 19"/>
                <a:gd name="T11" fmla="*/ 18 h 67"/>
                <a:gd name="T12" fmla="*/ 10 w 19"/>
                <a:gd name="T13" fmla="*/ 34 h 67"/>
                <a:gd name="T14" fmla="*/ 4 w 19"/>
                <a:gd name="T15" fmla="*/ 57 h 67"/>
                <a:gd name="T16" fmla="*/ 0 w 19"/>
                <a:gd name="T17" fmla="*/ 67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" h="67">
                  <a:moveTo>
                    <a:pt x="0" y="67"/>
                  </a:moveTo>
                  <a:cubicBezTo>
                    <a:pt x="0" y="63"/>
                    <a:pt x="2" y="59"/>
                    <a:pt x="3" y="55"/>
                  </a:cubicBezTo>
                  <a:cubicBezTo>
                    <a:pt x="5" y="47"/>
                    <a:pt x="7" y="39"/>
                    <a:pt x="9" y="32"/>
                  </a:cubicBezTo>
                  <a:cubicBezTo>
                    <a:pt x="11" y="25"/>
                    <a:pt x="13" y="18"/>
                    <a:pt x="15" y="11"/>
                  </a:cubicBezTo>
                  <a:cubicBezTo>
                    <a:pt x="16" y="7"/>
                    <a:pt x="17" y="4"/>
                    <a:pt x="19" y="0"/>
                  </a:cubicBezTo>
                  <a:cubicBezTo>
                    <a:pt x="18" y="6"/>
                    <a:pt x="16" y="12"/>
                    <a:pt x="15" y="18"/>
                  </a:cubicBezTo>
                  <a:cubicBezTo>
                    <a:pt x="13" y="24"/>
                    <a:pt x="12" y="29"/>
                    <a:pt x="10" y="34"/>
                  </a:cubicBezTo>
                  <a:cubicBezTo>
                    <a:pt x="8" y="42"/>
                    <a:pt x="6" y="49"/>
                    <a:pt x="4" y="57"/>
                  </a:cubicBezTo>
                  <a:cubicBezTo>
                    <a:pt x="3" y="60"/>
                    <a:pt x="3" y="64"/>
                    <a:pt x="0" y="67"/>
                  </a:cubicBezTo>
                  <a:close/>
                </a:path>
              </a:pathLst>
            </a:custGeom>
            <a:solidFill>
              <a:srgbClr val="B7C6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62" name="Freeform 27"/>
            <p:cNvSpPr/>
            <p:nvPr userDrawn="1"/>
          </p:nvSpPr>
          <p:spPr bwMode="auto">
            <a:xfrm>
              <a:off x="287" y="1758"/>
              <a:ext cx="70" cy="243"/>
            </a:xfrm>
            <a:custGeom>
              <a:avLst/>
              <a:gdLst>
                <a:gd name="T0" fmla="*/ 0 w 19"/>
                <a:gd name="T1" fmla="*/ 66 h 66"/>
                <a:gd name="T2" fmla="*/ 2 w 19"/>
                <a:gd name="T3" fmla="*/ 54 h 66"/>
                <a:gd name="T4" fmla="*/ 9 w 19"/>
                <a:gd name="T5" fmla="*/ 32 h 66"/>
                <a:gd name="T6" fmla="*/ 19 w 19"/>
                <a:gd name="T7" fmla="*/ 0 h 66"/>
                <a:gd name="T8" fmla="*/ 17 w 19"/>
                <a:gd name="T9" fmla="*/ 11 h 66"/>
                <a:gd name="T10" fmla="*/ 10 w 19"/>
                <a:gd name="T11" fmla="*/ 34 h 66"/>
                <a:gd name="T12" fmla="*/ 4 w 19"/>
                <a:gd name="T13" fmla="*/ 56 h 66"/>
                <a:gd name="T14" fmla="*/ 0 w 19"/>
                <a:gd name="T15" fmla="*/ 6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9" h="66">
                  <a:moveTo>
                    <a:pt x="0" y="66"/>
                  </a:moveTo>
                  <a:cubicBezTo>
                    <a:pt x="0" y="62"/>
                    <a:pt x="2" y="58"/>
                    <a:pt x="2" y="54"/>
                  </a:cubicBezTo>
                  <a:cubicBezTo>
                    <a:pt x="5" y="46"/>
                    <a:pt x="7" y="39"/>
                    <a:pt x="9" y="32"/>
                  </a:cubicBezTo>
                  <a:cubicBezTo>
                    <a:pt x="12" y="21"/>
                    <a:pt x="15" y="11"/>
                    <a:pt x="19" y="0"/>
                  </a:cubicBezTo>
                  <a:cubicBezTo>
                    <a:pt x="19" y="4"/>
                    <a:pt x="18" y="8"/>
                    <a:pt x="17" y="11"/>
                  </a:cubicBezTo>
                  <a:cubicBezTo>
                    <a:pt x="14" y="19"/>
                    <a:pt x="12" y="26"/>
                    <a:pt x="10" y="34"/>
                  </a:cubicBezTo>
                  <a:cubicBezTo>
                    <a:pt x="8" y="41"/>
                    <a:pt x="6" y="49"/>
                    <a:pt x="4" y="56"/>
                  </a:cubicBezTo>
                  <a:cubicBezTo>
                    <a:pt x="3" y="59"/>
                    <a:pt x="2" y="63"/>
                    <a:pt x="0" y="66"/>
                  </a:cubicBezTo>
                  <a:close/>
                </a:path>
              </a:pathLst>
            </a:custGeom>
            <a:solidFill>
              <a:srgbClr val="B7C6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63" name="Freeform 28"/>
            <p:cNvSpPr/>
            <p:nvPr userDrawn="1"/>
          </p:nvSpPr>
          <p:spPr bwMode="auto">
            <a:xfrm>
              <a:off x="350" y="1729"/>
              <a:ext cx="80" cy="246"/>
            </a:xfrm>
            <a:custGeom>
              <a:avLst/>
              <a:gdLst>
                <a:gd name="T0" fmla="*/ 0 w 22"/>
                <a:gd name="T1" fmla="*/ 67 h 67"/>
                <a:gd name="T2" fmla="*/ 3 w 22"/>
                <a:gd name="T3" fmla="*/ 55 h 67"/>
                <a:gd name="T4" fmla="*/ 10 w 22"/>
                <a:gd name="T5" fmla="*/ 34 h 67"/>
                <a:gd name="T6" fmla="*/ 17 w 22"/>
                <a:gd name="T7" fmla="*/ 11 h 67"/>
                <a:gd name="T8" fmla="*/ 22 w 22"/>
                <a:gd name="T9" fmla="*/ 0 h 67"/>
                <a:gd name="T10" fmla="*/ 19 w 22"/>
                <a:gd name="T11" fmla="*/ 11 h 67"/>
                <a:gd name="T12" fmla="*/ 12 w 22"/>
                <a:gd name="T13" fmla="*/ 34 h 67"/>
                <a:gd name="T14" fmla="*/ 5 w 22"/>
                <a:gd name="T15" fmla="*/ 55 h 67"/>
                <a:gd name="T16" fmla="*/ 0 w 22"/>
                <a:gd name="T17" fmla="*/ 67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" h="67">
                  <a:moveTo>
                    <a:pt x="0" y="67"/>
                  </a:moveTo>
                  <a:cubicBezTo>
                    <a:pt x="0" y="63"/>
                    <a:pt x="2" y="59"/>
                    <a:pt x="3" y="55"/>
                  </a:cubicBezTo>
                  <a:cubicBezTo>
                    <a:pt x="6" y="48"/>
                    <a:pt x="8" y="41"/>
                    <a:pt x="10" y="34"/>
                  </a:cubicBezTo>
                  <a:cubicBezTo>
                    <a:pt x="13" y="26"/>
                    <a:pt x="15" y="19"/>
                    <a:pt x="17" y="11"/>
                  </a:cubicBezTo>
                  <a:cubicBezTo>
                    <a:pt x="18" y="7"/>
                    <a:pt x="20" y="3"/>
                    <a:pt x="22" y="0"/>
                  </a:cubicBezTo>
                  <a:cubicBezTo>
                    <a:pt x="21" y="4"/>
                    <a:pt x="20" y="8"/>
                    <a:pt x="19" y="11"/>
                  </a:cubicBezTo>
                  <a:cubicBezTo>
                    <a:pt x="17" y="19"/>
                    <a:pt x="14" y="26"/>
                    <a:pt x="12" y="34"/>
                  </a:cubicBezTo>
                  <a:cubicBezTo>
                    <a:pt x="10" y="41"/>
                    <a:pt x="7" y="48"/>
                    <a:pt x="5" y="55"/>
                  </a:cubicBezTo>
                  <a:cubicBezTo>
                    <a:pt x="3" y="59"/>
                    <a:pt x="3" y="64"/>
                    <a:pt x="0" y="67"/>
                  </a:cubicBezTo>
                  <a:close/>
                </a:path>
              </a:pathLst>
            </a:custGeom>
            <a:solidFill>
              <a:srgbClr val="B7C6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64" name="Freeform 29"/>
            <p:cNvSpPr/>
            <p:nvPr userDrawn="1"/>
          </p:nvSpPr>
          <p:spPr bwMode="auto">
            <a:xfrm>
              <a:off x="405" y="1795"/>
              <a:ext cx="58" cy="188"/>
            </a:xfrm>
            <a:custGeom>
              <a:avLst/>
              <a:gdLst>
                <a:gd name="T0" fmla="*/ 1 w 16"/>
                <a:gd name="T1" fmla="*/ 51 h 51"/>
                <a:gd name="T2" fmla="*/ 2 w 16"/>
                <a:gd name="T3" fmla="*/ 45 h 51"/>
                <a:gd name="T4" fmla="*/ 7 w 16"/>
                <a:gd name="T5" fmla="*/ 28 h 51"/>
                <a:gd name="T6" fmla="*/ 16 w 16"/>
                <a:gd name="T7" fmla="*/ 0 h 51"/>
                <a:gd name="T8" fmla="*/ 10 w 16"/>
                <a:gd name="T9" fmla="*/ 23 h 51"/>
                <a:gd name="T10" fmla="*/ 3 w 16"/>
                <a:gd name="T11" fmla="*/ 46 h 51"/>
                <a:gd name="T12" fmla="*/ 1 w 16"/>
                <a:gd name="T13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" h="51">
                  <a:moveTo>
                    <a:pt x="1" y="51"/>
                  </a:moveTo>
                  <a:cubicBezTo>
                    <a:pt x="0" y="49"/>
                    <a:pt x="1" y="47"/>
                    <a:pt x="2" y="45"/>
                  </a:cubicBezTo>
                  <a:cubicBezTo>
                    <a:pt x="3" y="39"/>
                    <a:pt x="5" y="34"/>
                    <a:pt x="7" y="28"/>
                  </a:cubicBezTo>
                  <a:cubicBezTo>
                    <a:pt x="10" y="19"/>
                    <a:pt x="12" y="9"/>
                    <a:pt x="16" y="0"/>
                  </a:cubicBezTo>
                  <a:cubicBezTo>
                    <a:pt x="15" y="8"/>
                    <a:pt x="12" y="15"/>
                    <a:pt x="10" y="23"/>
                  </a:cubicBezTo>
                  <a:cubicBezTo>
                    <a:pt x="8" y="31"/>
                    <a:pt x="6" y="38"/>
                    <a:pt x="3" y="46"/>
                  </a:cubicBezTo>
                  <a:cubicBezTo>
                    <a:pt x="3" y="47"/>
                    <a:pt x="2" y="49"/>
                    <a:pt x="1" y="51"/>
                  </a:cubicBezTo>
                  <a:close/>
                </a:path>
              </a:pathLst>
            </a:custGeom>
            <a:solidFill>
              <a:srgbClr val="B7C6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65" name="Freeform 30"/>
            <p:cNvSpPr/>
            <p:nvPr userDrawn="1"/>
          </p:nvSpPr>
          <p:spPr bwMode="auto">
            <a:xfrm>
              <a:off x="199" y="1869"/>
              <a:ext cx="37" cy="121"/>
            </a:xfrm>
            <a:custGeom>
              <a:avLst/>
              <a:gdLst>
                <a:gd name="T0" fmla="*/ 1 w 10"/>
                <a:gd name="T1" fmla="*/ 33 h 33"/>
                <a:gd name="T2" fmla="*/ 3 w 10"/>
                <a:gd name="T3" fmla="*/ 21 h 33"/>
                <a:gd name="T4" fmla="*/ 10 w 10"/>
                <a:gd name="T5" fmla="*/ 0 h 33"/>
                <a:gd name="T6" fmla="*/ 6 w 10"/>
                <a:gd name="T7" fmla="*/ 15 h 33"/>
                <a:gd name="T8" fmla="*/ 3 w 10"/>
                <a:gd name="T9" fmla="*/ 26 h 33"/>
                <a:gd name="T10" fmla="*/ 1 w 10"/>
                <a:gd name="T11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" h="33">
                  <a:moveTo>
                    <a:pt x="1" y="33"/>
                  </a:moveTo>
                  <a:cubicBezTo>
                    <a:pt x="0" y="29"/>
                    <a:pt x="2" y="25"/>
                    <a:pt x="3" y="21"/>
                  </a:cubicBezTo>
                  <a:cubicBezTo>
                    <a:pt x="5" y="14"/>
                    <a:pt x="6" y="6"/>
                    <a:pt x="10" y="0"/>
                  </a:cubicBezTo>
                  <a:cubicBezTo>
                    <a:pt x="9" y="5"/>
                    <a:pt x="8" y="10"/>
                    <a:pt x="6" y="15"/>
                  </a:cubicBezTo>
                  <a:cubicBezTo>
                    <a:pt x="5" y="19"/>
                    <a:pt x="4" y="22"/>
                    <a:pt x="3" y="26"/>
                  </a:cubicBezTo>
                  <a:cubicBezTo>
                    <a:pt x="3" y="28"/>
                    <a:pt x="2" y="31"/>
                    <a:pt x="1" y="33"/>
                  </a:cubicBezTo>
                  <a:close/>
                </a:path>
              </a:pathLst>
            </a:custGeom>
            <a:solidFill>
              <a:srgbClr val="B7C6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66" name="Freeform 31"/>
            <p:cNvSpPr/>
            <p:nvPr userDrawn="1"/>
          </p:nvSpPr>
          <p:spPr bwMode="auto">
            <a:xfrm>
              <a:off x="3995" y="2505"/>
              <a:ext cx="88" cy="279"/>
            </a:xfrm>
            <a:custGeom>
              <a:avLst/>
              <a:gdLst>
                <a:gd name="T0" fmla="*/ 1 w 24"/>
                <a:gd name="T1" fmla="*/ 76 h 76"/>
                <a:gd name="T2" fmla="*/ 3 w 24"/>
                <a:gd name="T3" fmla="*/ 64 h 76"/>
                <a:gd name="T4" fmla="*/ 10 w 24"/>
                <a:gd name="T5" fmla="*/ 40 h 76"/>
                <a:gd name="T6" fmla="*/ 16 w 24"/>
                <a:gd name="T7" fmla="*/ 18 h 76"/>
                <a:gd name="T8" fmla="*/ 24 w 24"/>
                <a:gd name="T9" fmla="*/ 0 h 76"/>
                <a:gd name="T10" fmla="*/ 21 w 24"/>
                <a:gd name="T11" fmla="*/ 11 h 76"/>
                <a:gd name="T12" fmla="*/ 21 w 24"/>
                <a:gd name="T13" fmla="*/ 11 h 76"/>
                <a:gd name="T14" fmla="*/ 21 w 24"/>
                <a:gd name="T15" fmla="*/ 11 h 76"/>
                <a:gd name="T16" fmla="*/ 21 w 24"/>
                <a:gd name="T17" fmla="*/ 11 h 76"/>
                <a:gd name="T18" fmla="*/ 8 w 24"/>
                <a:gd name="T19" fmla="*/ 52 h 76"/>
                <a:gd name="T20" fmla="*/ 4 w 24"/>
                <a:gd name="T21" fmla="*/ 66 h 76"/>
                <a:gd name="T22" fmla="*/ 1 w 24"/>
                <a:gd name="T23" fmla="*/ 76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4" h="76">
                  <a:moveTo>
                    <a:pt x="1" y="76"/>
                  </a:moveTo>
                  <a:cubicBezTo>
                    <a:pt x="0" y="72"/>
                    <a:pt x="2" y="68"/>
                    <a:pt x="3" y="64"/>
                  </a:cubicBezTo>
                  <a:cubicBezTo>
                    <a:pt x="5" y="56"/>
                    <a:pt x="7" y="48"/>
                    <a:pt x="10" y="40"/>
                  </a:cubicBezTo>
                  <a:cubicBezTo>
                    <a:pt x="12" y="33"/>
                    <a:pt x="14" y="26"/>
                    <a:pt x="16" y="18"/>
                  </a:cubicBezTo>
                  <a:cubicBezTo>
                    <a:pt x="19" y="12"/>
                    <a:pt x="20" y="6"/>
                    <a:pt x="24" y="0"/>
                  </a:cubicBezTo>
                  <a:cubicBezTo>
                    <a:pt x="23" y="4"/>
                    <a:pt x="22" y="8"/>
                    <a:pt x="21" y="11"/>
                  </a:cubicBezTo>
                  <a:cubicBezTo>
                    <a:pt x="21" y="11"/>
                    <a:pt x="21" y="11"/>
                    <a:pt x="21" y="11"/>
                  </a:cubicBezTo>
                  <a:cubicBezTo>
                    <a:pt x="21" y="11"/>
                    <a:pt x="21" y="11"/>
                    <a:pt x="21" y="11"/>
                  </a:cubicBezTo>
                  <a:cubicBezTo>
                    <a:pt x="21" y="11"/>
                    <a:pt x="21" y="11"/>
                    <a:pt x="21" y="11"/>
                  </a:cubicBezTo>
                  <a:cubicBezTo>
                    <a:pt x="16" y="25"/>
                    <a:pt x="11" y="38"/>
                    <a:pt x="8" y="52"/>
                  </a:cubicBezTo>
                  <a:cubicBezTo>
                    <a:pt x="6" y="57"/>
                    <a:pt x="5" y="62"/>
                    <a:pt x="4" y="66"/>
                  </a:cubicBezTo>
                  <a:cubicBezTo>
                    <a:pt x="3" y="69"/>
                    <a:pt x="3" y="73"/>
                    <a:pt x="1" y="76"/>
                  </a:cubicBezTo>
                  <a:close/>
                </a:path>
              </a:pathLst>
            </a:custGeom>
            <a:solidFill>
              <a:srgbClr val="B7C6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67" name="Freeform 32"/>
            <p:cNvSpPr/>
            <p:nvPr userDrawn="1"/>
          </p:nvSpPr>
          <p:spPr bwMode="auto">
            <a:xfrm>
              <a:off x="4035" y="2475"/>
              <a:ext cx="96" cy="309"/>
            </a:xfrm>
            <a:custGeom>
              <a:avLst/>
              <a:gdLst>
                <a:gd name="T0" fmla="*/ 0 w 26"/>
                <a:gd name="T1" fmla="*/ 84 h 84"/>
                <a:gd name="T2" fmla="*/ 3 w 26"/>
                <a:gd name="T3" fmla="*/ 72 h 84"/>
                <a:gd name="T4" fmla="*/ 11 w 26"/>
                <a:gd name="T5" fmla="*/ 45 h 84"/>
                <a:gd name="T6" fmla="*/ 19 w 26"/>
                <a:gd name="T7" fmla="*/ 18 h 84"/>
                <a:gd name="T8" fmla="*/ 26 w 26"/>
                <a:gd name="T9" fmla="*/ 0 h 84"/>
                <a:gd name="T10" fmla="*/ 19 w 26"/>
                <a:gd name="T11" fmla="*/ 22 h 84"/>
                <a:gd name="T12" fmla="*/ 12 w 26"/>
                <a:gd name="T13" fmla="*/ 46 h 84"/>
                <a:gd name="T14" fmla="*/ 6 w 26"/>
                <a:gd name="T15" fmla="*/ 67 h 84"/>
                <a:gd name="T16" fmla="*/ 3 w 26"/>
                <a:gd name="T17" fmla="*/ 78 h 84"/>
                <a:gd name="T18" fmla="*/ 0 w 26"/>
                <a:gd name="T19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6" h="84">
                  <a:moveTo>
                    <a:pt x="0" y="84"/>
                  </a:moveTo>
                  <a:cubicBezTo>
                    <a:pt x="0" y="80"/>
                    <a:pt x="2" y="76"/>
                    <a:pt x="3" y="72"/>
                  </a:cubicBezTo>
                  <a:cubicBezTo>
                    <a:pt x="5" y="63"/>
                    <a:pt x="8" y="54"/>
                    <a:pt x="11" y="45"/>
                  </a:cubicBezTo>
                  <a:cubicBezTo>
                    <a:pt x="14" y="36"/>
                    <a:pt x="16" y="27"/>
                    <a:pt x="19" y="18"/>
                  </a:cubicBezTo>
                  <a:cubicBezTo>
                    <a:pt x="21" y="12"/>
                    <a:pt x="23" y="5"/>
                    <a:pt x="26" y="0"/>
                  </a:cubicBezTo>
                  <a:cubicBezTo>
                    <a:pt x="25" y="7"/>
                    <a:pt x="22" y="15"/>
                    <a:pt x="19" y="22"/>
                  </a:cubicBezTo>
                  <a:cubicBezTo>
                    <a:pt x="17" y="30"/>
                    <a:pt x="14" y="38"/>
                    <a:pt x="12" y="46"/>
                  </a:cubicBezTo>
                  <a:cubicBezTo>
                    <a:pt x="10" y="53"/>
                    <a:pt x="8" y="60"/>
                    <a:pt x="6" y="67"/>
                  </a:cubicBezTo>
                  <a:cubicBezTo>
                    <a:pt x="5" y="71"/>
                    <a:pt x="4" y="75"/>
                    <a:pt x="3" y="78"/>
                  </a:cubicBezTo>
                  <a:cubicBezTo>
                    <a:pt x="2" y="80"/>
                    <a:pt x="2" y="82"/>
                    <a:pt x="0" y="84"/>
                  </a:cubicBezTo>
                  <a:close/>
                </a:path>
              </a:pathLst>
            </a:custGeom>
            <a:solidFill>
              <a:srgbClr val="B7C6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68" name="Freeform 33"/>
            <p:cNvSpPr/>
            <p:nvPr userDrawn="1"/>
          </p:nvSpPr>
          <p:spPr bwMode="auto">
            <a:xfrm>
              <a:off x="4101" y="2464"/>
              <a:ext cx="92" cy="254"/>
            </a:xfrm>
            <a:custGeom>
              <a:avLst/>
              <a:gdLst>
                <a:gd name="T0" fmla="*/ 1 w 25"/>
                <a:gd name="T1" fmla="*/ 69 h 69"/>
                <a:gd name="T2" fmla="*/ 2 w 25"/>
                <a:gd name="T3" fmla="*/ 60 h 69"/>
                <a:gd name="T4" fmla="*/ 9 w 25"/>
                <a:gd name="T5" fmla="*/ 42 h 69"/>
                <a:gd name="T6" fmla="*/ 17 w 25"/>
                <a:gd name="T7" fmla="*/ 17 h 69"/>
                <a:gd name="T8" fmla="*/ 17 w 25"/>
                <a:gd name="T9" fmla="*/ 17 h 69"/>
                <a:gd name="T10" fmla="*/ 25 w 25"/>
                <a:gd name="T11" fmla="*/ 0 h 69"/>
                <a:gd name="T12" fmla="*/ 19 w 25"/>
                <a:gd name="T13" fmla="*/ 17 h 69"/>
                <a:gd name="T14" fmla="*/ 13 w 25"/>
                <a:gd name="T15" fmla="*/ 32 h 69"/>
                <a:gd name="T16" fmla="*/ 13 w 25"/>
                <a:gd name="T17" fmla="*/ 32 h 69"/>
                <a:gd name="T18" fmla="*/ 13 w 25"/>
                <a:gd name="T19" fmla="*/ 32 h 69"/>
                <a:gd name="T20" fmla="*/ 6 w 25"/>
                <a:gd name="T21" fmla="*/ 55 h 69"/>
                <a:gd name="T22" fmla="*/ 3 w 25"/>
                <a:gd name="T23" fmla="*/ 64 h 69"/>
                <a:gd name="T24" fmla="*/ 1 w 25"/>
                <a:gd name="T25" fmla="*/ 6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" h="69">
                  <a:moveTo>
                    <a:pt x="1" y="69"/>
                  </a:moveTo>
                  <a:cubicBezTo>
                    <a:pt x="0" y="66"/>
                    <a:pt x="2" y="63"/>
                    <a:pt x="2" y="60"/>
                  </a:cubicBezTo>
                  <a:cubicBezTo>
                    <a:pt x="4" y="54"/>
                    <a:pt x="6" y="48"/>
                    <a:pt x="9" y="42"/>
                  </a:cubicBezTo>
                  <a:cubicBezTo>
                    <a:pt x="11" y="33"/>
                    <a:pt x="14" y="25"/>
                    <a:pt x="17" y="17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9" y="11"/>
                    <a:pt x="21" y="5"/>
                    <a:pt x="25" y="0"/>
                  </a:cubicBezTo>
                  <a:cubicBezTo>
                    <a:pt x="23" y="6"/>
                    <a:pt x="21" y="11"/>
                    <a:pt x="19" y="17"/>
                  </a:cubicBezTo>
                  <a:cubicBezTo>
                    <a:pt x="17" y="22"/>
                    <a:pt x="15" y="27"/>
                    <a:pt x="13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1" y="40"/>
                    <a:pt x="8" y="47"/>
                    <a:pt x="6" y="55"/>
                  </a:cubicBezTo>
                  <a:cubicBezTo>
                    <a:pt x="5" y="58"/>
                    <a:pt x="4" y="61"/>
                    <a:pt x="3" y="64"/>
                  </a:cubicBezTo>
                  <a:cubicBezTo>
                    <a:pt x="2" y="66"/>
                    <a:pt x="2" y="68"/>
                    <a:pt x="1" y="69"/>
                  </a:cubicBezTo>
                  <a:close/>
                </a:path>
              </a:pathLst>
            </a:custGeom>
            <a:solidFill>
              <a:srgbClr val="B7C6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69" name="Freeform 34"/>
            <p:cNvSpPr/>
            <p:nvPr userDrawn="1"/>
          </p:nvSpPr>
          <p:spPr bwMode="auto">
            <a:xfrm>
              <a:off x="4153" y="2449"/>
              <a:ext cx="91" cy="236"/>
            </a:xfrm>
            <a:custGeom>
              <a:avLst/>
              <a:gdLst>
                <a:gd name="T0" fmla="*/ 0 w 25"/>
                <a:gd name="T1" fmla="*/ 64 h 64"/>
                <a:gd name="T2" fmla="*/ 4 w 25"/>
                <a:gd name="T3" fmla="*/ 52 h 64"/>
                <a:gd name="T4" fmla="*/ 11 w 25"/>
                <a:gd name="T5" fmla="*/ 35 h 64"/>
                <a:gd name="T6" fmla="*/ 19 w 25"/>
                <a:gd name="T7" fmla="*/ 14 h 64"/>
                <a:gd name="T8" fmla="*/ 25 w 25"/>
                <a:gd name="T9" fmla="*/ 0 h 64"/>
                <a:gd name="T10" fmla="*/ 20 w 25"/>
                <a:gd name="T11" fmla="*/ 15 h 64"/>
                <a:gd name="T12" fmla="*/ 12 w 25"/>
                <a:gd name="T13" fmla="*/ 35 h 64"/>
                <a:gd name="T14" fmla="*/ 4 w 25"/>
                <a:gd name="T15" fmla="*/ 56 h 64"/>
                <a:gd name="T16" fmla="*/ 0 w 25"/>
                <a:gd name="T17" fmla="*/ 64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" h="64">
                  <a:moveTo>
                    <a:pt x="0" y="64"/>
                  </a:moveTo>
                  <a:cubicBezTo>
                    <a:pt x="0" y="60"/>
                    <a:pt x="2" y="56"/>
                    <a:pt x="4" y="52"/>
                  </a:cubicBezTo>
                  <a:cubicBezTo>
                    <a:pt x="6" y="47"/>
                    <a:pt x="9" y="41"/>
                    <a:pt x="11" y="35"/>
                  </a:cubicBezTo>
                  <a:cubicBezTo>
                    <a:pt x="14" y="28"/>
                    <a:pt x="16" y="21"/>
                    <a:pt x="19" y="14"/>
                  </a:cubicBezTo>
                  <a:cubicBezTo>
                    <a:pt x="21" y="9"/>
                    <a:pt x="23" y="5"/>
                    <a:pt x="25" y="0"/>
                  </a:cubicBezTo>
                  <a:cubicBezTo>
                    <a:pt x="24" y="5"/>
                    <a:pt x="22" y="10"/>
                    <a:pt x="20" y="15"/>
                  </a:cubicBezTo>
                  <a:cubicBezTo>
                    <a:pt x="18" y="21"/>
                    <a:pt x="15" y="29"/>
                    <a:pt x="12" y="35"/>
                  </a:cubicBezTo>
                  <a:cubicBezTo>
                    <a:pt x="10" y="42"/>
                    <a:pt x="7" y="49"/>
                    <a:pt x="4" y="56"/>
                  </a:cubicBezTo>
                  <a:cubicBezTo>
                    <a:pt x="3" y="59"/>
                    <a:pt x="2" y="62"/>
                    <a:pt x="0" y="64"/>
                  </a:cubicBezTo>
                  <a:close/>
                </a:path>
              </a:pathLst>
            </a:custGeom>
            <a:solidFill>
              <a:srgbClr val="B7C6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70" name="Freeform 35"/>
            <p:cNvSpPr/>
            <p:nvPr userDrawn="1"/>
          </p:nvSpPr>
          <p:spPr bwMode="auto">
            <a:xfrm>
              <a:off x="3969" y="2604"/>
              <a:ext cx="41" cy="125"/>
            </a:xfrm>
            <a:custGeom>
              <a:avLst/>
              <a:gdLst>
                <a:gd name="T0" fmla="*/ 1 w 11"/>
                <a:gd name="T1" fmla="*/ 34 h 34"/>
                <a:gd name="T2" fmla="*/ 3 w 11"/>
                <a:gd name="T3" fmla="*/ 22 h 34"/>
                <a:gd name="T4" fmla="*/ 11 w 11"/>
                <a:gd name="T5" fmla="*/ 0 h 34"/>
                <a:gd name="T6" fmla="*/ 5 w 11"/>
                <a:gd name="T7" fmla="*/ 23 h 34"/>
                <a:gd name="T8" fmla="*/ 1 w 11"/>
                <a:gd name="T9" fmla="*/ 34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34">
                  <a:moveTo>
                    <a:pt x="1" y="34"/>
                  </a:moveTo>
                  <a:cubicBezTo>
                    <a:pt x="0" y="30"/>
                    <a:pt x="3" y="26"/>
                    <a:pt x="3" y="22"/>
                  </a:cubicBezTo>
                  <a:cubicBezTo>
                    <a:pt x="5" y="15"/>
                    <a:pt x="7" y="7"/>
                    <a:pt x="11" y="0"/>
                  </a:cubicBezTo>
                  <a:cubicBezTo>
                    <a:pt x="10" y="8"/>
                    <a:pt x="7" y="16"/>
                    <a:pt x="5" y="23"/>
                  </a:cubicBezTo>
                  <a:cubicBezTo>
                    <a:pt x="4" y="27"/>
                    <a:pt x="4" y="31"/>
                    <a:pt x="1" y="34"/>
                  </a:cubicBezTo>
                  <a:close/>
                </a:path>
              </a:pathLst>
            </a:custGeom>
            <a:solidFill>
              <a:srgbClr val="B7C6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71" name="Freeform 36"/>
            <p:cNvSpPr/>
            <p:nvPr userDrawn="1"/>
          </p:nvSpPr>
          <p:spPr bwMode="auto">
            <a:xfrm>
              <a:off x="5469" y="781"/>
              <a:ext cx="143" cy="216"/>
            </a:xfrm>
            <a:custGeom>
              <a:avLst/>
              <a:gdLst>
                <a:gd name="T0" fmla="*/ 0 w 39"/>
                <a:gd name="T1" fmla="*/ 59 h 59"/>
                <a:gd name="T2" fmla="*/ 6 w 39"/>
                <a:gd name="T3" fmla="*/ 49 h 59"/>
                <a:gd name="T4" fmla="*/ 14 w 39"/>
                <a:gd name="T5" fmla="*/ 37 h 59"/>
                <a:gd name="T6" fmla="*/ 14 w 39"/>
                <a:gd name="T7" fmla="*/ 37 h 59"/>
                <a:gd name="T8" fmla="*/ 34 w 39"/>
                <a:gd name="T9" fmla="*/ 7 h 59"/>
                <a:gd name="T10" fmla="*/ 39 w 39"/>
                <a:gd name="T11" fmla="*/ 0 h 59"/>
                <a:gd name="T12" fmla="*/ 18 w 39"/>
                <a:gd name="T13" fmla="*/ 35 h 59"/>
                <a:gd name="T14" fmla="*/ 7 w 39"/>
                <a:gd name="T15" fmla="*/ 51 h 59"/>
                <a:gd name="T16" fmla="*/ 0 w 39"/>
                <a:gd name="T17" fmla="*/ 59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" h="59">
                  <a:moveTo>
                    <a:pt x="0" y="59"/>
                  </a:moveTo>
                  <a:cubicBezTo>
                    <a:pt x="1" y="55"/>
                    <a:pt x="4" y="52"/>
                    <a:pt x="6" y="49"/>
                  </a:cubicBezTo>
                  <a:cubicBezTo>
                    <a:pt x="9" y="45"/>
                    <a:pt x="12" y="41"/>
                    <a:pt x="14" y="37"/>
                  </a:cubicBezTo>
                  <a:cubicBezTo>
                    <a:pt x="14" y="37"/>
                    <a:pt x="14" y="37"/>
                    <a:pt x="14" y="37"/>
                  </a:cubicBezTo>
                  <a:cubicBezTo>
                    <a:pt x="21" y="28"/>
                    <a:pt x="28" y="17"/>
                    <a:pt x="34" y="7"/>
                  </a:cubicBezTo>
                  <a:cubicBezTo>
                    <a:pt x="36" y="5"/>
                    <a:pt x="37" y="2"/>
                    <a:pt x="39" y="0"/>
                  </a:cubicBezTo>
                  <a:cubicBezTo>
                    <a:pt x="34" y="13"/>
                    <a:pt x="25" y="24"/>
                    <a:pt x="18" y="35"/>
                  </a:cubicBezTo>
                  <a:cubicBezTo>
                    <a:pt x="14" y="40"/>
                    <a:pt x="11" y="46"/>
                    <a:pt x="7" y="51"/>
                  </a:cubicBezTo>
                  <a:cubicBezTo>
                    <a:pt x="5" y="53"/>
                    <a:pt x="3" y="57"/>
                    <a:pt x="0" y="59"/>
                  </a:cubicBezTo>
                  <a:close/>
                </a:path>
              </a:pathLst>
            </a:custGeom>
            <a:solidFill>
              <a:srgbClr val="B7C6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72" name="Freeform 37"/>
            <p:cNvSpPr/>
            <p:nvPr userDrawn="1"/>
          </p:nvSpPr>
          <p:spPr bwMode="auto">
            <a:xfrm>
              <a:off x="5458" y="788"/>
              <a:ext cx="114" cy="162"/>
            </a:xfrm>
            <a:custGeom>
              <a:avLst/>
              <a:gdLst>
                <a:gd name="T0" fmla="*/ 0 w 31"/>
                <a:gd name="T1" fmla="*/ 44 h 44"/>
                <a:gd name="T2" fmla="*/ 3 w 31"/>
                <a:gd name="T3" fmla="*/ 39 h 44"/>
                <a:gd name="T4" fmla="*/ 9 w 31"/>
                <a:gd name="T5" fmla="*/ 30 h 44"/>
                <a:gd name="T6" fmla="*/ 12 w 31"/>
                <a:gd name="T7" fmla="*/ 26 h 44"/>
                <a:gd name="T8" fmla="*/ 20 w 31"/>
                <a:gd name="T9" fmla="*/ 15 h 44"/>
                <a:gd name="T10" fmla="*/ 29 w 31"/>
                <a:gd name="T11" fmla="*/ 1 h 44"/>
                <a:gd name="T12" fmla="*/ 31 w 31"/>
                <a:gd name="T13" fmla="*/ 0 h 44"/>
                <a:gd name="T14" fmla="*/ 30 w 31"/>
                <a:gd name="T15" fmla="*/ 0 h 44"/>
                <a:gd name="T16" fmla="*/ 12 w 31"/>
                <a:gd name="T17" fmla="*/ 29 h 44"/>
                <a:gd name="T18" fmla="*/ 12 w 31"/>
                <a:gd name="T19" fmla="*/ 29 h 44"/>
                <a:gd name="T20" fmla="*/ 12 w 31"/>
                <a:gd name="T21" fmla="*/ 29 h 44"/>
                <a:gd name="T22" fmla="*/ 5 w 31"/>
                <a:gd name="T23" fmla="*/ 38 h 44"/>
                <a:gd name="T24" fmla="*/ 0 w 31"/>
                <a:gd name="T25" fmla="*/ 44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1" h="44">
                  <a:moveTo>
                    <a:pt x="0" y="44"/>
                  </a:moveTo>
                  <a:cubicBezTo>
                    <a:pt x="0" y="42"/>
                    <a:pt x="2" y="41"/>
                    <a:pt x="3" y="39"/>
                  </a:cubicBezTo>
                  <a:cubicBezTo>
                    <a:pt x="5" y="36"/>
                    <a:pt x="7" y="33"/>
                    <a:pt x="9" y="30"/>
                  </a:cubicBezTo>
                  <a:cubicBezTo>
                    <a:pt x="10" y="29"/>
                    <a:pt x="11" y="27"/>
                    <a:pt x="12" y="26"/>
                  </a:cubicBezTo>
                  <a:cubicBezTo>
                    <a:pt x="15" y="22"/>
                    <a:pt x="17" y="18"/>
                    <a:pt x="20" y="15"/>
                  </a:cubicBezTo>
                  <a:cubicBezTo>
                    <a:pt x="23" y="10"/>
                    <a:pt x="25" y="5"/>
                    <a:pt x="29" y="1"/>
                  </a:cubicBezTo>
                  <a:cubicBezTo>
                    <a:pt x="30" y="1"/>
                    <a:pt x="30" y="0"/>
                    <a:pt x="31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25" y="10"/>
                    <a:pt x="18" y="19"/>
                    <a:pt x="12" y="29"/>
                  </a:cubicBezTo>
                  <a:cubicBezTo>
                    <a:pt x="12" y="29"/>
                    <a:pt x="12" y="29"/>
                    <a:pt x="12" y="29"/>
                  </a:cubicBezTo>
                  <a:cubicBezTo>
                    <a:pt x="12" y="29"/>
                    <a:pt x="12" y="29"/>
                    <a:pt x="12" y="29"/>
                  </a:cubicBezTo>
                  <a:cubicBezTo>
                    <a:pt x="10" y="32"/>
                    <a:pt x="8" y="35"/>
                    <a:pt x="5" y="38"/>
                  </a:cubicBezTo>
                  <a:cubicBezTo>
                    <a:pt x="4" y="40"/>
                    <a:pt x="2" y="43"/>
                    <a:pt x="0" y="44"/>
                  </a:cubicBezTo>
                  <a:close/>
                </a:path>
              </a:pathLst>
            </a:custGeom>
            <a:solidFill>
              <a:srgbClr val="B7C6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73" name="Freeform 38"/>
            <p:cNvSpPr/>
            <p:nvPr userDrawn="1"/>
          </p:nvSpPr>
          <p:spPr bwMode="auto">
            <a:xfrm>
              <a:off x="5414" y="781"/>
              <a:ext cx="110" cy="150"/>
            </a:xfrm>
            <a:custGeom>
              <a:avLst/>
              <a:gdLst>
                <a:gd name="T0" fmla="*/ 0 w 30"/>
                <a:gd name="T1" fmla="*/ 41 h 41"/>
                <a:gd name="T2" fmla="*/ 6 w 30"/>
                <a:gd name="T3" fmla="*/ 32 h 41"/>
                <a:gd name="T4" fmla="*/ 14 w 30"/>
                <a:gd name="T5" fmla="*/ 21 h 41"/>
                <a:gd name="T6" fmla="*/ 30 w 30"/>
                <a:gd name="T7" fmla="*/ 0 h 41"/>
                <a:gd name="T8" fmla="*/ 16 w 30"/>
                <a:gd name="T9" fmla="*/ 21 h 41"/>
                <a:gd name="T10" fmla="*/ 8 w 30"/>
                <a:gd name="T11" fmla="*/ 33 h 41"/>
                <a:gd name="T12" fmla="*/ 0 w 30"/>
                <a:gd name="T13" fmla="*/ 41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" h="41">
                  <a:moveTo>
                    <a:pt x="0" y="41"/>
                  </a:moveTo>
                  <a:cubicBezTo>
                    <a:pt x="1" y="38"/>
                    <a:pt x="4" y="35"/>
                    <a:pt x="6" y="32"/>
                  </a:cubicBezTo>
                  <a:cubicBezTo>
                    <a:pt x="9" y="28"/>
                    <a:pt x="12" y="24"/>
                    <a:pt x="14" y="21"/>
                  </a:cubicBezTo>
                  <a:cubicBezTo>
                    <a:pt x="19" y="14"/>
                    <a:pt x="24" y="6"/>
                    <a:pt x="30" y="0"/>
                  </a:cubicBezTo>
                  <a:cubicBezTo>
                    <a:pt x="26" y="8"/>
                    <a:pt x="20" y="14"/>
                    <a:pt x="16" y="21"/>
                  </a:cubicBezTo>
                  <a:cubicBezTo>
                    <a:pt x="13" y="25"/>
                    <a:pt x="10" y="29"/>
                    <a:pt x="8" y="33"/>
                  </a:cubicBezTo>
                  <a:cubicBezTo>
                    <a:pt x="5" y="36"/>
                    <a:pt x="4" y="39"/>
                    <a:pt x="0" y="41"/>
                  </a:cubicBezTo>
                  <a:close/>
                </a:path>
              </a:pathLst>
            </a:custGeom>
            <a:solidFill>
              <a:srgbClr val="B7C6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74" name="Freeform 39"/>
            <p:cNvSpPr/>
            <p:nvPr userDrawn="1"/>
          </p:nvSpPr>
          <p:spPr bwMode="auto">
            <a:xfrm>
              <a:off x="5528" y="909"/>
              <a:ext cx="73" cy="92"/>
            </a:xfrm>
            <a:custGeom>
              <a:avLst/>
              <a:gdLst>
                <a:gd name="T0" fmla="*/ 0 w 20"/>
                <a:gd name="T1" fmla="*/ 25 h 25"/>
                <a:gd name="T2" fmla="*/ 7 w 20"/>
                <a:gd name="T3" fmla="*/ 16 h 25"/>
                <a:gd name="T4" fmla="*/ 20 w 20"/>
                <a:gd name="T5" fmla="*/ 0 h 25"/>
                <a:gd name="T6" fmla="*/ 10 w 20"/>
                <a:gd name="T7" fmla="*/ 15 h 25"/>
                <a:gd name="T8" fmla="*/ 4 w 20"/>
                <a:gd name="T9" fmla="*/ 21 h 25"/>
                <a:gd name="T10" fmla="*/ 0 w 20"/>
                <a:gd name="T11" fmla="*/ 2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" h="25">
                  <a:moveTo>
                    <a:pt x="0" y="25"/>
                  </a:moveTo>
                  <a:cubicBezTo>
                    <a:pt x="1" y="22"/>
                    <a:pt x="5" y="19"/>
                    <a:pt x="7" y="16"/>
                  </a:cubicBezTo>
                  <a:cubicBezTo>
                    <a:pt x="11" y="10"/>
                    <a:pt x="15" y="5"/>
                    <a:pt x="20" y="0"/>
                  </a:cubicBezTo>
                  <a:cubicBezTo>
                    <a:pt x="17" y="6"/>
                    <a:pt x="13" y="10"/>
                    <a:pt x="10" y="15"/>
                  </a:cubicBezTo>
                  <a:cubicBezTo>
                    <a:pt x="8" y="17"/>
                    <a:pt x="6" y="19"/>
                    <a:pt x="4" y="21"/>
                  </a:cubicBezTo>
                  <a:cubicBezTo>
                    <a:pt x="3" y="23"/>
                    <a:pt x="2" y="25"/>
                    <a:pt x="0" y="25"/>
                  </a:cubicBezTo>
                  <a:close/>
                </a:path>
              </a:pathLst>
            </a:custGeom>
            <a:solidFill>
              <a:srgbClr val="B7C6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75" name="Freeform 40"/>
            <p:cNvSpPr/>
            <p:nvPr userDrawn="1"/>
          </p:nvSpPr>
          <p:spPr bwMode="auto">
            <a:xfrm>
              <a:off x="5356" y="799"/>
              <a:ext cx="80" cy="118"/>
            </a:xfrm>
            <a:custGeom>
              <a:avLst/>
              <a:gdLst>
                <a:gd name="T0" fmla="*/ 0 w 22"/>
                <a:gd name="T1" fmla="*/ 32 h 32"/>
                <a:gd name="T2" fmla="*/ 3 w 22"/>
                <a:gd name="T3" fmla="*/ 26 h 32"/>
                <a:gd name="T4" fmla="*/ 9 w 22"/>
                <a:gd name="T5" fmla="*/ 17 h 32"/>
                <a:gd name="T6" fmla="*/ 22 w 22"/>
                <a:gd name="T7" fmla="*/ 0 h 32"/>
                <a:gd name="T8" fmla="*/ 11 w 22"/>
                <a:gd name="T9" fmla="*/ 17 h 32"/>
                <a:gd name="T10" fmla="*/ 5 w 22"/>
                <a:gd name="T11" fmla="*/ 27 h 32"/>
                <a:gd name="T12" fmla="*/ 0 w 22"/>
                <a:gd name="T13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" h="32">
                  <a:moveTo>
                    <a:pt x="0" y="32"/>
                  </a:moveTo>
                  <a:cubicBezTo>
                    <a:pt x="1" y="30"/>
                    <a:pt x="2" y="28"/>
                    <a:pt x="3" y="26"/>
                  </a:cubicBezTo>
                  <a:cubicBezTo>
                    <a:pt x="5" y="23"/>
                    <a:pt x="7" y="20"/>
                    <a:pt x="9" y="17"/>
                  </a:cubicBezTo>
                  <a:cubicBezTo>
                    <a:pt x="13" y="12"/>
                    <a:pt x="17" y="5"/>
                    <a:pt x="22" y="0"/>
                  </a:cubicBezTo>
                  <a:cubicBezTo>
                    <a:pt x="19" y="6"/>
                    <a:pt x="15" y="12"/>
                    <a:pt x="11" y="17"/>
                  </a:cubicBezTo>
                  <a:cubicBezTo>
                    <a:pt x="9" y="20"/>
                    <a:pt x="7" y="24"/>
                    <a:pt x="5" y="27"/>
                  </a:cubicBezTo>
                  <a:cubicBezTo>
                    <a:pt x="3" y="29"/>
                    <a:pt x="2" y="31"/>
                    <a:pt x="0" y="32"/>
                  </a:cubicBezTo>
                  <a:close/>
                </a:path>
              </a:pathLst>
            </a:custGeom>
            <a:solidFill>
              <a:srgbClr val="B7C6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76" name="Freeform 41"/>
            <p:cNvSpPr/>
            <p:nvPr userDrawn="1"/>
          </p:nvSpPr>
          <p:spPr bwMode="auto">
            <a:xfrm>
              <a:off x="188" y="542"/>
              <a:ext cx="96" cy="217"/>
            </a:xfrm>
            <a:custGeom>
              <a:avLst/>
              <a:gdLst>
                <a:gd name="T0" fmla="*/ 4 w 26"/>
                <a:gd name="T1" fmla="*/ 59 h 59"/>
                <a:gd name="T2" fmla="*/ 6 w 26"/>
                <a:gd name="T3" fmla="*/ 32 h 59"/>
                <a:gd name="T4" fmla="*/ 10 w 26"/>
                <a:gd name="T5" fmla="*/ 14 h 59"/>
                <a:gd name="T6" fmla="*/ 19 w 26"/>
                <a:gd name="T7" fmla="*/ 22 h 59"/>
                <a:gd name="T8" fmla="*/ 24 w 26"/>
                <a:gd name="T9" fmla="*/ 34 h 59"/>
                <a:gd name="T10" fmla="*/ 26 w 26"/>
                <a:gd name="T11" fmla="*/ 44 h 59"/>
                <a:gd name="T12" fmla="*/ 21 w 26"/>
                <a:gd name="T13" fmla="*/ 32 h 59"/>
                <a:gd name="T14" fmla="*/ 13 w 26"/>
                <a:gd name="T15" fmla="*/ 11 h 59"/>
                <a:gd name="T16" fmla="*/ 10 w 26"/>
                <a:gd name="T17" fmla="*/ 20 h 59"/>
                <a:gd name="T18" fmla="*/ 8 w 26"/>
                <a:gd name="T19" fmla="*/ 33 h 59"/>
                <a:gd name="T20" fmla="*/ 4 w 26"/>
                <a:gd name="T21" fmla="*/ 50 h 59"/>
                <a:gd name="T22" fmla="*/ 4 w 26"/>
                <a:gd name="T23" fmla="*/ 59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6" h="59">
                  <a:moveTo>
                    <a:pt x="4" y="59"/>
                  </a:moveTo>
                  <a:cubicBezTo>
                    <a:pt x="0" y="53"/>
                    <a:pt x="5" y="39"/>
                    <a:pt x="6" y="32"/>
                  </a:cubicBezTo>
                  <a:cubicBezTo>
                    <a:pt x="7" y="26"/>
                    <a:pt x="8" y="20"/>
                    <a:pt x="10" y="14"/>
                  </a:cubicBezTo>
                  <a:cubicBezTo>
                    <a:pt x="13" y="0"/>
                    <a:pt x="18" y="17"/>
                    <a:pt x="19" y="22"/>
                  </a:cubicBezTo>
                  <a:cubicBezTo>
                    <a:pt x="21" y="26"/>
                    <a:pt x="22" y="30"/>
                    <a:pt x="24" y="34"/>
                  </a:cubicBezTo>
                  <a:cubicBezTo>
                    <a:pt x="24" y="38"/>
                    <a:pt x="26" y="41"/>
                    <a:pt x="26" y="44"/>
                  </a:cubicBezTo>
                  <a:cubicBezTo>
                    <a:pt x="23" y="41"/>
                    <a:pt x="22" y="36"/>
                    <a:pt x="21" y="32"/>
                  </a:cubicBezTo>
                  <a:cubicBezTo>
                    <a:pt x="18" y="25"/>
                    <a:pt x="17" y="17"/>
                    <a:pt x="13" y="11"/>
                  </a:cubicBezTo>
                  <a:cubicBezTo>
                    <a:pt x="11" y="13"/>
                    <a:pt x="11" y="17"/>
                    <a:pt x="10" y="20"/>
                  </a:cubicBezTo>
                  <a:cubicBezTo>
                    <a:pt x="10" y="24"/>
                    <a:pt x="9" y="28"/>
                    <a:pt x="8" y="33"/>
                  </a:cubicBezTo>
                  <a:cubicBezTo>
                    <a:pt x="7" y="38"/>
                    <a:pt x="5" y="44"/>
                    <a:pt x="4" y="50"/>
                  </a:cubicBezTo>
                  <a:cubicBezTo>
                    <a:pt x="4" y="53"/>
                    <a:pt x="3" y="56"/>
                    <a:pt x="4" y="59"/>
                  </a:cubicBezTo>
                  <a:close/>
                </a:path>
              </a:pathLst>
            </a:custGeom>
            <a:solidFill>
              <a:srgbClr val="B7C6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77" name="Freeform 42"/>
            <p:cNvSpPr/>
            <p:nvPr userDrawn="1"/>
          </p:nvSpPr>
          <p:spPr bwMode="auto">
            <a:xfrm>
              <a:off x="177" y="630"/>
              <a:ext cx="140" cy="59"/>
            </a:xfrm>
            <a:custGeom>
              <a:avLst/>
              <a:gdLst>
                <a:gd name="T0" fmla="*/ 0 w 38"/>
                <a:gd name="T1" fmla="*/ 16 h 16"/>
                <a:gd name="T2" fmla="*/ 0 w 38"/>
                <a:gd name="T3" fmla="*/ 16 h 16"/>
                <a:gd name="T4" fmla="*/ 9 w 38"/>
                <a:gd name="T5" fmla="*/ 11 h 16"/>
                <a:gd name="T6" fmla="*/ 32 w 38"/>
                <a:gd name="T7" fmla="*/ 2 h 16"/>
                <a:gd name="T8" fmla="*/ 38 w 38"/>
                <a:gd name="T9" fmla="*/ 0 h 16"/>
                <a:gd name="T10" fmla="*/ 27 w 38"/>
                <a:gd name="T11" fmla="*/ 6 h 16"/>
                <a:gd name="T12" fmla="*/ 16 w 38"/>
                <a:gd name="T13" fmla="*/ 11 h 16"/>
                <a:gd name="T14" fmla="*/ 0 w 38"/>
                <a:gd name="T15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8" h="16">
                  <a:moveTo>
                    <a:pt x="0" y="16"/>
                  </a:moveTo>
                  <a:cubicBezTo>
                    <a:pt x="0" y="16"/>
                    <a:pt x="0" y="16"/>
                    <a:pt x="0" y="16"/>
                  </a:cubicBezTo>
                  <a:cubicBezTo>
                    <a:pt x="3" y="14"/>
                    <a:pt x="6" y="12"/>
                    <a:pt x="9" y="11"/>
                  </a:cubicBezTo>
                  <a:cubicBezTo>
                    <a:pt x="17" y="8"/>
                    <a:pt x="24" y="4"/>
                    <a:pt x="32" y="2"/>
                  </a:cubicBezTo>
                  <a:cubicBezTo>
                    <a:pt x="34" y="1"/>
                    <a:pt x="36" y="0"/>
                    <a:pt x="38" y="0"/>
                  </a:cubicBezTo>
                  <a:cubicBezTo>
                    <a:pt x="35" y="3"/>
                    <a:pt x="31" y="4"/>
                    <a:pt x="27" y="6"/>
                  </a:cubicBezTo>
                  <a:cubicBezTo>
                    <a:pt x="23" y="8"/>
                    <a:pt x="19" y="9"/>
                    <a:pt x="16" y="11"/>
                  </a:cubicBezTo>
                  <a:cubicBezTo>
                    <a:pt x="11" y="13"/>
                    <a:pt x="6" y="15"/>
                    <a:pt x="0" y="16"/>
                  </a:cubicBezTo>
                  <a:close/>
                </a:path>
              </a:pathLst>
            </a:custGeom>
            <a:solidFill>
              <a:srgbClr val="B7C6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78" name="Freeform 43"/>
            <p:cNvSpPr/>
            <p:nvPr userDrawn="1"/>
          </p:nvSpPr>
          <p:spPr bwMode="auto">
            <a:xfrm>
              <a:off x="339" y="597"/>
              <a:ext cx="58" cy="29"/>
            </a:xfrm>
            <a:custGeom>
              <a:avLst/>
              <a:gdLst>
                <a:gd name="T0" fmla="*/ 0 w 16"/>
                <a:gd name="T1" fmla="*/ 8 h 8"/>
                <a:gd name="T2" fmla="*/ 13 w 16"/>
                <a:gd name="T3" fmla="*/ 0 h 8"/>
                <a:gd name="T4" fmla="*/ 16 w 16"/>
                <a:gd name="T5" fmla="*/ 0 h 8"/>
                <a:gd name="T6" fmla="*/ 12 w 16"/>
                <a:gd name="T7" fmla="*/ 3 h 8"/>
                <a:gd name="T8" fmla="*/ 0 w 16"/>
                <a:gd name="T9" fmla="*/ 8 h 8"/>
                <a:gd name="T10" fmla="*/ 0 w 16"/>
                <a:gd name="T11" fmla="*/ 8 h 8"/>
                <a:gd name="T12" fmla="*/ 0 w 16"/>
                <a:gd name="T13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" h="8">
                  <a:moveTo>
                    <a:pt x="0" y="8"/>
                  </a:moveTo>
                  <a:cubicBezTo>
                    <a:pt x="4" y="4"/>
                    <a:pt x="9" y="2"/>
                    <a:pt x="13" y="0"/>
                  </a:cubicBezTo>
                  <a:cubicBezTo>
                    <a:pt x="14" y="0"/>
                    <a:pt x="15" y="0"/>
                    <a:pt x="16" y="0"/>
                  </a:cubicBezTo>
                  <a:cubicBezTo>
                    <a:pt x="15" y="1"/>
                    <a:pt x="14" y="2"/>
                    <a:pt x="12" y="3"/>
                  </a:cubicBezTo>
                  <a:cubicBezTo>
                    <a:pt x="8" y="5"/>
                    <a:pt x="4" y="6"/>
                    <a:pt x="0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8"/>
                    <a:pt x="0" y="8"/>
                    <a:pt x="0" y="8"/>
                  </a:cubicBezTo>
                  <a:close/>
                </a:path>
              </a:pathLst>
            </a:custGeom>
            <a:solidFill>
              <a:srgbClr val="B7C6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79" name="Freeform 44"/>
            <p:cNvSpPr/>
            <p:nvPr userDrawn="1"/>
          </p:nvSpPr>
          <p:spPr bwMode="auto">
            <a:xfrm>
              <a:off x="353" y="549"/>
              <a:ext cx="44" cy="96"/>
            </a:xfrm>
            <a:custGeom>
              <a:avLst/>
              <a:gdLst>
                <a:gd name="T0" fmla="*/ 11 w 12"/>
                <a:gd name="T1" fmla="*/ 26 h 26"/>
                <a:gd name="T2" fmla="*/ 6 w 12"/>
                <a:gd name="T3" fmla="*/ 14 h 26"/>
                <a:gd name="T4" fmla="*/ 3 w 12"/>
                <a:gd name="T5" fmla="*/ 0 h 26"/>
                <a:gd name="T6" fmla="*/ 4 w 12"/>
                <a:gd name="T7" fmla="*/ 4 h 26"/>
                <a:gd name="T8" fmla="*/ 9 w 12"/>
                <a:gd name="T9" fmla="*/ 16 h 26"/>
                <a:gd name="T10" fmla="*/ 11 w 12"/>
                <a:gd name="T11" fmla="*/ 2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" h="26">
                  <a:moveTo>
                    <a:pt x="11" y="26"/>
                  </a:moveTo>
                  <a:cubicBezTo>
                    <a:pt x="8" y="23"/>
                    <a:pt x="7" y="18"/>
                    <a:pt x="6" y="14"/>
                  </a:cubicBezTo>
                  <a:cubicBezTo>
                    <a:pt x="5" y="12"/>
                    <a:pt x="0" y="1"/>
                    <a:pt x="3" y="0"/>
                  </a:cubicBezTo>
                  <a:cubicBezTo>
                    <a:pt x="2" y="1"/>
                    <a:pt x="4" y="3"/>
                    <a:pt x="4" y="4"/>
                  </a:cubicBezTo>
                  <a:cubicBezTo>
                    <a:pt x="6" y="8"/>
                    <a:pt x="7" y="12"/>
                    <a:pt x="9" y="16"/>
                  </a:cubicBezTo>
                  <a:cubicBezTo>
                    <a:pt x="10" y="19"/>
                    <a:pt x="12" y="23"/>
                    <a:pt x="11" y="26"/>
                  </a:cubicBezTo>
                  <a:close/>
                </a:path>
              </a:pathLst>
            </a:custGeom>
            <a:solidFill>
              <a:srgbClr val="B7C6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80" name="Freeform 45"/>
            <p:cNvSpPr/>
            <p:nvPr userDrawn="1"/>
          </p:nvSpPr>
          <p:spPr bwMode="auto">
            <a:xfrm>
              <a:off x="427" y="483"/>
              <a:ext cx="40" cy="140"/>
            </a:xfrm>
            <a:custGeom>
              <a:avLst/>
              <a:gdLst>
                <a:gd name="T0" fmla="*/ 11 w 11"/>
                <a:gd name="T1" fmla="*/ 38 h 38"/>
                <a:gd name="T2" fmla="*/ 8 w 11"/>
                <a:gd name="T3" fmla="*/ 32 h 38"/>
                <a:gd name="T4" fmla="*/ 4 w 11"/>
                <a:gd name="T5" fmla="*/ 19 h 38"/>
                <a:gd name="T6" fmla="*/ 3 w 11"/>
                <a:gd name="T7" fmla="*/ 0 h 38"/>
                <a:gd name="T8" fmla="*/ 4 w 11"/>
                <a:gd name="T9" fmla="*/ 8 h 38"/>
                <a:gd name="T10" fmla="*/ 7 w 11"/>
                <a:gd name="T11" fmla="*/ 22 h 38"/>
                <a:gd name="T12" fmla="*/ 10 w 11"/>
                <a:gd name="T13" fmla="*/ 31 h 38"/>
                <a:gd name="T14" fmla="*/ 11 w 11"/>
                <a:gd name="T15" fmla="*/ 38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" h="38">
                  <a:moveTo>
                    <a:pt x="11" y="38"/>
                  </a:moveTo>
                  <a:cubicBezTo>
                    <a:pt x="9" y="36"/>
                    <a:pt x="8" y="34"/>
                    <a:pt x="8" y="32"/>
                  </a:cubicBezTo>
                  <a:cubicBezTo>
                    <a:pt x="6" y="27"/>
                    <a:pt x="5" y="23"/>
                    <a:pt x="4" y="19"/>
                  </a:cubicBezTo>
                  <a:cubicBezTo>
                    <a:pt x="3" y="14"/>
                    <a:pt x="0" y="5"/>
                    <a:pt x="3" y="0"/>
                  </a:cubicBezTo>
                  <a:cubicBezTo>
                    <a:pt x="2" y="3"/>
                    <a:pt x="3" y="5"/>
                    <a:pt x="4" y="8"/>
                  </a:cubicBezTo>
                  <a:cubicBezTo>
                    <a:pt x="5" y="13"/>
                    <a:pt x="6" y="17"/>
                    <a:pt x="7" y="22"/>
                  </a:cubicBezTo>
                  <a:cubicBezTo>
                    <a:pt x="8" y="25"/>
                    <a:pt x="9" y="28"/>
                    <a:pt x="10" y="31"/>
                  </a:cubicBezTo>
                  <a:cubicBezTo>
                    <a:pt x="10" y="33"/>
                    <a:pt x="11" y="36"/>
                    <a:pt x="11" y="38"/>
                  </a:cubicBezTo>
                  <a:close/>
                </a:path>
              </a:pathLst>
            </a:custGeom>
            <a:solidFill>
              <a:srgbClr val="B7C6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81" name="Freeform 46"/>
            <p:cNvSpPr/>
            <p:nvPr userDrawn="1"/>
          </p:nvSpPr>
          <p:spPr bwMode="auto">
            <a:xfrm>
              <a:off x="427" y="464"/>
              <a:ext cx="172" cy="177"/>
            </a:xfrm>
            <a:custGeom>
              <a:avLst/>
              <a:gdLst>
                <a:gd name="T0" fmla="*/ 12 w 47"/>
                <a:gd name="T1" fmla="*/ 47 h 48"/>
                <a:gd name="T2" fmla="*/ 20 w 47"/>
                <a:gd name="T3" fmla="*/ 42 h 48"/>
                <a:gd name="T4" fmla="*/ 30 w 47"/>
                <a:gd name="T5" fmla="*/ 35 h 48"/>
                <a:gd name="T6" fmla="*/ 38 w 47"/>
                <a:gd name="T7" fmla="*/ 19 h 48"/>
                <a:gd name="T8" fmla="*/ 30 w 47"/>
                <a:gd name="T9" fmla="*/ 18 h 48"/>
                <a:gd name="T10" fmla="*/ 13 w 47"/>
                <a:gd name="T11" fmla="*/ 26 h 48"/>
                <a:gd name="T12" fmla="*/ 8 w 47"/>
                <a:gd name="T13" fmla="*/ 30 h 48"/>
                <a:gd name="T14" fmla="*/ 10 w 47"/>
                <a:gd name="T15" fmla="*/ 26 h 48"/>
                <a:gd name="T16" fmla="*/ 11 w 47"/>
                <a:gd name="T17" fmla="*/ 6 h 48"/>
                <a:gd name="T18" fmla="*/ 1 w 47"/>
                <a:gd name="T19" fmla="*/ 10 h 48"/>
                <a:gd name="T20" fmla="*/ 0 w 47"/>
                <a:gd name="T21" fmla="*/ 12 h 48"/>
                <a:gd name="T22" fmla="*/ 0 w 47"/>
                <a:gd name="T23" fmla="*/ 10 h 48"/>
                <a:gd name="T24" fmla="*/ 11 w 47"/>
                <a:gd name="T25" fmla="*/ 3 h 48"/>
                <a:gd name="T26" fmla="*/ 14 w 47"/>
                <a:gd name="T27" fmla="*/ 23 h 48"/>
                <a:gd name="T28" fmla="*/ 34 w 47"/>
                <a:gd name="T29" fmla="*/ 15 h 48"/>
                <a:gd name="T30" fmla="*/ 33 w 47"/>
                <a:gd name="T31" fmla="*/ 36 h 48"/>
                <a:gd name="T32" fmla="*/ 22 w 47"/>
                <a:gd name="T33" fmla="*/ 44 h 48"/>
                <a:gd name="T34" fmla="*/ 12 w 47"/>
                <a:gd name="T35" fmla="*/ 47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7" h="48">
                  <a:moveTo>
                    <a:pt x="12" y="47"/>
                  </a:moveTo>
                  <a:cubicBezTo>
                    <a:pt x="14" y="45"/>
                    <a:pt x="18" y="44"/>
                    <a:pt x="20" y="42"/>
                  </a:cubicBezTo>
                  <a:cubicBezTo>
                    <a:pt x="24" y="40"/>
                    <a:pt x="27" y="38"/>
                    <a:pt x="30" y="35"/>
                  </a:cubicBezTo>
                  <a:cubicBezTo>
                    <a:pt x="34" y="32"/>
                    <a:pt x="42" y="23"/>
                    <a:pt x="38" y="19"/>
                  </a:cubicBezTo>
                  <a:cubicBezTo>
                    <a:pt x="36" y="17"/>
                    <a:pt x="33" y="17"/>
                    <a:pt x="30" y="18"/>
                  </a:cubicBezTo>
                  <a:cubicBezTo>
                    <a:pt x="24" y="19"/>
                    <a:pt x="17" y="22"/>
                    <a:pt x="13" y="26"/>
                  </a:cubicBezTo>
                  <a:cubicBezTo>
                    <a:pt x="12" y="28"/>
                    <a:pt x="10" y="33"/>
                    <a:pt x="8" y="30"/>
                  </a:cubicBezTo>
                  <a:cubicBezTo>
                    <a:pt x="8" y="28"/>
                    <a:pt x="9" y="27"/>
                    <a:pt x="10" y="26"/>
                  </a:cubicBezTo>
                  <a:cubicBezTo>
                    <a:pt x="12" y="19"/>
                    <a:pt x="15" y="12"/>
                    <a:pt x="11" y="6"/>
                  </a:cubicBezTo>
                  <a:cubicBezTo>
                    <a:pt x="8" y="1"/>
                    <a:pt x="2" y="7"/>
                    <a:pt x="1" y="10"/>
                  </a:cubicBezTo>
                  <a:cubicBezTo>
                    <a:pt x="1" y="11"/>
                    <a:pt x="1" y="11"/>
                    <a:pt x="0" y="12"/>
                  </a:cubicBezTo>
                  <a:cubicBezTo>
                    <a:pt x="0" y="12"/>
                    <a:pt x="0" y="11"/>
                    <a:pt x="0" y="10"/>
                  </a:cubicBezTo>
                  <a:cubicBezTo>
                    <a:pt x="0" y="6"/>
                    <a:pt x="7" y="0"/>
                    <a:pt x="11" y="3"/>
                  </a:cubicBezTo>
                  <a:cubicBezTo>
                    <a:pt x="16" y="8"/>
                    <a:pt x="15" y="16"/>
                    <a:pt x="14" y="23"/>
                  </a:cubicBezTo>
                  <a:cubicBezTo>
                    <a:pt x="20" y="19"/>
                    <a:pt x="27" y="16"/>
                    <a:pt x="34" y="15"/>
                  </a:cubicBezTo>
                  <a:cubicBezTo>
                    <a:pt x="47" y="17"/>
                    <a:pt x="39" y="30"/>
                    <a:pt x="33" y="36"/>
                  </a:cubicBezTo>
                  <a:cubicBezTo>
                    <a:pt x="30" y="39"/>
                    <a:pt x="26" y="42"/>
                    <a:pt x="22" y="44"/>
                  </a:cubicBezTo>
                  <a:cubicBezTo>
                    <a:pt x="19" y="46"/>
                    <a:pt x="16" y="48"/>
                    <a:pt x="12" y="47"/>
                  </a:cubicBezTo>
                  <a:close/>
                </a:path>
              </a:pathLst>
            </a:custGeom>
            <a:solidFill>
              <a:srgbClr val="B7C6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82" name="Freeform 47"/>
            <p:cNvSpPr/>
            <p:nvPr userDrawn="1"/>
          </p:nvSpPr>
          <p:spPr bwMode="auto">
            <a:xfrm>
              <a:off x="599" y="428"/>
              <a:ext cx="106" cy="55"/>
            </a:xfrm>
            <a:custGeom>
              <a:avLst/>
              <a:gdLst>
                <a:gd name="T0" fmla="*/ 0 w 29"/>
                <a:gd name="T1" fmla="*/ 15 h 15"/>
                <a:gd name="T2" fmla="*/ 21 w 29"/>
                <a:gd name="T3" fmla="*/ 3 h 15"/>
                <a:gd name="T4" fmla="*/ 29 w 29"/>
                <a:gd name="T5" fmla="*/ 0 h 15"/>
                <a:gd name="T6" fmla="*/ 24 w 29"/>
                <a:gd name="T7" fmla="*/ 3 h 15"/>
                <a:gd name="T8" fmla="*/ 17 w 29"/>
                <a:gd name="T9" fmla="*/ 6 h 15"/>
                <a:gd name="T10" fmla="*/ 17 w 29"/>
                <a:gd name="T11" fmla="*/ 6 h 15"/>
                <a:gd name="T12" fmla="*/ 5 w 29"/>
                <a:gd name="T13" fmla="*/ 13 h 15"/>
                <a:gd name="T14" fmla="*/ 0 w 29"/>
                <a:gd name="T15" fmla="*/ 15 h 15"/>
                <a:gd name="T16" fmla="*/ 0 w 29"/>
                <a:gd name="T17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" h="15">
                  <a:moveTo>
                    <a:pt x="0" y="15"/>
                  </a:moveTo>
                  <a:cubicBezTo>
                    <a:pt x="3" y="10"/>
                    <a:pt x="15" y="6"/>
                    <a:pt x="21" y="3"/>
                  </a:cubicBezTo>
                  <a:cubicBezTo>
                    <a:pt x="23" y="2"/>
                    <a:pt x="26" y="0"/>
                    <a:pt x="29" y="0"/>
                  </a:cubicBezTo>
                  <a:cubicBezTo>
                    <a:pt x="28" y="1"/>
                    <a:pt x="26" y="2"/>
                    <a:pt x="24" y="3"/>
                  </a:cubicBezTo>
                  <a:cubicBezTo>
                    <a:pt x="22" y="4"/>
                    <a:pt x="20" y="5"/>
                    <a:pt x="17" y="6"/>
                  </a:cubicBezTo>
                  <a:cubicBezTo>
                    <a:pt x="17" y="6"/>
                    <a:pt x="17" y="6"/>
                    <a:pt x="17" y="6"/>
                  </a:cubicBezTo>
                  <a:cubicBezTo>
                    <a:pt x="13" y="8"/>
                    <a:pt x="9" y="11"/>
                    <a:pt x="5" y="13"/>
                  </a:cubicBezTo>
                  <a:cubicBezTo>
                    <a:pt x="3" y="14"/>
                    <a:pt x="1" y="14"/>
                    <a:pt x="0" y="15"/>
                  </a:cubicBezTo>
                  <a:cubicBezTo>
                    <a:pt x="0" y="15"/>
                    <a:pt x="0" y="15"/>
                    <a:pt x="0" y="15"/>
                  </a:cubicBezTo>
                  <a:close/>
                </a:path>
              </a:pathLst>
            </a:custGeom>
            <a:solidFill>
              <a:srgbClr val="B7C6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83" name="Freeform 48"/>
            <p:cNvSpPr/>
            <p:nvPr userDrawn="1"/>
          </p:nvSpPr>
          <p:spPr bwMode="auto">
            <a:xfrm>
              <a:off x="647" y="464"/>
              <a:ext cx="73" cy="45"/>
            </a:xfrm>
            <a:custGeom>
              <a:avLst/>
              <a:gdLst>
                <a:gd name="T0" fmla="*/ 0 w 20"/>
                <a:gd name="T1" fmla="*/ 12 h 12"/>
                <a:gd name="T2" fmla="*/ 10 w 20"/>
                <a:gd name="T3" fmla="*/ 5 h 12"/>
                <a:gd name="T4" fmla="*/ 17 w 20"/>
                <a:gd name="T5" fmla="*/ 1 h 12"/>
                <a:gd name="T6" fmla="*/ 20 w 20"/>
                <a:gd name="T7" fmla="*/ 0 h 12"/>
                <a:gd name="T8" fmla="*/ 18 w 20"/>
                <a:gd name="T9" fmla="*/ 3 h 12"/>
                <a:gd name="T10" fmla="*/ 0 w 20"/>
                <a:gd name="T11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" h="12">
                  <a:moveTo>
                    <a:pt x="0" y="12"/>
                  </a:moveTo>
                  <a:cubicBezTo>
                    <a:pt x="3" y="9"/>
                    <a:pt x="7" y="7"/>
                    <a:pt x="10" y="5"/>
                  </a:cubicBezTo>
                  <a:cubicBezTo>
                    <a:pt x="13" y="4"/>
                    <a:pt x="15" y="2"/>
                    <a:pt x="17" y="1"/>
                  </a:cubicBezTo>
                  <a:cubicBezTo>
                    <a:pt x="18" y="1"/>
                    <a:pt x="19" y="0"/>
                    <a:pt x="20" y="0"/>
                  </a:cubicBezTo>
                  <a:cubicBezTo>
                    <a:pt x="20" y="1"/>
                    <a:pt x="19" y="2"/>
                    <a:pt x="18" y="3"/>
                  </a:cubicBezTo>
                  <a:cubicBezTo>
                    <a:pt x="12" y="6"/>
                    <a:pt x="6" y="11"/>
                    <a:pt x="0" y="12"/>
                  </a:cubicBezTo>
                  <a:close/>
                </a:path>
              </a:pathLst>
            </a:custGeom>
            <a:solidFill>
              <a:srgbClr val="B7C6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84" name="Freeform 49"/>
            <p:cNvSpPr/>
            <p:nvPr userDrawn="1"/>
          </p:nvSpPr>
          <p:spPr bwMode="auto">
            <a:xfrm>
              <a:off x="768" y="343"/>
              <a:ext cx="135" cy="147"/>
            </a:xfrm>
            <a:custGeom>
              <a:avLst/>
              <a:gdLst>
                <a:gd name="T0" fmla="*/ 6 w 37"/>
                <a:gd name="T1" fmla="*/ 37 h 40"/>
                <a:gd name="T2" fmla="*/ 0 w 37"/>
                <a:gd name="T3" fmla="*/ 21 h 40"/>
                <a:gd name="T4" fmla="*/ 5 w 37"/>
                <a:gd name="T5" fmla="*/ 2 h 40"/>
                <a:gd name="T6" fmla="*/ 7 w 37"/>
                <a:gd name="T7" fmla="*/ 0 h 40"/>
                <a:gd name="T8" fmla="*/ 10 w 37"/>
                <a:gd name="T9" fmla="*/ 0 h 40"/>
                <a:gd name="T10" fmla="*/ 3 w 37"/>
                <a:gd name="T11" fmla="*/ 24 h 40"/>
                <a:gd name="T12" fmla="*/ 20 w 37"/>
                <a:gd name="T13" fmla="*/ 35 h 40"/>
                <a:gd name="T14" fmla="*/ 33 w 37"/>
                <a:gd name="T15" fmla="*/ 23 h 40"/>
                <a:gd name="T16" fmla="*/ 37 w 37"/>
                <a:gd name="T17" fmla="*/ 18 h 40"/>
                <a:gd name="T18" fmla="*/ 32 w 37"/>
                <a:gd name="T19" fmla="*/ 27 h 40"/>
                <a:gd name="T20" fmla="*/ 23 w 37"/>
                <a:gd name="T21" fmla="*/ 35 h 40"/>
                <a:gd name="T22" fmla="*/ 6 w 37"/>
                <a:gd name="T23" fmla="*/ 3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7" h="40">
                  <a:moveTo>
                    <a:pt x="6" y="37"/>
                  </a:moveTo>
                  <a:cubicBezTo>
                    <a:pt x="1" y="33"/>
                    <a:pt x="0" y="27"/>
                    <a:pt x="0" y="21"/>
                  </a:cubicBezTo>
                  <a:cubicBezTo>
                    <a:pt x="0" y="14"/>
                    <a:pt x="2" y="8"/>
                    <a:pt x="5" y="2"/>
                  </a:cubicBezTo>
                  <a:cubicBezTo>
                    <a:pt x="6" y="1"/>
                    <a:pt x="6" y="0"/>
                    <a:pt x="7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4" y="6"/>
                    <a:pt x="2" y="15"/>
                    <a:pt x="3" y="24"/>
                  </a:cubicBezTo>
                  <a:cubicBezTo>
                    <a:pt x="3" y="34"/>
                    <a:pt x="10" y="39"/>
                    <a:pt x="20" y="35"/>
                  </a:cubicBezTo>
                  <a:cubicBezTo>
                    <a:pt x="25" y="32"/>
                    <a:pt x="29" y="27"/>
                    <a:pt x="33" y="23"/>
                  </a:cubicBezTo>
                  <a:cubicBezTo>
                    <a:pt x="34" y="21"/>
                    <a:pt x="35" y="20"/>
                    <a:pt x="37" y="18"/>
                  </a:cubicBezTo>
                  <a:cubicBezTo>
                    <a:pt x="37" y="22"/>
                    <a:pt x="34" y="24"/>
                    <a:pt x="32" y="27"/>
                  </a:cubicBezTo>
                  <a:cubicBezTo>
                    <a:pt x="29" y="30"/>
                    <a:pt x="26" y="33"/>
                    <a:pt x="23" y="35"/>
                  </a:cubicBezTo>
                  <a:cubicBezTo>
                    <a:pt x="18" y="39"/>
                    <a:pt x="11" y="40"/>
                    <a:pt x="6" y="37"/>
                  </a:cubicBezTo>
                  <a:close/>
                </a:path>
              </a:pathLst>
            </a:custGeom>
            <a:solidFill>
              <a:srgbClr val="B7C6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85" name="Freeform 50"/>
            <p:cNvSpPr/>
            <p:nvPr userDrawn="1"/>
          </p:nvSpPr>
          <p:spPr bwMode="auto">
            <a:xfrm>
              <a:off x="4875" y="1674"/>
              <a:ext cx="187" cy="246"/>
            </a:xfrm>
            <a:custGeom>
              <a:avLst/>
              <a:gdLst>
                <a:gd name="T0" fmla="*/ 15 w 51"/>
                <a:gd name="T1" fmla="*/ 66 h 67"/>
                <a:gd name="T2" fmla="*/ 10 w 51"/>
                <a:gd name="T3" fmla="*/ 60 h 67"/>
                <a:gd name="T4" fmla="*/ 0 w 51"/>
                <a:gd name="T5" fmla="*/ 46 h 67"/>
                <a:gd name="T6" fmla="*/ 16 w 51"/>
                <a:gd name="T7" fmla="*/ 65 h 67"/>
                <a:gd name="T8" fmla="*/ 15 w 51"/>
                <a:gd name="T9" fmla="*/ 56 h 67"/>
                <a:gd name="T10" fmla="*/ 12 w 51"/>
                <a:gd name="T11" fmla="*/ 42 h 67"/>
                <a:gd name="T12" fmla="*/ 9 w 51"/>
                <a:gd name="T13" fmla="*/ 34 h 67"/>
                <a:gd name="T14" fmla="*/ 10 w 51"/>
                <a:gd name="T15" fmla="*/ 27 h 67"/>
                <a:gd name="T16" fmla="*/ 21 w 51"/>
                <a:gd name="T17" fmla="*/ 17 h 67"/>
                <a:gd name="T18" fmla="*/ 35 w 51"/>
                <a:gd name="T19" fmla="*/ 9 h 67"/>
                <a:gd name="T20" fmla="*/ 45 w 51"/>
                <a:gd name="T21" fmla="*/ 2 h 67"/>
                <a:gd name="T22" fmla="*/ 51 w 51"/>
                <a:gd name="T23" fmla="*/ 0 h 67"/>
                <a:gd name="T24" fmla="*/ 46 w 51"/>
                <a:gd name="T25" fmla="*/ 4 h 67"/>
                <a:gd name="T26" fmla="*/ 30 w 51"/>
                <a:gd name="T27" fmla="*/ 14 h 67"/>
                <a:gd name="T28" fmla="*/ 13 w 51"/>
                <a:gd name="T29" fmla="*/ 26 h 67"/>
                <a:gd name="T30" fmla="*/ 12 w 51"/>
                <a:gd name="T31" fmla="*/ 37 h 67"/>
                <a:gd name="T32" fmla="*/ 16 w 51"/>
                <a:gd name="T33" fmla="*/ 49 h 67"/>
                <a:gd name="T34" fmla="*/ 18 w 51"/>
                <a:gd name="T35" fmla="*/ 62 h 67"/>
                <a:gd name="T36" fmla="*/ 18 w 51"/>
                <a:gd name="T37" fmla="*/ 66 h 67"/>
                <a:gd name="T38" fmla="*/ 15 w 51"/>
                <a:gd name="T39" fmla="*/ 66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1" h="67">
                  <a:moveTo>
                    <a:pt x="15" y="66"/>
                  </a:moveTo>
                  <a:cubicBezTo>
                    <a:pt x="13" y="65"/>
                    <a:pt x="11" y="62"/>
                    <a:pt x="10" y="60"/>
                  </a:cubicBezTo>
                  <a:cubicBezTo>
                    <a:pt x="6" y="56"/>
                    <a:pt x="3" y="51"/>
                    <a:pt x="0" y="46"/>
                  </a:cubicBezTo>
                  <a:cubicBezTo>
                    <a:pt x="7" y="51"/>
                    <a:pt x="10" y="59"/>
                    <a:pt x="16" y="65"/>
                  </a:cubicBezTo>
                  <a:cubicBezTo>
                    <a:pt x="16" y="62"/>
                    <a:pt x="16" y="59"/>
                    <a:pt x="15" y="56"/>
                  </a:cubicBezTo>
                  <a:cubicBezTo>
                    <a:pt x="14" y="52"/>
                    <a:pt x="13" y="47"/>
                    <a:pt x="12" y="42"/>
                  </a:cubicBezTo>
                  <a:cubicBezTo>
                    <a:pt x="11" y="40"/>
                    <a:pt x="10" y="37"/>
                    <a:pt x="9" y="34"/>
                  </a:cubicBezTo>
                  <a:cubicBezTo>
                    <a:pt x="8" y="32"/>
                    <a:pt x="8" y="29"/>
                    <a:pt x="10" y="27"/>
                  </a:cubicBezTo>
                  <a:cubicBezTo>
                    <a:pt x="12" y="23"/>
                    <a:pt x="17" y="20"/>
                    <a:pt x="21" y="17"/>
                  </a:cubicBezTo>
                  <a:cubicBezTo>
                    <a:pt x="26" y="14"/>
                    <a:pt x="30" y="12"/>
                    <a:pt x="35" y="9"/>
                  </a:cubicBezTo>
                  <a:cubicBezTo>
                    <a:pt x="38" y="7"/>
                    <a:pt x="42" y="4"/>
                    <a:pt x="45" y="2"/>
                  </a:cubicBezTo>
                  <a:cubicBezTo>
                    <a:pt x="47" y="1"/>
                    <a:pt x="49" y="0"/>
                    <a:pt x="51" y="0"/>
                  </a:cubicBezTo>
                  <a:cubicBezTo>
                    <a:pt x="50" y="2"/>
                    <a:pt x="48" y="3"/>
                    <a:pt x="46" y="4"/>
                  </a:cubicBezTo>
                  <a:cubicBezTo>
                    <a:pt x="41" y="7"/>
                    <a:pt x="35" y="10"/>
                    <a:pt x="30" y="14"/>
                  </a:cubicBezTo>
                  <a:cubicBezTo>
                    <a:pt x="24" y="18"/>
                    <a:pt x="18" y="21"/>
                    <a:pt x="13" y="26"/>
                  </a:cubicBezTo>
                  <a:cubicBezTo>
                    <a:pt x="9" y="30"/>
                    <a:pt x="11" y="33"/>
                    <a:pt x="12" y="37"/>
                  </a:cubicBezTo>
                  <a:cubicBezTo>
                    <a:pt x="14" y="41"/>
                    <a:pt x="15" y="45"/>
                    <a:pt x="16" y="49"/>
                  </a:cubicBezTo>
                  <a:cubicBezTo>
                    <a:pt x="17" y="53"/>
                    <a:pt x="17" y="58"/>
                    <a:pt x="18" y="62"/>
                  </a:cubicBezTo>
                  <a:cubicBezTo>
                    <a:pt x="18" y="64"/>
                    <a:pt x="19" y="65"/>
                    <a:pt x="18" y="66"/>
                  </a:cubicBezTo>
                  <a:cubicBezTo>
                    <a:pt x="17" y="67"/>
                    <a:pt x="16" y="67"/>
                    <a:pt x="15" y="66"/>
                  </a:cubicBezTo>
                  <a:close/>
                </a:path>
              </a:pathLst>
            </a:custGeom>
            <a:solidFill>
              <a:srgbClr val="B7C6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86" name="Freeform 51"/>
            <p:cNvSpPr>
              <a:spLocks noEditPoints="1"/>
            </p:cNvSpPr>
            <p:nvPr userDrawn="1"/>
          </p:nvSpPr>
          <p:spPr bwMode="auto">
            <a:xfrm>
              <a:off x="4985" y="1758"/>
              <a:ext cx="125" cy="111"/>
            </a:xfrm>
            <a:custGeom>
              <a:avLst/>
              <a:gdLst>
                <a:gd name="T0" fmla="*/ 2 w 34"/>
                <a:gd name="T1" fmla="*/ 29 h 30"/>
                <a:gd name="T2" fmla="*/ 1 w 34"/>
                <a:gd name="T3" fmla="*/ 19 h 30"/>
                <a:gd name="T4" fmla="*/ 14 w 34"/>
                <a:gd name="T5" fmla="*/ 4 h 30"/>
                <a:gd name="T6" fmla="*/ 15 w 34"/>
                <a:gd name="T7" fmla="*/ 2 h 30"/>
                <a:gd name="T8" fmla="*/ 15 w 34"/>
                <a:gd name="T9" fmla="*/ 4 h 30"/>
                <a:gd name="T10" fmla="*/ 16 w 34"/>
                <a:gd name="T11" fmla="*/ 4 h 30"/>
                <a:gd name="T12" fmla="*/ 17 w 34"/>
                <a:gd name="T13" fmla="*/ 5 h 30"/>
                <a:gd name="T14" fmla="*/ 16 w 34"/>
                <a:gd name="T15" fmla="*/ 11 h 30"/>
                <a:gd name="T16" fmla="*/ 20 w 34"/>
                <a:gd name="T17" fmla="*/ 24 h 30"/>
                <a:gd name="T18" fmla="*/ 26 w 34"/>
                <a:gd name="T19" fmla="*/ 22 h 30"/>
                <a:gd name="T20" fmla="*/ 34 w 34"/>
                <a:gd name="T21" fmla="*/ 14 h 30"/>
                <a:gd name="T22" fmla="*/ 33 w 34"/>
                <a:gd name="T23" fmla="*/ 18 h 30"/>
                <a:gd name="T24" fmla="*/ 24 w 34"/>
                <a:gd name="T25" fmla="*/ 25 h 30"/>
                <a:gd name="T26" fmla="*/ 14 w 34"/>
                <a:gd name="T27" fmla="*/ 16 h 30"/>
                <a:gd name="T28" fmla="*/ 6 w 34"/>
                <a:gd name="T29" fmla="*/ 29 h 30"/>
                <a:gd name="T30" fmla="*/ 2 w 34"/>
                <a:gd name="T31" fmla="*/ 29 h 30"/>
                <a:gd name="T32" fmla="*/ 4 w 34"/>
                <a:gd name="T33" fmla="*/ 28 h 30"/>
                <a:gd name="T34" fmla="*/ 12 w 34"/>
                <a:gd name="T35" fmla="*/ 18 h 30"/>
                <a:gd name="T36" fmla="*/ 14 w 34"/>
                <a:gd name="T37" fmla="*/ 6 h 30"/>
                <a:gd name="T38" fmla="*/ 10 w 34"/>
                <a:gd name="T39" fmla="*/ 6 h 30"/>
                <a:gd name="T40" fmla="*/ 4 w 34"/>
                <a:gd name="T41" fmla="*/ 17 h 30"/>
                <a:gd name="T42" fmla="*/ 4 w 34"/>
                <a:gd name="T43" fmla="*/ 17 h 30"/>
                <a:gd name="T44" fmla="*/ 4 w 34"/>
                <a:gd name="T45" fmla="*/ 28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4" h="30">
                  <a:moveTo>
                    <a:pt x="2" y="29"/>
                  </a:moveTo>
                  <a:cubicBezTo>
                    <a:pt x="0" y="27"/>
                    <a:pt x="1" y="22"/>
                    <a:pt x="1" y="19"/>
                  </a:cubicBezTo>
                  <a:cubicBezTo>
                    <a:pt x="2" y="14"/>
                    <a:pt x="7" y="0"/>
                    <a:pt x="14" y="4"/>
                  </a:cubicBezTo>
                  <a:cubicBezTo>
                    <a:pt x="14" y="3"/>
                    <a:pt x="15" y="3"/>
                    <a:pt x="15" y="2"/>
                  </a:cubicBezTo>
                  <a:cubicBezTo>
                    <a:pt x="15" y="3"/>
                    <a:pt x="15" y="4"/>
                    <a:pt x="15" y="4"/>
                  </a:cubicBezTo>
                  <a:cubicBezTo>
                    <a:pt x="15" y="4"/>
                    <a:pt x="16" y="4"/>
                    <a:pt x="16" y="4"/>
                  </a:cubicBezTo>
                  <a:cubicBezTo>
                    <a:pt x="17" y="4"/>
                    <a:pt x="17" y="5"/>
                    <a:pt x="17" y="5"/>
                  </a:cubicBezTo>
                  <a:cubicBezTo>
                    <a:pt x="17" y="7"/>
                    <a:pt x="16" y="9"/>
                    <a:pt x="16" y="11"/>
                  </a:cubicBezTo>
                  <a:cubicBezTo>
                    <a:pt x="16" y="15"/>
                    <a:pt x="16" y="21"/>
                    <a:pt x="20" y="24"/>
                  </a:cubicBezTo>
                  <a:cubicBezTo>
                    <a:pt x="22" y="24"/>
                    <a:pt x="24" y="23"/>
                    <a:pt x="26" y="22"/>
                  </a:cubicBezTo>
                  <a:cubicBezTo>
                    <a:pt x="29" y="20"/>
                    <a:pt x="31" y="17"/>
                    <a:pt x="34" y="14"/>
                  </a:cubicBezTo>
                  <a:cubicBezTo>
                    <a:pt x="34" y="16"/>
                    <a:pt x="33" y="17"/>
                    <a:pt x="33" y="18"/>
                  </a:cubicBezTo>
                  <a:cubicBezTo>
                    <a:pt x="30" y="21"/>
                    <a:pt x="28" y="24"/>
                    <a:pt x="24" y="25"/>
                  </a:cubicBezTo>
                  <a:cubicBezTo>
                    <a:pt x="17" y="28"/>
                    <a:pt x="15" y="22"/>
                    <a:pt x="14" y="16"/>
                  </a:cubicBezTo>
                  <a:cubicBezTo>
                    <a:pt x="13" y="21"/>
                    <a:pt x="11" y="27"/>
                    <a:pt x="6" y="29"/>
                  </a:cubicBezTo>
                  <a:cubicBezTo>
                    <a:pt x="5" y="29"/>
                    <a:pt x="4" y="30"/>
                    <a:pt x="2" y="29"/>
                  </a:cubicBezTo>
                  <a:close/>
                  <a:moveTo>
                    <a:pt x="4" y="28"/>
                  </a:moveTo>
                  <a:cubicBezTo>
                    <a:pt x="9" y="27"/>
                    <a:pt x="10" y="22"/>
                    <a:pt x="12" y="18"/>
                  </a:cubicBezTo>
                  <a:cubicBezTo>
                    <a:pt x="13" y="14"/>
                    <a:pt x="14" y="10"/>
                    <a:pt x="14" y="6"/>
                  </a:cubicBezTo>
                  <a:cubicBezTo>
                    <a:pt x="14" y="4"/>
                    <a:pt x="11" y="5"/>
                    <a:pt x="10" y="6"/>
                  </a:cubicBezTo>
                  <a:cubicBezTo>
                    <a:pt x="6" y="9"/>
                    <a:pt x="5" y="13"/>
                    <a:pt x="4" y="17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3" y="19"/>
                    <a:pt x="1" y="27"/>
                    <a:pt x="4" y="28"/>
                  </a:cubicBezTo>
                  <a:close/>
                </a:path>
              </a:pathLst>
            </a:custGeom>
            <a:solidFill>
              <a:srgbClr val="B7C6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87" name="Freeform 52"/>
            <p:cNvSpPr>
              <a:spLocks noEditPoints="1"/>
            </p:cNvSpPr>
            <p:nvPr userDrawn="1"/>
          </p:nvSpPr>
          <p:spPr bwMode="auto">
            <a:xfrm>
              <a:off x="4849" y="2648"/>
              <a:ext cx="165" cy="158"/>
            </a:xfrm>
            <a:custGeom>
              <a:avLst/>
              <a:gdLst>
                <a:gd name="T0" fmla="*/ 23 w 45"/>
                <a:gd name="T1" fmla="*/ 43 h 43"/>
                <a:gd name="T2" fmla="*/ 5 w 45"/>
                <a:gd name="T3" fmla="*/ 19 h 43"/>
                <a:gd name="T4" fmla="*/ 16 w 45"/>
                <a:gd name="T5" fmla="*/ 4 h 43"/>
                <a:gd name="T6" fmla="*/ 17 w 45"/>
                <a:gd name="T7" fmla="*/ 4 h 43"/>
                <a:gd name="T8" fmla="*/ 12 w 45"/>
                <a:gd name="T9" fmla="*/ 9 h 43"/>
                <a:gd name="T10" fmla="*/ 9 w 45"/>
                <a:gd name="T11" fmla="*/ 14 h 43"/>
                <a:gd name="T12" fmla="*/ 25 w 45"/>
                <a:gd name="T13" fmla="*/ 2 h 43"/>
                <a:gd name="T14" fmla="*/ 45 w 45"/>
                <a:gd name="T15" fmla="*/ 22 h 43"/>
                <a:gd name="T16" fmla="*/ 39 w 45"/>
                <a:gd name="T17" fmla="*/ 34 h 43"/>
                <a:gd name="T18" fmla="*/ 23 w 45"/>
                <a:gd name="T19" fmla="*/ 43 h 43"/>
                <a:gd name="T20" fmla="*/ 24 w 45"/>
                <a:gd name="T21" fmla="*/ 41 h 43"/>
                <a:gd name="T22" fmla="*/ 42 w 45"/>
                <a:gd name="T23" fmla="*/ 24 h 43"/>
                <a:gd name="T24" fmla="*/ 38 w 45"/>
                <a:gd name="T25" fmla="*/ 9 h 43"/>
                <a:gd name="T26" fmla="*/ 21 w 45"/>
                <a:gd name="T27" fmla="*/ 5 h 43"/>
                <a:gd name="T28" fmla="*/ 7 w 45"/>
                <a:gd name="T29" fmla="*/ 18 h 43"/>
                <a:gd name="T30" fmla="*/ 12 w 45"/>
                <a:gd name="T31" fmla="*/ 37 h 43"/>
                <a:gd name="T32" fmla="*/ 24 w 45"/>
                <a:gd name="T33" fmla="*/ 41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5" h="43">
                  <a:moveTo>
                    <a:pt x="23" y="43"/>
                  </a:moveTo>
                  <a:cubicBezTo>
                    <a:pt x="11" y="42"/>
                    <a:pt x="0" y="31"/>
                    <a:pt x="5" y="19"/>
                  </a:cubicBezTo>
                  <a:cubicBezTo>
                    <a:pt x="7" y="13"/>
                    <a:pt x="10" y="7"/>
                    <a:pt x="16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5" y="6"/>
                    <a:pt x="13" y="8"/>
                    <a:pt x="12" y="9"/>
                  </a:cubicBezTo>
                  <a:cubicBezTo>
                    <a:pt x="10" y="11"/>
                    <a:pt x="9" y="12"/>
                    <a:pt x="9" y="14"/>
                  </a:cubicBezTo>
                  <a:cubicBezTo>
                    <a:pt x="13" y="9"/>
                    <a:pt x="18" y="3"/>
                    <a:pt x="25" y="2"/>
                  </a:cubicBezTo>
                  <a:cubicBezTo>
                    <a:pt x="36" y="0"/>
                    <a:pt x="45" y="12"/>
                    <a:pt x="45" y="22"/>
                  </a:cubicBezTo>
                  <a:cubicBezTo>
                    <a:pt x="44" y="26"/>
                    <a:pt x="42" y="30"/>
                    <a:pt x="39" y="34"/>
                  </a:cubicBezTo>
                  <a:cubicBezTo>
                    <a:pt x="36" y="39"/>
                    <a:pt x="30" y="43"/>
                    <a:pt x="23" y="43"/>
                  </a:cubicBezTo>
                  <a:close/>
                  <a:moveTo>
                    <a:pt x="24" y="41"/>
                  </a:moveTo>
                  <a:cubicBezTo>
                    <a:pt x="34" y="40"/>
                    <a:pt x="40" y="32"/>
                    <a:pt x="42" y="24"/>
                  </a:cubicBezTo>
                  <a:cubicBezTo>
                    <a:pt x="44" y="19"/>
                    <a:pt x="41" y="13"/>
                    <a:pt x="38" y="9"/>
                  </a:cubicBezTo>
                  <a:cubicBezTo>
                    <a:pt x="34" y="4"/>
                    <a:pt x="27" y="2"/>
                    <a:pt x="21" y="5"/>
                  </a:cubicBezTo>
                  <a:cubicBezTo>
                    <a:pt x="15" y="8"/>
                    <a:pt x="12" y="14"/>
                    <a:pt x="7" y="18"/>
                  </a:cubicBezTo>
                  <a:cubicBezTo>
                    <a:pt x="4" y="25"/>
                    <a:pt x="6" y="33"/>
                    <a:pt x="12" y="37"/>
                  </a:cubicBezTo>
                  <a:cubicBezTo>
                    <a:pt x="16" y="40"/>
                    <a:pt x="20" y="41"/>
                    <a:pt x="24" y="41"/>
                  </a:cubicBezTo>
                  <a:close/>
                </a:path>
              </a:pathLst>
            </a:custGeom>
            <a:solidFill>
              <a:srgbClr val="B7C6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88" name="Freeform 53"/>
            <p:cNvSpPr/>
            <p:nvPr userDrawn="1"/>
          </p:nvSpPr>
          <p:spPr bwMode="auto">
            <a:xfrm>
              <a:off x="4945" y="2567"/>
              <a:ext cx="51" cy="143"/>
            </a:xfrm>
            <a:custGeom>
              <a:avLst/>
              <a:gdLst>
                <a:gd name="T0" fmla="*/ 0 w 14"/>
                <a:gd name="T1" fmla="*/ 39 h 39"/>
                <a:gd name="T2" fmla="*/ 2 w 14"/>
                <a:gd name="T3" fmla="*/ 32 h 39"/>
                <a:gd name="T4" fmla="*/ 8 w 14"/>
                <a:gd name="T5" fmla="*/ 16 h 39"/>
                <a:gd name="T6" fmla="*/ 14 w 14"/>
                <a:gd name="T7" fmla="*/ 0 h 39"/>
                <a:gd name="T8" fmla="*/ 14 w 14"/>
                <a:gd name="T9" fmla="*/ 0 h 39"/>
                <a:gd name="T10" fmla="*/ 14 w 14"/>
                <a:gd name="T11" fmla="*/ 1 h 39"/>
                <a:gd name="T12" fmla="*/ 9 w 14"/>
                <a:gd name="T13" fmla="*/ 16 h 39"/>
                <a:gd name="T14" fmla="*/ 4 w 14"/>
                <a:gd name="T15" fmla="*/ 32 h 39"/>
                <a:gd name="T16" fmla="*/ 0 w 14"/>
                <a:gd name="T17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" h="39">
                  <a:moveTo>
                    <a:pt x="0" y="39"/>
                  </a:moveTo>
                  <a:cubicBezTo>
                    <a:pt x="0" y="37"/>
                    <a:pt x="1" y="35"/>
                    <a:pt x="2" y="32"/>
                  </a:cubicBezTo>
                  <a:cubicBezTo>
                    <a:pt x="4" y="27"/>
                    <a:pt x="6" y="21"/>
                    <a:pt x="8" y="16"/>
                  </a:cubicBezTo>
                  <a:cubicBezTo>
                    <a:pt x="9" y="10"/>
                    <a:pt x="11" y="5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13" y="6"/>
                    <a:pt x="11" y="11"/>
                    <a:pt x="9" y="16"/>
                  </a:cubicBezTo>
                  <a:cubicBezTo>
                    <a:pt x="7" y="21"/>
                    <a:pt x="6" y="27"/>
                    <a:pt x="4" y="32"/>
                  </a:cubicBezTo>
                  <a:cubicBezTo>
                    <a:pt x="3" y="34"/>
                    <a:pt x="2" y="37"/>
                    <a:pt x="0" y="39"/>
                  </a:cubicBezTo>
                  <a:close/>
                </a:path>
              </a:pathLst>
            </a:custGeom>
            <a:solidFill>
              <a:srgbClr val="B7C6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89" name="Freeform 54"/>
            <p:cNvSpPr/>
            <p:nvPr userDrawn="1"/>
          </p:nvSpPr>
          <p:spPr bwMode="auto">
            <a:xfrm>
              <a:off x="4879" y="2799"/>
              <a:ext cx="33" cy="99"/>
            </a:xfrm>
            <a:custGeom>
              <a:avLst/>
              <a:gdLst>
                <a:gd name="T0" fmla="*/ 1 w 9"/>
                <a:gd name="T1" fmla="*/ 27 h 27"/>
                <a:gd name="T2" fmla="*/ 1 w 9"/>
                <a:gd name="T3" fmla="*/ 21 h 27"/>
                <a:gd name="T4" fmla="*/ 6 w 9"/>
                <a:gd name="T5" fmla="*/ 7 h 27"/>
                <a:gd name="T6" fmla="*/ 6 w 9"/>
                <a:gd name="T7" fmla="*/ 7 h 27"/>
                <a:gd name="T8" fmla="*/ 6 w 9"/>
                <a:gd name="T9" fmla="*/ 7 h 27"/>
                <a:gd name="T10" fmla="*/ 9 w 9"/>
                <a:gd name="T11" fmla="*/ 0 h 27"/>
                <a:gd name="T12" fmla="*/ 5 w 9"/>
                <a:gd name="T13" fmla="*/ 16 h 27"/>
                <a:gd name="T14" fmla="*/ 1 w 9"/>
                <a:gd name="T15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" h="27">
                  <a:moveTo>
                    <a:pt x="1" y="27"/>
                  </a:moveTo>
                  <a:cubicBezTo>
                    <a:pt x="0" y="25"/>
                    <a:pt x="1" y="23"/>
                    <a:pt x="1" y="21"/>
                  </a:cubicBezTo>
                  <a:cubicBezTo>
                    <a:pt x="3" y="17"/>
                    <a:pt x="4" y="12"/>
                    <a:pt x="6" y="7"/>
                  </a:cubicBezTo>
                  <a:cubicBezTo>
                    <a:pt x="6" y="7"/>
                    <a:pt x="6" y="7"/>
                    <a:pt x="6" y="7"/>
                  </a:cubicBezTo>
                  <a:cubicBezTo>
                    <a:pt x="6" y="7"/>
                    <a:pt x="6" y="7"/>
                    <a:pt x="6" y="7"/>
                  </a:cubicBezTo>
                  <a:cubicBezTo>
                    <a:pt x="7" y="4"/>
                    <a:pt x="8" y="2"/>
                    <a:pt x="9" y="0"/>
                  </a:cubicBezTo>
                  <a:cubicBezTo>
                    <a:pt x="8" y="5"/>
                    <a:pt x="7" y="11"/>
                    <a:pt x="5" y="16"/>
                  </a:cubicBezTo>
                  <a:cubicBezTo>
                    <a:pt x="3" y="20"/>
                    <a:pt x="3" y="24"/>
                    <a:pt x="1" y="27"/>
                  </a:cubicBezTo>
                  <a:close/>
                </a:path>
              </a:pathLst>
            </a:custGeom>
            <a:solidFill>
              <a:srgbClr val="B7C6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90" name="Freeform 55"/>
            <p:cNvSpPr>
              <a:spLocks noEditPoints="1"/>
            </p:cNvSpPr>
            <p:nvPr userDrawn="1"/>
          </p:nvSpPr>
          <p:spPr bwMode="auto">
            <a:xfrm>
              <a:off x="1127" y="2280"/>
              <a:ext cx="147" cy="213"/>
            </a:xfrm>
            <a:custGeom>
              <a:avLst/>
              <a:gdLst>
                <a:gd name="T0" fmla="*/ 25 w 40"/>
                <a:gd name="T1" fmla="*/ 56 h 58"/>
                <a:gd name="T2" fmla="*/ 10 w 40"/>
                <a:gd name="T3" fmla="*/ 50 h 58"/>
                <a:gd name="T4" fmla="*/ 2 w 40"/>
                <a:gd name="T5" fmla="*/ 53 h 58"/>
                <a:gd name="T6" fmla="*/ 2 w 40"/>
                <a:gd name="T7" fmla="*/ 48 h 58"/>
                <a:gd name="T8" fmla="*/ 9 w 40"/>
                <a:gd name="T9" fmla="*/ 48 h 58"/>
                <a:gd name="T10" fmla="*/ 17 w 40"/>
                <a:gd name="T11" fmla="*/ 32 h 58"/>
                <a:gd name="T12" fmla="*/ 21 w 40"/>
                <a:gd name="T13" fmla="*/ 18 h 58"/>
                <a:gd name="T14" fmla="*/ 20 w 40"/>
                <a:gd name="T15" fmla="*/ 5 h 58"/>
                <a:gd name="T16" fmla="*/ 16 w 40"/>
                <a:gd name="T17" fmla="*/ 4 h 58"/>
                <a:gd name="T18" fmla="*/ 12 w 40"/>
                <a:gd name="T19" fmla="*/ 12 h 58"/>
                <a:gd name="T20" fmla="*/ 13 w 40"/>
                <a:gd name="T21" fmla="*/ 10 h 58"/>
                <a:gd name="T22" fmla="*/ 11 w 40"/>
                <a:gd name="T23" fmla="*/ 13 h 58"/>
                <a:gd name="T24" fmla="*/ 11 w 40"/>
                <a:gd name="T25" fmla="*/ 12 h 58"/>
                <a:gd name="T26" fmla="*/ 11 w 40"/>
                <a:gd name="T27" fmla="*/ 10 h 58"/>
                <a:gd name="T28" fmla="*/ 14 w 40"/>
                <a:gd name="T29" fmla="*/ 3 h 58"/>
                <a:gd name="T30" fmla="*/ 23 w 40"/>
                <a:gd name="T31" fmla="*/ 6 h 58"/>
                <a:gd name="T32" fmla="*/ 22 w 40"/>
                <a:gd name="T33" fmla="*/ 21 h 58"/>
                <a:gd name="T34" fmla="*/ 19 w 40"/>
                <a:gd name="T35" fmla="*/ 33 h 58"/>
                <a:gd name="T36" fmla="*/ 11 w 40"/>
                <a:gd name="T37" fmla="*/ 48 h 58"/>
                <a:gd name="T38" fmla="*/ 38 w 40"/>
                <a:gd name="T39" fmla="*/ 46 h 58"/>
                <a:gd name="T40" fmla="*/ 40 w 40"/>
                <a:gd name="T41" fmla="*/ 45 h 58"/>
                <a:gd name="T42" fmla="*/ 36 w 40"/>
                <a:gd name="T43" fmla="*/ 51 h 58"/>
                <a:gd name="T44" fmla="*/ 25 w 40"/>
                <a:gd name="T45" fmla="*/ 56 h 58"/>
                <a:gd name="T46" fmla="*/ 3 w 40"/>
                <a:gd name="T47" fmla="*/ 51 h 58"/>
                <a:gd name="T48" fmla="*/ 8 w 40"/>
                <a:gd name="T49" fmla="*/ 49 h 58"/>
                <a:gd name="T50" fmla="*/ 3 w 40"/>
                <a:gd name="T51" fmla="*/ 51 h 58"/>
                <a:gd name="T52" fmla="*/ 3 w 40"/>
                <a:gd name="T53" fmla="*/ 51 h 58"/>
                <a:gd name="T54" fmla="*/ 3 w 40"/>
                <a:gd name="T55" fmla="*/ 51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40" h="58">
                  <a:moveTo>
                    <a:pt x="25" y="56"/>
                  </a:moveTo>
                  <a:cubicBezTo>
                    <a:pt x="19" y="56"/>
                    <a:pt x="15" y="52"/>
                    <a:pt x="10" y="50"/>
                  </a:cubicBezTo>
                  <a:cubicBezTo>
                    <a:pt x="8" y="52"/>
                    <a:pt x="5" y="54"/>
                    <a:pt x="2" y="53"/>
                  </a:cubicBezTo>
                  <a:cubicBezTo>
                    <a:pt x="0" y="52"/>
                    <a:pt x="0" y="49"/>
                    <a:pt x="2" y="48"/>
                  </a:cubicBezTo>
                  <a:cubicBezTo>
                    <a:pt x="4" y="47"/>
                    <a:pt x="7" y="47"/>
                    <a:pt x="9" y="48"/>
                  </a:cubicBezTo>
                  <a:cubicBezTo>
                    <a:pt x="12" y="43"/>
                    <a:pt x="14" y="37"/>
                    <a:pt x="17" y="32"/>
                  </a:cubicBezTo>
                  <a:cubicBezTo>
                    <a:pt x="18" y="28"/>
                    <a:pt x="20" y="23"/>
                    <a:pt x="21" y="18"/>
                  </a:cubicBezTo>
                  <a:cubicBezTo>
                    <a:pt x="21" y="14"/>
                    <a:pt x="22" y="9"/>
                    <a:pt x="20" y="5"/>
                  </a:cubicBezTo>
                  <a:cubicBezTo>
                    <a:pt x="20" y="4"/>
                    <a:pt x="18" y="3"/>
                    <a:pt x="16" y="4"/>
                  </a:cubicBezTo>
                  <a:cubicBezTo>
                    <a:pt x="14" y="6"/>
                    <a:pt x="13" y="9"/>
                    <a:pt x="12" y="12"/>
                  </a:cubicBezTo>
                  <a:cubicBezTo>
                    <a:pt x="12" y="11"/>
                    <a:pt x="13" y="11"/>
                    <a:pt x="13" y="10"/>
                  </a:cubicBezTo>
                  <a:cubicBezTo>
                    <a:pt x="13" y="11"/>
                    <a:pt x="13" y="14"/>
                    <a:pt x="11" y="13"/>
                  </a:cubicBezTo>
                  <a:cubicBezTo>
                    <a:pt x="11" y="13"/>
                    <a:pt x="11" y="12"/>
                    <a:pt x="11" y="12"/>
                  </a:cubicBezTo>
                  <a:cubicBezTo>
                    <a:pt x="11" y="11"/>
                    <a:pt x="11" y="11"/>
                    <a:pt x="11" y="10"/>
                  </a:cubicBezTo>
                  <a:cubicBezTo>
                    <a:pt x="12" y="8"/>
                    <a:pt x="13" y="5"/>
                    <a:pt x="14" y="3"/>
                  </a:cubicBezTo>
                  <a:cubicBezTo>
                    <a:pt x="18" y="0"/>
                    <a:pt x="22" y="2"/>
                    <a:pt x="23" y="6"/>
                  </a:cubicBezTo>
                  <a:cubicBezTo>
                    <a:pt x="23" y="11"/>
                    <a:pt x="23" y="16"/>
                    <a:pt x="22" y="21"/>
                  </a:cubicBezTo>
                  <a:cubicBezTo>
                    <a:pt x="22" y="25"/>
                    <a:pt x="20" y="29"/>
                    <a:pt x="19" y="33"/>
                  </a:cubicBezTo>
                  <a:cubicBezTo>
                    <a:pt x="16" y="38"/>
                    <a:pt x="14" y="44"/>
                    <a:pt x="11" y="48"/>
                  </a:cubicBezTo>
                  <a:cubicBezTo>
                    <a:pt x="24" y="54"/>
                    <a:pt x="26" y="58"/>
                    <a:pt x="38" y="46"/>
                  </a:cubicBezTo>
                  <a:cubicBezTo>
                    <a:pt x="39" y="46"/>
                    <a:pt x="39" y="45"/>
                    <a:pt x="40" y="45"/>
                  </a:cubicBezTo>
                  <a:cubicBezTo>
                    <a:pt x="39" y="47"/>
                    <a:pt x="38" y="49"/>
                    <a:pt x="36" y="51"/>
                  </a:cubicBezTo>
                  <a:cubicBezTo>
                    <a:pt x="33" y="53"/>
                    <a:pt x="29" y="56"/>
                    <a:pt x="25" y="56"/>
                  </a:cubicBezTo>
                  <a:close/>
                  <a:moveTo>
                    <a:pt x="3" y="51"/>
                  </a:moveTo>
                  <a:cubicBezTo>
                    <a:pt x="5" y="51"/>
                    <a:pt x="6" y="50"/>
                    <a:pt x="8" y="49"/>
                  </a:cubicBezTo>
                  <a:cubicBezTo>
                    <a:pt x="6" y="49"/>
                    <a:pt x="1" y="49"/>
                    <a:pt x="3" y="51"/>
                  </a:cubicBezTo>
                  <a:cubicBezTo>
                    <a:pt x="3" y="51"/>
                    <a:pt x="3" y="51"/>
                    <a:pt x="3" y="51"/>
                  </a:cubicBezTo>
                  <a:cubicBezTo>
                    <a:pt x="3" y="51"/>
                    <a:pt x="3" y="51"/>
                    <a:pt x="3" y="51"/>
                  </a:cubicBezTo>
                  <a:close/>
                </a:path>
              </a:pathLst>
            </a:custGeom>
            <a:solidFill>
              <a:srgbClr val="B7C6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91" name="Freeform 56"/>
            <p:cNvSpPr/>
            <p:nvPr userDrawn="1"/>
          </p:nvSpPr>
          <p:spPr bwMode="auto">
            <a:xfrm>
              <a:off x="1267" y="2361"/>
              <a:ext cx="62" cy="11"/>
            </a:xfrm>
            <a:custGeom>
              <a:avLst/>
              <a:gdLst>
                <a:gd name="T0" fmla="*/ 5 w 17"/>
                <a:gd name="T1" fmla="*/ 3 h 3"/>
                <a:gd name="T2" fmla="*/ 1 w 17"/>
                <a:gd name="T3" fmla="*/ 3 h 3"/>
                <a:gd name="T4" fmla="*/ 1 w 17"/>
                <a:gd name="T5" fmla="*/ 3 h 3"/>
                <a:gd name="T6" fmla="*/ 1 w 17"/>
                <a:gd name="T7" fmla="*/ 2 h 3"/>
                <a:gd name="T8" fmla="*/ 10 w 17"/>
                <a:gd name="T9" fmla="*/ 1 h 3"/>
                <a:gd name="T10" fmla="*/ 17 w 17"/>
                <a:gd name="T11" fmla="*/ 1 h 3"/>
                <a:gd name="T12" fmla="*/ 11 w 17"/>
                <a:gd name="T13" fmla="*/ 3 h 3"/>
                <a:gd name="T14" fmla="*/ 5 w 17"/>
                <a:gd name="T15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7" h="3">
                  <a:moveTo>
                    <a:pt x="5" y="3"/>
                  </a:moveTo>
                  <a:cubicBezTo>
                    <a:pt x="4" y="3"/>
                    <a:pt x="2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0" y="3"/>
                    <a:pt x="1" y="2"/>
                  </a:cubicBezTo>
                  <a:cubicBezTo>
                    <a:pt x="4" y="1"/>
                    <a:pt x="7" y="1"/>
                    <a:pt x="10" y="1"/>
                  </a:cubicBezTo>
                  <a:cubicBezTo>
                    <a:pt x="12" y="0"/>
                    <a:pt x="15" y="0"/>
                    <a:pt x="17" y="1"/>
                  </a:cubicBezTo>
                  <a:cubicBezTo>
                    <a:pt x="15" y="2"/>
                    <a:pt x="13" y="2"/>
                    <a:pt x="11" y="3"/>
                  </a:cubicBezTo>
                  <a:cubicBezTo>
                    <a:pt x="9" y="3"/>
                    <a:pt x="7" y="3"/>
                    <a:pt x="5" y="3"/>
                  </a:cubicBezTo>
                  <a:close/>
                </a:path>
              </a:pathLst>
            </a:custGeom>
            <a:solidFill>
              <a:srgbClr val="B7C6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</p:grpSp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213962" y="3041893"/>
            <a:ext cx="1851905" cy="1849371"/>
            <a:chOff x="2517" y="1256"/>
            <a:chExt cx="731" cy="730"/>
          </a:xfrm>
        </p:grpSpPr>
        <p:sp>
          <p:nvSpPr>
            <p:cNvPr id="6" name="Freeform 5"/>
            <p:cNvSpPr/>
            <p:nvPr userDrawn="1"/>
          </p:nvSpPr>
          <p:spPr bwMode="auto">
            <a:xfrm>
              <a:off x="2517" y="1307"/>
              <a:ext cx="726" cy="679"/>
            </a:xfrm>
            <a:custGeom>
              <a:avLst/>
              <a:gdLst>
                <a:gd name="T0" fmla="*/ 301 w 303"/>
                <a:gd name="T1" fmla="*/ 175 h 284"/>
                <a:gd name="T2" fmla="*/ 297 w 303"/>
                <a:gd name="T3" fmla="*/ 240 h 284"/>
                <a:gd name="T4" fmla="*/ 290 w 303"/>
                <a:gd name="T5" fmla="*/ 265 h 284"/>
                <a:gd name="T6" fmla="*/ 282 w 303"/>
                <a:gd name="T7" fmla="*/ 284 h 284"/>
                <a:gd name="T8" fmla="*/ 0 w 303"/>
                <a:gd name="T9" fmla="*/ 284 h 284"/>
                <a:gd name="T10" fmla="*/ 0 w 303"/>
                <a:gd name="T11" fmla="*/ 33 h 284"/>
                <a:gd name="T12" fmla="*/ 9 w 303"/>
                <a:gd name="T13" fmla="*/ 28 h 284"/>
                <a:gd name="T14" fmla="*/ 57 w 303"/>
                <a:gd name="T15" fmla="*/ 9 h 284"/>
                <a:gd name="T16" fmla="*/ 98 w 303"/>
                <a:gd name="T17" fmla="*/ 1 h 284"/>
                <a:gd name="T18" fmla="*/ 101 w 303"/>
                <a:gd name="T19" fmla="*/ 2 h 284"/>
                <a:gd name="T20" fmla="*/ 105 w 303"/>
                <a:gd name="T21" fmla="*/ 1 h 284"/>
                <a:gd name="T22" fmla="*/ 191 w 303"/>
                <a:gd name="T23" fmla="*/ 22 h 284"/>
                <a:gd name="T24" fmla="*/ 244 w 303"/>
                <a:gd name="T25" fmla="*/ 54 h 284"/>
                <a:gd name="T26" fmla="*/ 266 w 303"/>
                <a:gd name="T27" fmla="*/ 83 h 284"/>
                <a:gd name="T28" fmla="*/ 267 w 303"/>
                <a:gd name="T29" fmla="*/ 84 h 284"/>
                <a:gd name="T30" fmla="*/ 275 w 303"/>
                <a:gd name="T31" fmla="*/ 97 h 284"/>
                <a:gd name="T32" fmla="*/ 282 w 303"/>
                <a:gd name="T33" fmla="*/ 112 h 284"/>
                <a:gd name="T34" fmla="*/ 284 w 303"/>
                <a:gd name="T35" fmla="*/ 118 h 284"/>
                <a:gd name="T36" fmla="*/ 289 w 303"/>
                <a:gd name="T37" fmla="*/ 131 h 284"/>
                <a:gd name="T38" fmla="*/ 296 w 303"/>
                <a:gd name="T39" fmla="*/ 159 h 284"/>
                <a:gd name="T40" fmla="*/ 301 w 303"/>
                <a:gd name="T41" fmla="*/ 175 h 2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03" h="284">
                  <a:moveTo>
                    <a:pt x="301" y="175"/>
                  </a:moveTo>
                  <a:cubicBezTo>
                    <a:pt x="303" y="197"/>
                    <a:pt x="303" y="219"/>
                    <a:pt x="297" y="240"/>
                  </a:cubicBezTo>
                  <a:cubicBezTo>
                    <a:pt x="295" y="248"/>
                    <a:pt x="292" y="257"/>
                    <a:pt x="290" y="265"/>
                  </a:cubicBezTo>
                  <a:cubicBezTo>
                    <a:pt x="288" y="268"/>
                    <a:pt x="286" y="278"/>
                    <a:pt x="282" y="284"/>
                  </a:cubicBezTo>
                  <a:cubicBezTo>
                    <a:pt x="0" y="284"/>
                    <a:pt x="0" y="284"/>
                    <a:pt x="0" y="284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3" y="32"/>
                    <a:pt x="7" y="30"/>
                    <a:pt x="9" y="28"/>
                  </a:cubicBezTo>
                  <a:cubicBezTo>
                    <a:pt x="24" y="19"/>
                    <a:pt x="40" y="13"/>
                    <a:pt x="57" y="9"/>
                  </a:cubicBezTo>
                  <a:cubicBezTo>
                    <a:pt x="71" y="5"/>
                    <a:pt x="84" y="3"/>
                    <a:pt x="98" y="1"/>
                  </a:cubicBezTo>
                  <a:cubicBezTo>
                    <a:pt x="99" y="0"/>
                    <a:pt x="100" y="1"/>
                    <a:pt x="101" y="2"/>
                  </a:cubicBezTo>
                  <a:cubicBezTo>
                    <a:pt x="103" y="2"/>
                    <a:pt x="104" y="2"/>
                    <a:pt x="105" y="1"/>
                  </a:cubicBezTo>
                  <a:cubicBezTo>
                    <a:pt x="135" y="1"/>
                    <a:pt x="165" y="8"/>
                    <a:pt x="191" y="22"/>
                  </a:cubicBezTo>
                  <a:cubicBezTo>
                    <a:pt x="208" y="23"/>
                    <a:pt x="231" y="43"/>
                    <a:pt x="244" y="54"/>
                  </a:cubicBezTo>
                  <a:cubicBezTo>
                    <a:pt x="253" y="63"/>
                    <a:pt x="260" y="73"/>
                    <a:pt x="266" y="83"/>
                  </a:cubicBezTo>
                  <a:cubicBezTo>
                    <a:pt x="267" y="84"/>
                    <a:pt x="267" y="84"/>
                    <a:pt x="267" y="84"/>
                  </a:cubicBezTo>
                  <a:cubicBezTo>
                    <a:pt x="271" y="87"/>
                    <a:pt x="273" y="92"/>
                    <a:pt x="275" y="97"/>
                  </a:cubicBezTo>
                  <a:cubicBezTo>
                    <a:pt x="278" y="102"/>
                    <a:pt x="280" y="107"/>
                    <a:pt x="282" y="112"/>
                  </a:cubicBezTo>
                  <a:cubicBezTo>
                    <a:pt x="282" y="114"/>
                    <a:pt x="284" y="116"/>
                    <a:pt x="284" y="118"/>
                  </a:cubicBezTo>
                  <a:cubicBezTo>
                    <a:pt x="286" y="122"/>
                    <a:pt x="288" y="126"/>
                    <a:pt x="289" y="131"/>
                  </a:cubicBezTo>
                  <a:cubicBezTo>
                    <a:pt x="292" y="140"/>
                    <a:pt x="294" y="150"/>
                    <a:pt x="296" y="159"/>
                  </a:cubicBezTo>
                  <a:cubicBezTo>
                    <a:pt x="301" y="161"/>
                    <a:pt x="300" y="171"/>
                    <a:pt x="301" y="175"/>
                  </a:cubicBezTo>
                  <a:close/>
                </a:path>
              </a:pathLst>
            </a:custGeom>
            <a:solidFill>
              <a:srgbClr val="90C2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7" name="Freeform 6"/>
            <p:cNvSpPr>
              <a:spLocks noEditPoints="1"/>
            </p:cNvSpPr>
            <p:nvPr userDrawn="1"/>
          </p:nvSpPr>
          <p:spPr bwMode="auto">
            <a:xfrm>
              <a:off x="2517" y="1343"/>
              <a:ext cx="726" cy="643"/>
            </a:xfrm>
            <a:custGeom>
              <a:avLst/>
              <a:gdLst>
                <a:gd name="T0" fmla="*/ 275 w 303"/>
                <a:gd name="T1" fmla="*/ 82 h 269"/>
                <a:gd name="T2" fmla="*/ 291 w 303"/>
                <a:gd name="T3" fmla="*/ 125 h 269"/>
                <a:gd name="T4" fmla="*/ 301 w 303"/>
                <a:gd name="T5" fmla="*/ 169 h 269"/>
                <a:gd name="T6" fmla="*/ 280 w 303"/>
                <a:gd name="T7" fmla="*/ 269 h 269"/>
                <a:gd name="T8" fmla="*/ 225 w 303"/>
                <a:gd name="T9" fmla="*/ 269 h 269"/>
                <a:gd name="T10" fmla="*/ 220 w 303"/>
                <a:gd name="T11" fmla="*/ 269 h 269"/>
                <a:gd name="T12" fmla="*/ 210 w 303"/>
                <a:gd name="T13" fmla="*/ 269 h 269"/>
                <a:gd name="T14" fmla="*/ 182 w 303"/>
                <a:gd name="T15" fmla="*/ 269 h 269"/>
                <a:gd name="T16" fmla="*/ 199 w 303"/>
                <a:gd name="T17" fmla="*/ 240 h 269"/>
                <a:gd name="T18" fmla="*/ 215 w 303"/>
                <a:gd name="T19" fmla="*/ 102 h 269"/>
                <a:gd name="T20" fmla="*/ 181 w 303"/>
                <a:gd name="T21" fmla="*/ 96 h 269"/>
                <a:gd name="T22" fmla="*/ 130 w 303"/>
                <a:gd name="T23" fmla="*/ 142 h 269"/>
                <a:gd name="T24" fmla="*/ 110 w 303"/>
                <a:gd name="T25" fmla="*/ 148 h 269"/>
                <a:gd name="T26" fmla="*/ 168 w 303"/>
                <a:gd name="T27" fmla="*/ 95 h 269"/>
                <a:gd name="T28" fmla="*/ 184 w 303"/>
                <a:gd name="T29" fmla="*/ 85 h 269"/>
                <a:gd name="T30" fmla="*/ 192 w 303"/>
                <a:gd name="T31" fmla="*/ 85 h 269"/>
                <a:gd name="T32" fmla="*/ 238 w 303"/>
                <a:gd name="T33" fmla="*/ 86 h 269"/>
                <a:gd name="T34" fmla="*/ 216 w 303"/>
                <a:gd name="T35" fmla="*/ 27 h 269"/>
                <a:gd name="T36" fmla="*/ 215 w 303"/>
                <a:gd name="T37" fmla="*/ 16 h 269"/>
                <a:gd name="T38" fmla="*/ 218 w 303"/>
                <a:gd name="T39" fmla="*/ 19 h 269"/>
                <a:gd name="T40" fmla="*/ 222 w 303"/>
                <a:gd name="T41" fmla="*/ 21 h 269"/>
                <a:gd name="T42" fmla="*/ 227 w 303"/>
                <a:gd name="T43" fmla="*/ 24 h 269"/>
                <a:gd name="T44" fmla="*/ 229 w 303"/>
                <a:gd name="T45" fmla="*/ 25 h 269"/>
                <a:gd name="T46" fmla="*/ 247 w 303"/>
                <a:gd name="T47" fmla="*/ 38 h 269"/>
                <a:gd name="T48" fmla="*/ 257 w 303"/>
                <a:gd name="T49" fmla="*/ 51 h 269"/>
                <a:gd name="T50" fmla="*/ 258 w 303"/>
                <a:gd name="T51" fmla="*/ 54 h 269"/>
                <a:gd name="T52" fmla="*/ 261 w 303"/>
                <a:gd name="T53" fmla="*/ 59 h 269"/>
                <a:gd name="T54" fmla="*/ 264 w 303"/>
                <a:gd name="T55" fmla="*/ 62 h 269"/>
                <a:gd name="T56" fmla="*/ 269 w 303"/>
                <a:gd name="T57" fmla="*/ 70 h 269"/>
                <a:gd name="T58" fmla="*/ 274 w 303"/>
                <a:gd name="T59" fmla="*/ 83 h 269"/>
                <a:gd name="T60" fmla="*/ 93 w 303"/>
                <a:gd name="T61" fmla="*/ 234 h 269"/>
                <a:gd name="T62" fmla="*/ 61 w 303"/>
                <a:gd name="T63" fmla="*/ 243 h 269"/>
                <a:gd name="T64" fmla="*/ 69 w 303"/>
                <a:gd name="T65" fmla="*/ 235 h 269"/>
                <a:gd name="T66" fmla="*/ 51 w 303"/>
                <a:gd name="T67" fmla="*/ 220 h 269"/>
                <a:gd name="T68" fmla="*/ 51 w 303"/>
                <a:gd name="T69" fmla="*/ 220 h 269"/>
                <a:gd name="T70" fmla="*/ 127 w 303"/>
                <a:gd name="T71" fmla="*/ 12 h 269"/>
                <a:gd name="T72" fmla="*/ 23 w 303"/>
                <a:gd name="T73" fmla="*/ 58 h 269"/>
                <a:gd name="T74" fmla="*/ 23 w 303"/>
                <a:gd name="T75" fmla="*/ 58 h 269"/>
                <a:gd name="T76" fmla="*/ 3 w 303"/>
                <a:gd name="T77" fmla="*/ 68 h 269"/>
                <a:gd name="T78" fmla="*/ 0 w 303"/>
                <a:gd name="T79" fmla="*/ 68 h 269"/>
                <a:gd name="T80" fmla="*/ 0 w 303"/>
                <a:gd name="T81" fmla="*/ 56 h 269"/>
                <a:gd name="T82" fmla="*/ 11 w 303"/>
                <a:gd name="T83" fmla="*/ 36 h 269"/>
                <a:gd name="T84" fmla="*/ 5 w 303"/>
                <a:gd name="T85" fmla="*/ 58 h 269"/>
                <a:gd name="T86" fmla="*/ 126 w 303"/>
                <a:gd name="T87" fmla="*/ 269 h 269"/>
                <a:gd name="T88" fmla="*/ 110 w 303"/>
                <a:gd name="T89" fmla="*/ 227 h 269"/>
                <a:gd name="T90" fmla="*/ 98 w 303"/>
                <a:gd name="T91" fmla="*/ 221 h 269"/>
                <a:gd name="T92" fmla="*/ 115 w 303"/>
                <a:gd name="T93" fmla="*/ 269 h 269"/>
                <a:gd name="T94" fmla="*/ 5 w 303"/>
                <a:gd name="T95" fmla="*/ 190 h 269"/>
                <a:gd name="T96" fmla="*/ 11 w 303"/>
                <a:gd name="T97" fmla="*/ 158 h 269"/>
                <a:gd name="T98" fmla="*/ 13 w 303"/>
                <a:gd name="T99" fmla="*/ 121 h 269"/>
                <a:gd name="T100" fmla="*/ 19 w 303"/>
                <a:gd name="T101" fmla="*/ 166 h 269"/>
                <a:gd name="T102" fmla="*/ 0 w 303"/>
                <a:gd name="T103" fmla="*/ 216 h 269"/>
                <a:gd name="T104" fmla="*/ 0 w 303"/>
                <a:gd name="T105" fmla="*/ 202 h 269"/>
                <a:gd name="T106" fmla="*/ 33 w 303"/>
                <a:gd name="T107" fmla="*/ 107 h 269"/>
                <a:gd name="T108" fmla="*/ 36 w 303"/>
                <a:gd name="T109" fmla="*/ 100 h 269"/>
                <a:gd name="T110" fmla="*/ 49 w 303"/>
                <a:gd name="T111" fmla="*/ 69 h 269"/>
                <a:gd name="T112" fmla="*/ 33 w 303"/>
                <a:gd name="T113" fmla="*/ 107 h 269"/>
                <a:gd name="T114" fmla="*/ 72 w 303"/>
                <a:gd name="T115" fmla="*/ 117 h 269"/>
                <a:gd name="T116" fmla="*/ 91 w 303"/>
                <a:gd name="T117" fmla="*/ 88 h 269"/>
                <a:gd name="T118" fmla="*/ 90 w 303"/>
                <a:gd name="T119" fmla="*/ 117 h 2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303" h="269">
                  <a:moveTo>
                    <a:pt x="274" y="83"/>
                  </a:moveTo>
                  <a:cubicBezTo>
                    <a:pt x="274" y="83"/>
                    <a:pt x="275" y="82"/>
                    <a:pt x="275" y="82"/>
                  </a:cubicBezTo>
                  <a:cubicBezTo>
                    <a:pt x="282" y="82"/>
                    <a:pt x="282" y="93"/>
                    <a:pt x="284" y="97"/>
                  </a:cubicBezTo>
                  <a:cubicBezTo>
                    <a:pt x="288" y="106"/>
                    <a:pt x="290" y="115"/>
                    <a:pt x="291" y="125"/>
                  </a:cubicBezTo>
                  <a:cubicBezTo>
                    <a:pt x="293" y="125"/>
                    <a:pt x="294" y="126"/>
                    <a:pt x="295" y="127"/>
                  </a:cubicBezTo>
                  <a:cubicBezTo>
                    <a:pt x="297" y="141"/>
                    <a:pt x="300" y="155"/>
                    <a:pt x="301" y="169"/>
                  </a:cubicBezTo>
                  <a:cubicBezTo>
                    <a:pt x="303" y="192"/>
                    <a:pt x="299" y="215"/>
                    <a:pt x="293" y="237"/>
                  </a:cubicBezTo>
                  <a:cubicBezTo>
                    <a:pt x="291" y="243"/>
                    <a:pt x="286" y="258"/>
                    <a:pt x="280" y="269"/>
                  </a:cubicBezTo>
                  <a:cubicBezTo>
                    <a:pt x="227" y="269"/>
                    <a:pt x="227" y="269"/>
                    <a:pt x="227" y="269"/>
                  </a:cubicBezTo>
                  <a:cubicBezTo>
                    <a:pt x="225" y="269"/>
                    <a:pt x="225" y="269"/>
                    <a:pt x="225" y="269"/>
                  </a:cubicBezTo>
                  <a:cubicBezTo>
                    <a:pt x="220" y="269"/>
                    <a:pt x="220" y="269"/>
                    <a:pt x="220" y="269"/>
                  </a:cubicBezTo>
                  <a:cubicBezTo>
                    <a:pt x="220" y="269"/>
                    <a:pt x="220" y="269"/>
                    <a:pt x="220" y="269"/>
                  </a:cubicBezTo>
                  <a:cubicBezTo>
                    <a:pt x="212" y="269"/>
                    <a:pt x="212" y="269"/>
                    <a:pt x="212" y="269"/>
                  </a:cubicBezTo>
                  <a:cubicBezTo>
                    <a:pt x="210" y="269"/>
                    <a:pt x="210" y="269"/>
                    <a:pt x="210" y="269"/>
                  </a:cubicBezTo>
                  <a:cubicBezTo>
                    <a:pt x="186" y="269"/>
                    <a:pt x="186" y="269"/>
                    <a:pt x="186" y="269"/>
                  </a:cubicBezTo>
                  <a:cubicBezTo>
                    <a:pt x="182" y="269"/>
                    <a:pt x="182" y="269"/>
                    <a:pt x="182" y="269"/>
                  </a:cubicBezTo>
                  <a:cubicBezTo>
                    <a:pt x="172" y="269"/>
                    <a:pt x="172" y="269"/>
                    <a:pt x="172" y="269"/>
                  </a:cubicBezTo>
                  <a:cubicBezTo>
                    <a:pt x="182" y="261"/>
                    <a:pt x="191" y="251"/>
                    <a:pt x="199" y="240"/>
                  </a:cubicBezTo>
                  <a:cubicBezTo>
                    <a:pt x="227" y="200"/>
                    <a:pt x="244" y="147"/>
                    <a:pt x="240" y="97"/>
                  </a:cubicBezTo>
                  <a:cubicBezTo>
                    <a:pt x="232" y="101"/>
                    <a:pt x="223" y="102"/>
                    <a:pt x="215" y="102"/>
                  </a:cubicBezTo>
                  <a:cubicBezTo>
                    <a:pt x="206" y="102"/>
                    <a:pt x="197" y="99"/>
                    <a:pt x="190" y="94"/>
                  </a:cubicBezTo>
                  <a:cubicBezTo>
                    <a:pt x="187" y="94"/>
                    <a:pt x="184" y="94"/>
                    <a:pt x="181" y="96"/>
                  </a:cubicBezTo>
                  <a:cubicBezTo>
                    <a:pt x="174" y="102"/>
                    <a:pt x="166" y="106"/>
                    <a:pt x="157" y="106"/>
                  </a:cubicBezTo>
                  <a:cubicBezTo>
                    <a:pt x="128" y="104"/>
                    <a:pt x="136" y="122"/>
                    <a:pt x="130" y="142"/>
                  </a:cubicBezTo>
                  <a:cubicBezTo>
                    <a:pt x="128" y="148"/>
                    <a:pt x="112" y="163"/>
                    <a:pt x="108" y="153"/>
                  </a:cubicBezTo>
                  <a:cubicBezTo>
                    <a:pt x="107" y="151"/>
                    <a:pt x="108" y="149"/>
                    <a:pt x="110" y="148"/>
                  </a:cubicBezTo>
                  <a:cubicBezTo>
                    <a:pt x="133" y="142"/>
                    <a:pt x="115" y="112"/>
                    <a:pt x="136" y="101"/>
                  </a:cubicBezTo>
                  <a:cubicBezTo>
                    <a:pt x="145" y="94"/>
                    <a:pt x="158" y="101"/>
                    <a:pt x="168" y="95"/>
                  </a:cubicBezTo>
                  <a:cubicBezTo>
                    <a:pt x="173" y="92"/>
                    <a:pt x="177" y="87"/>
                    <a:pt x="183" y="85"/>
                  </a:cubicBezTo>
                  <a:cubicBezTo>
                    <a:pt x="183" y="85"/>
                    <a:pt x="184" y="85"/>
                    <a:pt x="184" y="85"/>
                  </a:cubicBezTo>
                  <a:cubicBezTo>
                    <a:pt x="185" y="84"/>
                    <a:pt x="186" y="83"/>
                    <a:pt x="188" y="83"/>
                  </a:cubicBezTo>
                  <a:cubicBezTo>
                    <a:pt x="189" y="84"/>
                    <a:pt x="190" y="85"/>
                    <a:pt x="192" y="85"/>
                  </a:cubicBezTo>
                  <a:cubicBezTo>
                    <a:pt x="196" y="86"/>
                    <a:pt x="200" y="87"/>
                    <a:pt x="204" y="87"/>
                  </a:cubicBezTo>
                  <a:cubicBezTo>
                    <a:pt x="215" y="87"/>
                    <a:pt x="227" y="89"/>
                    <a:pt x="238" y="86"/>
                  </a:cubicBezTo>
                  <a:cubicBezTo>
                    <a:pt x="236" y="70"/>
                    <a:pt x="231" y="54"/>
                    <a:pt x="223" y="39"/>
                  </a:cubicBezTo>
                  <a:cubicBezTo>
                    <a:pt x="221" y="35"/>
                    <a:pt x="218" y="31"/>
                    <a:pt x="216" y="27"/>
                  </a:cubicBezTo>
                  <a:cubicBezTo>
                    <a:pt x="213" y="24"/>
                    <a:pt x="211" y="21"/>
                    <a:pt x="214" y="18"/>
                  </a:cubicBezTo>
                  <a:cubicBezTo>
                    <a:pt x="214" y="17"/>
                    <a:pt x="214" y="17"/>
                    <a:pt x="215" y="16"/>
                  </a:cubicBezTo>
                  <a:cubicBezTo>
                    <a:pt x="216" y="17"/>
                    <a:pt x="217" y="18"/>
                    <a:pt x="218" y="19"/>
                  </a:cubicBezTo>
                  <a:cubicBezTo>
                    <a:pt x="218" y="19"/>
                    <a:pt x="218" y="19"/>
                    <a:pt x="218" y="19"/>
                  </a:cubicBezTo>
                  <a:cubicBezTo>
                    <a:pt x="219" y="19"/>
                    <a:pt x="219" y="19"/>
                    <a:pt x="220" y="20"/>
                  </a:cubicBezTo>
                  <a:cubicBezTo>
                    <a:pt x="221" y="20"/>
                    <a:pt x="221" y="21"/>
                    <a:pt x="222" y="21"/>
                  </a:cubicBezTo>
                  <a:cubicBezTo>
                    <a:pt x="223" y="22"/>
                    <a:pt x="224" y="22"/>
                    <a:pt x="225" y="23"/>
                  </a:cubicBezTo>
                  <a:cubicBezTo>
                    <a:pt x="226" y="24"/>
                    <a:pt x="226" y="24"/>
                    <a:pt x="227" y="24"/>
                  </a:cubicBezTo>
                  <a:cubicBezTo>
                    <a:pt x="227" y="24"/>
                    <a:pt x="227" y="24"/>
                    <a:pt x="227" y="24"/>
                  </a:cubicBezTo>
                  <a:cubicBezTo>
                    <a:pt x="228" y="24"/>
                    <a:pt x="228" y="25"/>
                    <a:pt x="229" y="25"/>
                  </a:cubicBezTo>
                  <a:cubicBezTo>
                    <a:pt x="234" y="30"/>
                    <a:pt x="238" y="35"/>
                    <a:pt x="243" y="40"/>
                  </a:cubicBezTo>
                  <a:cubicBezTo>
                    <a:pt x="244" y="38"/>
                    <a:pt x="246" y="38"/>
                    <a:pt x="247" y="38"/>
                  </a:cubicBezTo>
                  <a:cubicBezTo>
                    <a:pt x="248" y="40"/>
                    <a:pt x="249" y="41"/>
                    <a:pt x="250" y="42"/>
                  </a:cubicBezTo>
                  <a:cubicBezTo>
                    <a:pt x="252" y="45"/>
                    <a:pt x="254" y="48"/>
                    <a:pt x="257" y="51"/>
                  </a:cubicBezTo>
                  <a:cubicBezTo>
                    <a:pt x="257" y="52"/>
                    <a:pt x="257" y="53"/>
                    <a:pt x="258" y="53"/>
                  </a:cubicBezTo>
                  <a:cubicBezTo>
                    <a:pt x="258" y="53"/>
                    <a:pt x="258" y="54"/>
                    <a:pt x="258" y="54"/>
                  </a:cubicBezTo>
                  <a:cubicBezTo>
                    <a:pt x="259" y="54"/>
                    <a:pt x="259" y="55"/>
                    <a:pt x="259" y="55"/>
                  </a:cubicBezTo>
                  <a:cubicBezTo>
                    <a:pt x="260" y="57"/>
                    <a:pt x="261" y="58"/>
                    <a:pt x="261" y="59"/>
                  </a:cubicBezTo>
                  <a:cubicBezTo>
                    <a:pt x="262" y="59"/>
                    <a:pt x="262" y="60"/>
                    <a:pt x="263" y="61"/>
                  </a:cubicBezTo>
                  <a:cubicBezTo>
                    <a:pt x="263" y="61"/>
                    <a:pt x="263" y="62"/>
                    <a:pt x="264" y="62"/>
                  </a:cubicBezTo>
                  <a:cubicBezTo>
                    <a:pt x="264" y="64"/>
                    <a:pt x="265" y="65"/>
                    <a:pt x="266" y="66"/>
                  </a:cubicBezTo>
                  <a:cubicBezTo>
                    <a:pt x="267" y="67"/>
                    <a:pt x="268" y="68"/>
                    <a:pt x="269" y="70"/>
                  </a:cubicBezTo>
                  <a:cubicBezTo>
                    <a:pt x="269" y="70"/>
                    <a:pt x="270" y="71"/>
                    <a:pt x="270" y="71"/>
                  </a:cubicBezTo>
                  <a:cubicBezTo>
                    <a:pt x="271" y="75"/>
                    <a:pt x="272" y="79"/>
                    <a:pt x="274" y="83"/>
                  </a:cubicBezTo>
                  <a:close/>
                  <a:moveTo>
                    <a:pt x="85" y="235"/>
                  </a:moveTo>
                  <a:cubicBezTo>
                    <a:pt x="85" y="229"/>
                    <a:pt x="93" y="229"/>
                    <a:pt x="93" y="234"/>
                  </a:cubicBezTo>
                  <a:cubicBezTo>
                    <a:pt x="93" y="240"/>
                    <a:pt x="85" y="240"/>
                    <a:pt x="85" y="235"/>
                  </a:cubicBezTo>
                  <a:close/>
                  <a:moveTo>
                    <a:pt x="61" y="243"/>
                  </a:moveTo>
                  <a:cubicBezTo>
                    <a:pt x="56" y="240"/>
                    <a:pt x="59" y="231"/>
                    <a:pt x="64" y="230"/>
                  </a:cubicBezTo>
                  <a:cubicBezTo>
                    <a:pt x="67" y="229"/>
                    <a:pt x="70" y="232"/>
                    <a:pt x="69" y="235"/>
                  </a:cubicBezTo>
                  <a:cubicBezTo>
                    <a:pt x="72" y="239"/>
                    <a:pt x="66" y="246"/>
                    <a:pt x="61" y="243"/>
                  </a:cubicBezTo>
                  <a:close/>
                  <a:moveTo>
                    <a:pt x="51" y="220"/>
                  </a:moveTo>
                  <a:cubicBezTo>
                    <a:pt x="44" y="213"/>
                    <a:pt x="60" y="193"/>
                    <a:pt x="67" y="203"/>
                  </a:cubicBezTo>
                  <a:cubicBezTo>
                    <a:pt x="72" y="211"/>
                    <a:pt x="58" y="226"/>
                    <a:pt x="51" y="220"/>
                  </a:cubicBezTo>
                  <a:close/>
                  <a:moveTo>
                    <a:pt x="120" y="18"/>
                  </a:moveTo>
                  <a:cubicBezTo>
                    <a:pt x="123" y="18"/>
                    <a:pt x="128" y="16"/>
                    <a:pt x="127" y="12"/>
                  </a:cubicBezTo>
                  <a:cubicBezTo>
                    <a:pt x="128" y="0"/>
                    <a:pt x="108" y="13"/>
                    <a:pt x="120" y="18"/>
                  </a:cubicBezTo>
                  <a:close/>
                  <a:moveTo>
                    <a:pt x="23" y="58"/>
                  </a:moveTo>
                  <a:cubicBezTo>
                    <a:pt x="20" y="54"/>
                    <a:pt x="30" y="47"/>
                    <a:pt x="32" y="53"/>
                  </a:cubicBezTo>
                  <a:cubicBezTo>
                    <a:pt x="34" y="57"/>
                    <a:pt x="26" y="63"/>
                    <a:pt x="23" y="58"/>
                  </a:cubicBezTo>
                  <a:close/>
                  <a:moveTo>
                    <a:pt x="0" y="68"/>
                  </a:moveTo>
                  <a:cubicBezTo>
                    <a:pt x="1" y="68"/>
                    <a:pt x="2" y="68"/>
                    <a:pt x="3" y="68"/>
                  </a:cubicBezTo>
                  <a:cubicBezTo>
                    <a:pt x="7" y="71"/>
                    <a:pt x="4" y="77"/>
                    <a:pt x="0" y="80"/>
                  </a:cubicBezTo>
                  <a:cubicBezTo>
                    <a:pt x="0" y="68"/>
                    <a:pt x="0" y="68"/>
                    <a:pt x="0" y="68"/>
                  </a:cubicBezTo>
                  <a:close/>
                  <a:moveTo>
                    <a:pt x="5" y="58"/>
                  </a:moveTo>
                  <a:cubicBezTo>
                    <a:pt x="3" y="58"/>
                    <a:pt x="1" y="57"/>
                    <a:pt x="0" y="56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3" y="41"/>
                    <a:pt x="7" y="37"/>
                    <a:pt x="11" y="36"/>
                  </a:cubicBezTo>
                  <a:cubicBezTo>
                    <a:pt x="15" y="34"/>
                    <a:pt x="20" y="37"/>
                    <a:pt x="19" y="42"/>
                  </a:cubicBezTo>
                  <a:cubicBezTo>
                    <a:pt x="19" y="49"/>
                    <a:pt x="11" y="57"/>
                    <a:pt x="5" y="58"/>
                  </a:cubicBezTo>
                  <a:close/>
                  <a:moveTo>
                    <a:pt x="115" y="269"/>
                  </a:moveTo>
                  <a:cubicBezTo>
                    <a:pt x="126" y="269"/>
                    <a:pt x="126" y="269"/>
                    <a:pt x="126" y="269"/>
                  </a:cubicBezTo>
                  <a:cubicBezTo>
                    <a:pt x="125" y="268"/>
                    <a:pt x="124" y="268"/>
                    <a:pt x="124" y="267"/>
                  </a:cubicBezTo>
                  <a:cubicBezTo>
                    <a:pt x="117" y="251"/>
                    <a:pt x="127" y="247"/>
                    <a:pt x="110" y="227"/>
                  </a:cubicBezTo>
                  <a:cubicBezTo>
                    <a:pt x="108" y="224"/>
                    <a:pt x="106" y="221"/>
                    <a:pt x="104" y="217"/>
                  </a:cubicBezTo>
                  <a:cubicBezTo>
                    <a:pt x="101" y="213"/>
                    <a:pt x="95" y="217"/>
                    <a:pt x="98" y="221"/>
                  </a:cubicBezTo>
                  <a:cubicBezTo>
                    <a:pt x="102" y="230"/>
                    <a:pt x="108" y="237"/>
                    <a:pt x="112" y="246"/>
                  </a:cubicBezTo>
                  <a:cubicBezTo>
                    <a:pt x="113" y="254"/>
                    <a:pt x="111" y="262"/>
                    <a:pt x="115" y="269"/>
                  </a:cubicBezTo>
                  <a:close/>
                  <a:moveTo>
                    <a:pt x="0" y="195"/>
                  </a:moveTo>
                  <a:cubicBezTo>
                    <a:pt x="2" y="193"/>
                    <a:pt x="4" y="192"/>
                    <a:pt x="5" y="190"/>
                  </a:cubicBezTo>
                  <a:cubicBezTo>
                    <a:pt x="6" y="189"/>
                    <a:pt x="7" y="189"/>
                    <a:pt x="7" y="189"/>
                  </a:cubicBezTo>
                  <a:cubicBezTo>
                    <a:pt x="10" y="179"/>
                    <a:pt x="9" y="168"/>
                    <a:pt x="11" y="158"/>
                  </a:cubicBezTo>
                  <a:cubicBezTo>
                    <a:pt x="12" y="149"/>
                    <a:pt x="23" y="137"/>
                    <a:pt x="14" y="129"/>
                  </a:cubicBezTo>
                  <a:cubicBezTo>
                    <a:pt x="9" y="129"/>
                    <a:pt x="8" y="122"/>
                    <a:pt x="13" y="121"/>
                  </a:cubicBezTo>
                  <a:cubicBezTo>
                    <a:pt x="22" y="120"/>
                    <a:pt x="27" y="132"/>
                    <a:pt x="26" y="139"/>
                  </a:cubicBezTo>
                  <a:cubicBezTo>
                    <a:pt x="25" y="149"/>
                    <a:pt x="19" y="157"/>
                    <a:pt x="19" y="166"/>
                  </a:cubicBezTo>
                  <a:cubicBezTo>
                    <a:pt x="17" y="177"/>
                    <a:pt x="18" y="188"/>
                    <a:pt x="14" y="198"/>
                  </a:cubicBezTo>
                  <a:cubicBezTo>
                    <a:pt x="10" y="205"/>
                    <a:pt x="5" y="210"/>
                    <a:pt x="0" y="216"/>
                  </a:cubicBezTo>
                  <a:cubicBezTo>
                    <a:pt x="0" y="207"/>
                    <a:pt x="0" y="207"/>
                    <a:pt x="0" y="207"/>
                  </a:cubicBezTo>
                  <a:cubicBezTo>
                    <a:pt x="0" y="202"/>
                    <a:pt x="0" y="202"/>
                    <a:pt x="0" y="202"/>
                  </a:cubicBezTo>
                  <a:cubicBezTo>
                    <a:pt x="0" y="195"/>
                    <a:pt x="0" y="195"/>
                    <a:pt x="0" y="195"/>
                  </a:cubicBezTo>
                  <a:close/>
                  <a:moveTo>
                    <a:pt x="33" y="107"/>
                  </a:moveTo>
                  <a:cubicBezTo>
                    <a:pt x="30" y="105"/>
                    <a:pt x="32" y="100"/>
                    <a:pt x="36" y="100"/>
                  </a:cubicBezTo>
                  <a:cubicBezTo>
                    <a:pt x="36" y="100"/>
                    <a:pt x="36" y="100"/>
                    <a:pt x="36" y="100"/>
                  </a:cubicBezTo>
                  <a:cubicBezTo>
                    <a:pt x="47" y="98"/>
                    <a:pt x="55" y="84"/>
                    <a:pt x="48" y="74"/>
                  </a:cubicBezTo>
                  <a:cubicBezTo>
                    <a:pt x="47" y="72"/>
                    <a:pt x="48" y="70"/>
                    <a:pt x="49" y="69"/>
                  </a:cubicBezTo>
                  <a:cubicBezTo>
                    <a:pt x="57" y="66"/>
                    <a:pt x="60" y="78"/>
                    <a:pt x="59" y="83"/>
                  </a:cubicBezTo>
                  <a:cubicBezTo>
                    <a:pt x="58" y="95"/>
                    <a:pt x="46" y="111"/>
                    <a:pt x="33" y="107"/>
                  </a:cubicBezTo>
                  <a:close/>
                  <a:moveTo>
                    <a:pt x="73" y="125"/>
                  </a:moveTo>
                  <a:cubicBezTo>
                    <a:pt x="66" y="125"/>
                    <a:pt x="65" y="117"/>
                    <a:pt x="72" y="117"/>
                  </a:cubicBezTo>
                  <a:cubicBezTo>
                    <a:pt x="82" y="118"/>
                    <a:pt x="86" y="107"/>
                    <a:pt x="86" y="99"/>
                  </a:cubicBezTo>
                  <a:cubicBezTo>
                    <a:pt x="87" y="95"/>
                    <a:pt x="85" y="87"/>
                    <a:pt x="91" y="88"/>
                  </a:cubicBezTo>
                  <a:cubicBezTo>
                    <a:pt x="95" y="88"/>
                    <a:pt x="94" y="93"/>
                    <a:pt x="94" y="96"/>
                  </a:cubicBezTo>
                  <a:cubicBezTo>
                    <a:pt x="94" y="103"/>
                    <a:pt x="95" y="111"/>
                    <a:pt x="90" y="117"/>
                  </a:cubicBezTo>
                  <a:cubicBezTo>
                    <a:pt x="86" y="121"/>
                    <a:pt x="79" y="126"/>
                    <a:pt x="73" y="125"/>
                  </a:cubicBezTo>
                  <a:close/>
                </a:path>
              </a:pathLst>
            </a:custGeom>
            <a:solidFill>
              <a:srgbClr val="74AD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8" name="Freeform 7"/>
            <p:cNvSpPr>
              <a:spLocks noEditPoints="1"/>
            </p:cNvSpPr>
            <p:nvPr userDrawn="1"/>
          </p:nvSpPr>
          <p:spPr bwMode="auto">
            <a:xfrm>
              <a:off x="2517" y="1347"/>
              <a:ext cx="664" cy="639"/>
            </a:xfrm>
            <a:custGeom>
              <a:avLst/>
              <a:gdLst>
                <a:gd name="T0" fmla="*/ 39 w 277"/>
                <a:gd name="T1" fmla="*/ 68 h 267"/>
                <a:gd name="T2" fmla="*/ 47 w 277"/>
                <a:gd name="T3" fmla="*/ 89 h 267"/>
                <a:gd name="T4" fmla="*/ 43 w 277"/>
                <a:gd name="T5" fmla="*/ 98 h 267"/>
                <a:gd name="T6" fmla="*/ 0 w 277"/>
                <a:gd name="T7" fmla="*/ 115 h 267"/>
                <a:gd name="T8" fmla="*/ 14 w 277"/>
                <a:gd name="T9" fmla="*/ 148 h 267"/>
                <a:gd name="T10" fmla="*/ 0 w 277"/>
                <a:gd name="T11" fmla="*/ 195 h 267"/>
                <a:gd name="T12" fmla="*/ 254 w 277"/>
                <a:gd name="T13" fmla="*/ 267 h 267"/>
                <a:gd name="T14" fmla="*/ 250 w 277"/>
                <a:gd name="T15" fmla="*/ 233 h 267"/>
                <a:gd name="T16" fmla="*/ 252 w 277"/>
                <a:gd name="T17" fmla="*/ 230 h 267"/>
                <a:gd name="T18" fmla="*/ 253 w 277"/>
                <a:gd name="T19" fmla="*/ 228 h 267"/>
                <a:gd name="T20" fmla="*/ 258 w 277"/>
                <a:gd name="T21" fmla="*/ 222 h 267"/>
                <a:gd name="T22" fmla="*/ 270 w 277"/>
                <a:gd name="T23" fmla="*/ 267 h 267"/>
                <a:gd name="T24" fmla="*/ 243 w 277"/>
                <a:gd name="T25" fmla="*/ 162 h 267"/>
                <a:gd name="T26" fmla="*/ 227 w 277"/>
                <a:gd name="T27" fmla="*/ 142 h 267"/>
                <a:gd name="T28" fmla="*/ 203 w 277"/>
                <a:gd name="T29" fmla="*/ 134 h 267"/>
                <a:gd name="T30" fmla="*/ 129 w 277"/>
                <a:gd name="T31" fmla="*/ 154 h 267"/>
                <a:gd name="T32" fmla="*/ 90 w 277"/>
                <a:gd name="T33" fmla="*/ 192 h 267"/>
                <a:gd name="T34" fmla="*/ 118 w 277"/>
                <a:gd name="T35" fmla="*/ 241 h 267"/>
                <a:gd name="T36" fmla="*/ 236 w 277"/>
                <a:gd name="T37" fmla="*/ 267 h 267"/>
                <a:gd name="T38" fmla="*/ 241 w 277"/>
                <a:gd name="T39" fmla="*/ 220 h 267"/>
                <a:gd name="T40" fmla="*/ 243 w 277"/>
                <a:gd name="T41" fmla="*/ 162 h 267"/>
                <a:gd name="T42" fmla="*/ 271 w 277"/>
                <a:gd name="T43" fmla="*/ 73 h 267"/>
                <a:gd name="T44" fmla="*/ 223 w 277"/>
                <a:gd name="T45" fmla="*/ 90 h 267"/>
                <a:gd name="T46" fmla="*/ 186 w 277"/>
                <a:gd name="T47" fmla="*/ 84 h 267"/>
                <a:gd name="T48" fmla="*/ 138 w 277"/>
                <a:gd name="T49" fmla="*/ 99 h 267"/>
                <a:gd name="T50" fmla="*/ 131 w 277"/>
                <a:gd name="T51" fmla="*/ 103 h 267"/>
                <a:gd name="T52" fmla="*/ 122 w 277"/>
                <a:gd name="T53" fmla="*/ 139 h 267"/>
                <a:gd name="T54" fmla="*/ 95 w 277"/>
                <a:gd name="T55" fmla="*/ 133 h 267"/>
                <a:gd name="T56" fmla="*/ 99 w 277"/>
                <a:gd name="T57" fmla="*/ 106 h 267"/>
                <a:gd name="T58" fmla="*/ 78 w 277"/>
                <a:gd name="T59" fmla="*/ 117 h 267"/>
                <a:gd name="T60" fmla="*/ 68 w 277"/>
                <a:gd name="T61" fmla="*/ 113 h 267"/>
                <a:gd name="T62" fmla="*/ 67 w 277"/>
                <a:gd name="T63" fmla="*/ 102 h 267"/>
                <a:gd name="T64" fmla="*/ 70 w 277"/>
                <a:gd name="T65" fmla="*/ 83 h 267"/>
                <a:gd name="T66" fmla="*/ 81 w 277"/>
                <a:gd name="T67" fmla="*/ 53 h 267"/>
                <a:gd name="T68" fmla="*/ 147 w 277"/>
                <a:gd name="T69" fmla="*/ 17 h 267"/>
                <a:gd name="T70" fmla="*/ 213 w 277"/>
                <a:gd name="T71" fmla="*/ 15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77" h="267">
                  <a:moveTo>
                    <a:pt x="36" y="101"/>
                  </a:moveTo>
                  <a:cubicBezTo>
                    <a:pt x="23" y="97"/>
                    <a:pt x="29" y="72"/>
                    <a:pt x="39" y="68"/>
                  </a:cubicBezTo>
                  <a:cubicBezTo>
                    <a:pt x="42" y="64"/>
                    <a:pt x="47" y="63"/>
                    <a:pt x="50" y="67"/>
                  </a:cubicBezTo>
                  <a:cubicBezTo>
                    <a:pt x="55" y="74"/>
                    <a:pt x="49" y="82"/>
                    <a:pt x="47" y="89"/>
                  </a:cubicBezTo>
                  <a:cubicBezTo>
                    <a:pt x="46" y="91"/>
                    <a:pt x="46" y="93"/>
                    <a:pt x="45" y="95"/>
                  </a:cubicBezTo>
                  <a:cubicBezTo>
                    <a:pt x="44" y="96"/>
                    <a:pt x="44" y="97"/>
                    <a:pt x="43" y="98"/>
                  </a:cubicBezTo>
                  <a:cubicBezTo>
                    <a:pt x="41" y="100"/>
                    <a:pt x="39" y="101"/>
                    <a:pt x="36" y="101"/>
                  </a:cubicBezTo>
                  <a:close/>
                  <a:moveTo>
                    <a:pt x="0" y="115"/>
                  </a:moveTo>
                  <a:cubicBezTo>
                    <a:pt x="8" y="114"/>
                    <a:pt x="17" y="118"/>
                    <a:pt x="18" y="125"/>
                  </a:cubicBezTo>
                  <a:cubicBezTo>
                    <a:pt x="20" y="133"/>
                    <a:pt x="15" y="141"/>
                    <a:pt x="14" y="148"/>
                  </a:cubicBezTo>
                  <a:cubicBezTo>
                    <a:pt x="12" y="158"/>
                    <a:pt x="10" y="169"/>
                    <a:pt x="6" y="178"/>
                  </a:cubicBezTo>
                  <a:cubicBezTo>
                    <a:pt x="7" y="181"/>
                    <a:pt x="4" y="188"/>
                    <a:pt x="0" y="195"/>
                  </a:cubicBezTo>
                  <a:cubicBezTo>
                    <a:pt x="0" y="115"/>
                    <a:pt x="0" y="115"/>
                    <a:pt x="0" y="115"/>
                  </a:cubicBezTo>
                  <a:close/>
                  <a:moveTo>
                    <a:pt x="254" y="267"/>
                  </a:moveTo>
                  <a:cubicBezTo>
                    <a:pt x="253" y="265"/>
                    <a:pt x="252" y="261"/>
                    <a:pt x="251" y="259"/>
                  </a:cubicBezTo>
                  <a:cubicBezTo>
                    <a:pt x="247" y="251"/>
                    <a:pt x="247" y="241"/>
                    <a:pt x="250" y="233"/>
                  </a:cubicBezTo>
                  <a:cubicBezTo>
                    <a:pt x="251" y="232"/>
                    <a:pt x="251" y="231"/>
                    <a:pt x="252" y="230"/>
                  </a:cubicBezTo>
                  <a:cubicBezTo>
                    <a:pt x="252" y="230"/>
                    <a:pt x="252" y="230"/>
                    <a:pt x="252" y="230"/>
                  </a:cubicBezTo>
                  <a:cubicBezTo>
                    <a:pt x="252" y="229"/>
                    <a:pt x="253" y="228"/>
                    <a:pt x="253" y="228"/>
                  </a:cubicBezTo>
                  <a:cubicBezTo>
                    <a:pt x="253" y="228"/>
                    <a:pt x="253" y="228"/>
                    <a:pt x="253" y="228"/>
                  </a:cubicBezTo>
                  <a:cubicBezTo>
                    <a:pt x="254" y="227"/>
                    <a:pt x="255" y="226"/>
                    <a:pt x="256" y="225"/>
                  </a:cubicBezTo>
                  <a:cubicBezTo>
                    <a:pt x="256" y="224"/>
                    <a:pt x="257" y="223"/>
                    <a:pt x="258" y="222"/>
                  </a:cubicBezTo>
                  <a:cubicBezTo>
                    <a:pt x="260" y="221"/>
                    <a:pt x="262" y="220"/>
                    <a:pt x="264" y="221"/>
                  </a:cubicBezTo>
                  <a:cubicBezTo>
                    <a:pt x="277" y="221"/>
                    <a:pt x="277" y="255"/>
                    <a:pt x="270" y="267"/>
                  </a:cubicBezTo>
                  <a:cubicBezTo>
                    <a:pt x="254" y="267"/>
                    <a:pt x="254" y="267"/>
                    <a:pt x="254" y="267"/>
                  </a:cubicBezTo>
                  <a:close/>
                  <a:moveTo>
                    <a:pt x="243" y="162"/>
                  </a:moveTo>
                  <a:cubicBezTo>
                    <a:pt x="240" y="159"/>
                    <a:pt x="236" y="156"/>
                    <a:pt x="234" y="152"/>
                  </a:cubicBezTo>
                  <a:cubicBezTo>
                    <a:pt x="231" y="148"/>
                    <a:pt x="230" y="145"/>
                    <a:pt x="227" y="142"/>
                  </a:cubicBezTo>
                  <a:cubicBezTo>
                    <a:pt x="224" y="137"/>
                    <a:pt x="211" y="133"/>
                    <a:pt x="204" y="134"/>
                  </a:cubicBezTo>
                  <a:cubicBezTo>
                    <a:pt x="204" y="134"/>
                    <a:pt x="203" y="134"/>
                    <a:pt x="203" y="134"/>
                  </a:cubicBezTo>
                  <a:cubicBezTo>
                    <a:pt x="192" y="130"/>
                    <a:pt x="181" y="129"/>
                    <a:pt x="170" y="130"/>
                  </a:cubicBezTo>
                  <a:cubicBezTo>
                    <a:pt x="150" y="134"/>
                    <a:pt x="145" y="146"/>
                    <a:pt x="129" y="154"/>
                  </a:cubicBezTo>
                  <a:cubicBezTo>
                    <a:pt x="118" y="159"/>
                    <a:pt x="109" y="167"/>
                    <a:pt x="102" y="176"/>
                  </a:cubicBezTo>
                  <a:cubicBezTo>
                    <a:pt x="98" y="182"/>
                    <a:pt x="93" y="186"/>
                    <a:pt x="90" y="192"/>
                  </a:cubicBezTo>
                  <a:cubicBezTo>
                    <a:pt x="87" y="202"/>
                    <a:pt x="92" y="213"/>
                    <a:pt x="99" y="220"/>
                  </a:cubicBezTo>
                  <a:cubicBezTo>
                    <a:pt x="104" y="228"/>
                    <a:pt x="112" y="233"/>
                    <a:pt x="118" y="241"/>
                  </a:cubicBezTo>
                  <a:cubicBezTo>
                    <a:pt x="125" y="258"/>
                    <a:pt x="122" y="259"/>
                    <a:pt x="131" y="267"/>
                  </a:cubicBezTo>
                  <a:cubicBezTo>
                    <a:pt x="236" y="267"/>
                    <a:pt x="236" y="267"/>
                    <a:pt x="236" y="267"/>
                  </a:cubicBezTo>
                  <a:cubicBezTo>
                    <a:pt x="236" y="262"/>
                    <a:pt x="234" y="255"/>
                    <a:pt x="235" y="246"/>
                  </a:cubicBezTo>
                  <a:cubicBezTo>
                    <a:pt x="237" y="237"/>
                    <a:pt x="240" y="229"/>
                    <a:pt x="241" y="220"/>
                  </a:cubicBezTo>
                  <a:cubicBezTo>
                    <a:pt x="243" y="212"/>
                    <a:pt x="243" y="204"/>
                    <a:pt x="244" y="197"/>
                  </a:cubicBezTo>
                  <a:cubicBezTo>
                    <a:pt x="247" y="185"/>
                    <a:pt x="253" y="172"/>
                    <a:pt x="243" y="162"/>
                  </a:cubicBezTo>
                  <a:close/>
                  <a:moveTo>
                    <a:pt x="260" y="56"/>
                  </a:moveTo>
                  <a:cubicBezTo>
                    <a:pt x="263" y="61"/>
                    <a:pt x="271" y="67"/>
                    <a:pt x="271" y="73"/>
                  </a:cubicBezTo>
                  <a:cubicBezTo>
                    <a:pt x="269" y="78"/>
                    <a:pt x="261" y="78"/>
                    <a:pt x="258" y="81"/>
                  </a:cubicBezTo>
                  <a:cubicBezTo>
                    <a:pt x="247" y="87"/>
                    <a:pt x="235" y="89"/>
                    <a:pt x="223" y="90"/>
                  </a:cubicBezTo>
                  <a:cubicBezTo>
                    <a:pt x="215" y="90"/>
                    <a:pt x="207" y="89"/>
                    <a:pt x="199" y="88"/>
                  </a:cubicBezTo>
                  <a:cubicBezTo>
                    <a:pt x="194" y="87"/>
                    <a:pt x="190" y="85"/>
                    <a:pt x="186" y="84"/>
                  </a:cubicBezTo>
                  <a:cubicBezTo>
                    <a:pt x="177" y="82"/>
                    <a:pt x="171" y="94"/>
                    <a:pt x="161" y="95"/>
                  </a:cubicBezTo>
                  <a:cubicBezTo>
                    <a:pt x="154" y="98"/>
                    <a:pt x="145" y="96"/>
                    <a:pt x="138" y="99"/>
                  </a:cubicBezTo>
                  <a:cubicBezTo>
                    <a:pt x="135" y="99"/>
                    <a:pt x="133" y="102"/>
                    <a:pt x="131" y="103"/>
                  </a:cubicBezTo>
                  <a:cubicBezTo>
                    <a:pt x="131" y="103"/>
                    <a:pt x="131" y="103"/>
                    <a:pt x="131" y="103"/>
                  </a:cubicBezTo>
                  <a:cubicBezTo>
                    <a:pt x="129" y="106"/>
                    <a:pt x="127" y="109"/>
                    <a:pt x="126" y="112"/>
                  </a:cubicBezTo>
                  <a:cubicBezTo>
                    <a:pt x="125" y="121"/>
                    <a:pt x="126" y="131"/>
                    <a:pt x="122" y="139"/>
                  </a:cubicBezTo>
                  <a:cubicBezTo>
                    <a:pt x="120" y="146"/>
                    <a:pt x="115" y="155"/>
                    <a:pt x="107" y="153"/>
                  </a:cubicBezTo>
                  <a:cubicBezTo>
                    <a:pt x="98" y="151"/>
                    <a:pt x="95" y="141"/>
                    <a:pt x="95" y="133"/>
                  </a:cubicBezTo>
                  <a:cubicBezTo>
                    <a:pt x="95" y="129"/>
                    <a:pt x="94" y="124"/>
                    <a:pt x="97" y="122"/>
                  </a:cubicBezTo>
                  <a:cubicBezTo>
                    <a:pt x="98" y="117"/>
                    <a:pt x="97" y="111"/>
                    <a:pt x="99" y="106"/>
                  </a:cubicBezTo>
                  <a:cubicBezTo>
                    <a:pt x="98" y="101"/>
                    <a:pt x="95" y="96"/>
                    <a:pt x="90" y="93"/>
                  </a:cubicBezTo>
                  <a:cubicBezTo>
                    <a:pt x="84" y="100"/>
                    <a:pt x="83" y="109"/>
                    <a:pt x="78" y="117"/>
                  </a:cubicBezTo>
                  <a:cubicBezTo>
                    <a:pt x="77" y="120"/>
                    <a:pt x="72" y="122"/>
                    <a:pt x="70" y="119"/>
                  </a:cubicBezTo>
                  <a:cubicBezTo>
                    <a:pt x="69" y="117"/>
                    <a:pt x="68" y="115"/>
                    <a:pt x="68" y="113"/>
                  </a:cubicBezTo>
                  <a:cubicBezTo>
                    <a:pt x="67" y="112"/>
                    <a:pt x="67" y="111"/>
                    <a:pt x="67" y="111"/>
                  </a:cubicBezTo>
                  <a:cubicBezTo>
                    <a:pt x="66" y="108"/>
                    <a:pt x="67" y="105"/>
                    <a:pt x="67" y="102"/>
                  </a:cubicBezTo>
                  <a:cubicBezTo>
                    <a:pt x="67" y="101"/>
                    <a:pt x="67" y="100"/>
                    <a:pt x="67" y="99"/>
                  </a:cubicBezTo>
                  <a:cubicBezTo>
                    <a:pt x="68" y="95"/>
                    <a:pt x="68" y="87"/>
                    <a:pt x="70" y="83"/>
                  </a:cubicBezTo>
                  <a:cubicBezTo>
                    <a:pt x="70" y="82"/>
                    <a:pt x="70" y="82"/>
                    <a:pt x="70" y="81"/>
                  </a:cubicBezTo>
                  <a:cubicBezTo>
                    <a:pt x="69" y="71"/>
                    <a:pt x="75" y="61"/>
                    <a:pt x="81" y="53"/>
                  </a:cubicBezTo>
                  <a:cubicBezTo>
                    <a:pt x="96" y="39"/>
                    <a:pt x="116" y="33"/>
                    <a:pt x="135" y="27"/>
                  </a:cubicBezTo>
                  <a:cubicBezTo>
                    <a:pt x="139" y="25"/>
                    <a:pt x="143" y="20"/>
                    <a:pt x="147" y="17"/>
                  </a:cubicBezTo>
                  <a:cubicBezTo>
                    <a:pt x="154" y="12"/>
                    <a:pt x="163" y="10"/>
                    <a:pt x="171" y="7"/>
                  </a:cubicBezTo>
                  <a:cubicBezTo>
                    <a:pt x="185" y="0"/>
                    <a:pt x="200" y="8"/>
                    <a:pt x="213" y="15"/>
                  </a:cubicBezTo>
                  <a:cubicBezTo>
                    <a:pt x="231" y="25"/>
                    <a:pt x="248" y="38"/>
                    <a:pt x="260" y="56"/>
                  </a:cubicBezTo>
                  <a:close/>
                </a:path>
              </a:pathLst>
            </a:custGeom>
            <a:solidFill>
              <a:srgbClr val="9BC1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42" name="Freeform 8"/>
            <p:cNvSpPr>
              <a:spLocks noEditPoints="1"/>
            </p:cNvSpPr>
            <p:nvPr userDrawn="1"/>
          </p:nvSpPr>
          <p:spPr bwMode="auto">
            <a:xfrm>
              <a:off x="2517" y="1467"/>
              <a:ext cx="659" cy="519"/>
            </a:xfrm>
            <a:custGeom>
              <a:avLst/>
              <a:gdLst>
                <a:gd name="T0" fmla="*/ 103 w 275"/>
                <a:gd name="T1" fmla="*/ 98 h 217"/>
                <a:gd name="T2" fmla="*/ 104 w 275"/>
                <a:gd name="T3" fmla="*/ 97 h 217"/>
                <a:gd name="T4" fmla="*/ 154 w 275"/>
                <a:gd name="T5" fmla="*/ 39 h 217"/>
                <a:gd name="T6" fmla="*/ 203 w 275"/>
                <a:gd name="T7" fmla="*/ 29 h 217"/>
                <a:gd name="T8" fmla="*/ 257 w 275"/>
                <a:gd name="T9" fmla="*/ 17 h 217"/>
                <a:gd name="T10" fmla="*/ 236 w 275"/>
                <a:gd name="T11" fmla="*/ 36 h 217"/>
                <a:gd name="T12" fmla="*/ 195 w 275"/>
                <a:gd name="T13" fmla="*/ 35 h 217"/>
                <a:gd name="T14" fmla="*/ 138 w 275"/>
                <a:gd name="T15" fmla="*/ 49 h 217"/>
                <a:gd name="T16" fmla="*/ 105 w 275"/>
                <a:gd name="T17" fmla="*/ 104 h 217"/>
                <a:gd name="T18" fmla="*/ 124 w 275"/>
                <a:gd name="T19" fmla="*/ 27 h 217"/>
                <a:gd name="T20" fmla="*/ 117 w 275"/>
                <a:gd name="T21" fmla="*/ 33 h 217"/>
                <a:gd name="T22" fmla="*/ 108 w 275"/>
                <a:gd name="T23" fmla="*/ 17 h 217"/>
                <a:gd name="T24" fmla="*/ 102 w 275"/>
                <a:gd name="T25" fmla="*/ 23 h 217"/>
                <a:gd name="T26" fmla="*/ 167 w 275"/>
                <a:gd name="T27" fmla="*/ 166 h 217"/>
                <a:gd name="T28" fmla="*/ 159 w 275"/>
                <a:gd name="T29" fmla="*/ 179 h 217"/>
                <a:gd name="T30" fmla="*/ 144 w 275"/>
                <a:gd name="T31" fmla="*/ 169 h 217"/>
                <a:gd name="T32" fmla="*/ 140 w 275"/>
                <a:gd name="T33" fmla="*/ 165 h 217"/>
                <a:gd name="T34" fmla="*/ 0 w 275"/>
                <a:gd name="T35" fmla="*/ 116 h 217"/>
                <a:gd name="T36" fmla="*/ 10 w 275"/>
                <a:gd name="T37" fmla="*/ 73 h 217"/>
                <a:gd name="T38" fmla="*/ 17 w 275"/>
                <a:gd name="T39" fmla="*/ 71 h 217"/>
                <a:gd name="T40" fmla="*/ 0 w 275"/>
                <a:gd name="T41" fmla="*/ 146 h 217"/>
                <a:gd name="T42" fmla="*/ 185 w 275"/>
                <a:gd name="T43" fmla="*/ 217 h 217"/>
                <a:gd name="T44" fmla="*/ 215 w 275"/>
                <a:gd name="T45" fmla="*/ 217 h 217"/>
                <a:gd name="T46" fmla="*/ 235 w 275"/>
                <a:gd name="T47" fmla="*/ 217 h 217"/>
                <a:gd name="T48" fmla="*/ 236 w 275"/>
                <a:gd name="T49" fmla="*/ 191 h 217"/>
                <a:gd name="T50" fmla="*/ 243 w 275"/>
                <a:gd name="T51" fmla="*/ 144 h 217"/>
                <a:gd name="T52" fmla="*/ 247 w 275"/>
                <a:gd name="T53" fmla="*/ 126 h 217"/>
                <a:gd name="T54" fmla="*/ 242 w 275"/>
                <a:gd name="T55" fmla="*/ 117 h 217"/>
                <a:gd name="T56" fmla="*/ 241 w 275"/>
                <a:gd name="T57" fmla="*/ 109 h 217"/>
                <a:gd name="T58" fmla="*/ 236 w 275"/>
                <a:gd name="T59" fmla="*/ 106 h 217"/>
                <a:gd name="T60" fmla="*/ 207 w 275"/>
                <a:gd name="T61" fmla="*/ 83 h 217"/>
                <a:gd name="T62" fmla="*/ 221 w 275"/>
                <a:gd name="T63" fmla="*/ 101 h 217"/>
                <a:gd name="T64" fmla="*/ 217 w 275"/>
                <a:gd name="T65" fmla="*/ 150 h 217"/>
                <a:gd name="T66" fmla="*/ 209 w 275"/>
                <a:gd name="T67" fmla="*/ 170 h 217"/>
                <a:gd name="T68" fmla="*/ 173 w 275"/>
                <a:gd name="T69" fmla="*/ 217 h 217"/>
                <a:gd name="T70" fmla="*/ 185 w 275"/>
                <a:gd name="T71" fmla="*/ 217 h 217"/>
                <a:gd name="T72" fmla="*/ 251 w 275"/>
                <a:gd name="T73" fmla="*/ 217 h 217"/>
                <a:gd name="T74" fmla="*/ 261 w 275"/>
                <a:gd name="T75" fmla="*/ 173 h 217"/>
                <a:gd name="T76" fmla="*/ 268 w 275"/>
                <a:gd name="T77" fmla="*/ 177 h 217"/>
                <a:gd name="T78" fmla="*/ 269 w 275"/>
                <a:gd name="T79" fmla="*/ 217 h 217"/>
                <a:gd name="T80" fmla="*/ 229 w 275"/>
                <a:gd name="T81" fmla="*/ 181 h 217"/>
                <a:gd name="T82" fmla="*/ 231 w 275"/>
                <a:gd name="T83" fmla="*/ 171 h 217"/>
                <a:gd name="T84" fmla="*/ 229 w 275"/>
                <a:gd name="T85" fmla="*/ 181 h 217"/>
                <a:gd name="T86" fmla="*/ 34 w 275"/>
                <a:gd name="T87" fmla="*/ 45 h 217"/>
                <a:gd name="T88" fmla="*/ 47 w 275"/>
                <a:gd name="T89" fmla="*/ 18 h 217"/>
                <a:gd name="T90" fmla="*/ 34 w 275"/>
                <a:gd name="T91" fmla="*/ 52 h 217"/>
                <a:gd name="T92" fmla="*/ 73 w 275"/>
                <a:gd name="T93" fmla="*/ 61 h 217"/>
                <a:gd name="T94" fmla="*/ 86 w 275"/>
                <a:gd name="T95" fmla="*/ 52 h 217"/>
                <a:gd name="T96" fmla="*/ 72 w 275"/>
                <a:gd name="T97" fmla="*/ 71 h 217"/>
                <a:gd name="T98" fmla="*/ 68 w 275"/>
                <a:gd name="T99" fmla="*/ 70 h 217"/>
                <a:gd name="T100" fmla="*/ 204 w 275"/>
                <a:gd name="T101" fmla="*/ 19 h 217"/>
                <a:gd name="T102" fmla="*/ 205 w 275"/>
                <a:gd name="T103" fmla="*/ 13 h 217"/>
                <a:gd name="T104" fmla="*/ 220 w 275"/>
                <a:gd name="T105" fmla="*/ 11 h 217"/>
                <a:gd name="T106" fmla="*/ 229 w 275"/>
                <a:gd name="T107" fmla="*/ 12 h 217"/>
                <a:gd name="T108" fmla="*/ 221 w 275"/>
                <a:gd name="T109" fmla="*/ 5 h 217"/>
                <a:gd name="T110" fmla="*/ 220 w 275"/>
                <a:gd name="T111" fmla="*/ 11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75" h="217">
                  <a:moveTo>
                    <a:pt x="105" y="104"/>
                  </a:moveTo>
                  <a:cubicBezTo>
                    <a:pt x="103" y="103"/>
                    <a:pt x="102" y="100"/>
                    <a:pt x="103" y="98"/>
                  </a:cubicBezTo>
                  <a:cubicBezTo>
                    <a:pt x="103" y="98"/>
                    <a:pt x="104" y="97"/>
                    <a:pt x="104" y="97"/>
                  </a:cubicBezTo>
                  <a:cubicBezTo>
                    <a:pt x="104" y="97"/>
                    <a:pt x="104" y="97"/>
                    <a:pt x="104" y="97"/>
                  </a:cubicBezTo>
                  <a:cubicBezTo>
                    <a:pt x="112" y="93"/>
                    <a:pt x="114" y="84"/>
                    <a:pt x="115" y="76"/>
                  </a:cubicBezTo>
                  <a:cubicBezTo>
                    <a:pt x="119" y="50"/>
                    <a:pt x="127" y="41"/>
                    <a:pt x="154" y="39"/>
                  </a:cubicBezTo>
                  <a:cubicBezTo>
                    <a:pt x="163" y="37"/>
                    <a:pt x="169" y="31"/>
                    <a:pt x="177" y="25"/>
                  </a:cubicBezTo>
                  <a:cubicBezTo>
                    <a:pt x="186" y="20"/>
                    <a:pt x="195" y="24"/>
                    <a:pt x="203" y="29"/>
                  </a:cubicBezTo>
                  <a:cubicBezTo>
                    <a:pt x="213" y="29"/>
                    <a:pt x="224" y="29"/>
                    <a:pt x="235" y="28"/>
                  </a:cubicBezTo>
                  <a:cubicBezTo>
                    <a:pt x="243" y="26"/>
                    <a:pt x="249" y="19"/>
                    <a:pt x="257" y="17"/>
                  </a:cubicBezTo>
                  <a:cubicBezTo>
                    <a:pt x="262" y="15"/>
                    <a:pt x="272" y="17"/>
                    <a:pt x="268" y="24"/>
                  </a:cubicBezTo>
                  <a:cubicBezTo>
                    <a:pt x="260" y="32"/>
                    <a:pt x="248" y="35"/>
                    <a:pt x="236" y="36"/>
                  </a:cubicBezTo>
                  <a:cubicBezTo>
                    <a:pt x="230" y="38"/>
                    <a:pt x="224" y="39"/>
                    <a:pt x="217" y="39"/>
                  </a:cubicBezTo>
                  <a:cubicBezTo>
                    <a:pt x="210" y="40"/>
                    <a:pt x="203" y="36"/>
                    <a:pt x="195" y="35"/>
                  </a:cubicBezTo>
                  <a:cubicBezTo>
                    <a:pt x="191" y="34"/>
                    <a:pt x="182" y="36"/>
                    <a:pt x="180" y="32"/>
                  </a:cubicBezTo>
                  <a:cubicBezTo>
                    <a:pt x="164" y="47"/>
                    <a:pt x="157" y="45"/>
                    <a:pt x="138" y="49"/>
                  </a:cubicBezTo>
                  <a:cubicBezTo>
                    <a:pt x="120" y="57"/>
                    <a:pt x="126" y="80"/>
                    <a:pt x="117" y="94"/>
                  </a:cubicBezTo>
                  <a:cubicBezTo>
                    <a:pt x="115" y="98"/>
                    <a:pt x="110" y="105"/>
                    <a:pt x="105" y="104"/>
                  </a:cubicBezTo>
                  <a:close/>
                  <a:moveTo>
                    <a:pt x="117" y="33"/>
                  </a:moveTo>
                  <a:cubicBezTo>
                    <a:pt x="122" y="35"/>
                    <a:pt x="123" y="30"/>
                    <a:pt x="124" y="27"/>
                  </a:cubicBezTo>
                  <a:cubicBezTo>
                    <a:pt x="126" y="25"/>
                    <a:pt x="127" y="23"/>
                    <a:pt x="125" y="21"/>
                  </a:cubicBezTo>
                  <a:cubicBezTo>
                    <a:pt x="119" y="15"/>
                    <a:pt x="111" y="31"/>
                    <a:pt x="117" y="33"/>
                  </a:cubicBezTo>
                  <a:close/>
                  <a:moveTo>
                    <a:pt x="102" y="23"/>
                  </a:moveTo>
                  <a:cubicBezTo>
                    <a:pt x="106" y="24"/>
                    <a:pt x="107" y="20"/>
                    <a:pt x="108" y="17"/>
                  </a:cubicBezTo>
                  <a:cubicBezTo>
                    <a:pt x="109" y="16"/>
                    <a:pt x="110" y="13"/>
                    <a:pt x="109" y="12"/>
                  </a:cubicBezTo>
                  <a:cubicBezTo>
                    <a:pt x="103" y="4"/>
                    <a:pt x="94" y="20"/>
                    <a:pt x="102" y="23"/>
                  </a:cubicBezTo>
                  <a:close/>
                  <a:moveTo>
                    <a:pt x="159" y="179"/>
                  </a:moveTo>
                  <a:cubicBezTo>
                    <a:pt x="153" y="177"/>
                    <a:pt x="162" y="160"/>
                    <a:pt x="167" y="166"/>
                  </a:cubicBezTo>
                  <a:cubicBezTo>
                    <a:pt x="169" y="169"/>
                    <a:pt x="167" y="171"/>
                    <a:pt x="166" y="173"/>
                  </a:cubicBezTo>
                  <a:cubicBezTo>
                    <a:pt x="165" y="176"/>
                    <a:pt x="163" y="181"/>
                    <a:pt x="159" y="179"/>
                  </a:cubicBezTo>
                  <a:close/>
                  <a:moveTo>
                    <a:pt x="140" y="165"/>
                  </a:moveTo>
                  <a:cubicBezTo>
                    <a:pt x="140" y="167"/>
                    <a:pt x="142" y="169"/>
                    <a:pt x="144" y="169"/>
                  </a:cubicBezTo>
                  <a:cubicBezTo>
                    <a:pt x="151" y="168"/>
                    <a:pt x="148" y="158"/>
                    <a:pt x="151" y="153"/>
                  </a:cubicBezTo>
                  <a:cubicBezTo>
                    <a:pt x="158" y="146"/>
                    <a:pt x="141" y="137"/>
                    <a:pt x="140" y="165"/>
                  </a:cubicBezTo>
                  <a:close/>
                  <a:moveTo>
                    <a:pt x="0" y="116"/>
                  </a:moveTo>
                  <a:cubicBezTo>
                    <a:pt x="0" y="116"/>
                    <a:pt x="0" y="116"/>
                    <a:pt x="0" y="116"/>
                  </a:cubicBezTo>
                  <a:cubicBezTo>
                    <a:pt x="3" y="104"/>
                    <a:pt x="9" y="93"/>
                    <a:pt x="11" y="81"/>
                  </a:cubicBezTo>
                  <a:cubicBezTo>
                    <a:pt x="12" y="78"/>
                    <a:pt x="11" y="76"/>
                    <a:pt x="10" y="73"/>
                  </a:cubicBezTo>
                  <a:cubicBezTo>
                    <a:pt x="10" y="69"/>
                    <a:pt x="15" y="68"/>
                    <a:pt x="17" y="71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23" y="87"/>
                    <a:pt x="13" y="101"/>
                    <a:pt x="8" y="116"/>
                  </a:cubicBezTo>
                  <a:cubicBezTo>
                    <a:pt x="16" y="115"/>
                    <a:pt x="8" y="135"/>
                    <a:pt x="0" y="146"/>
                  </a:cubicBezTo>
                  <a:cubicBezTo>
                    <a:pt x="0" y="116"/>
                    <a:pt x="0" y="116"/>
                    <a:pt x="0" y="116"/>
                  </a:cubicBezTo>
                  <a:close/>
                  <a:moveTo>
                    <a:pt x="185" y="217"/>
                  </a:moveTo>
                  <a:cubicBezTo>
                    <a:pt x="194" y="217"/>
                    <a:pt x="194" y="217"/>
                    <a:pt x="194" y="217"/>
                  </a:cubicBezTo>
                  <a:cubicBezTo>
                    <a:pt x="215" y="217"/>
                    <a:pt x="215" y="217"/>
                    <a:pt x="215" y="217"/>
                  </a:cubicBezTo>
                  <a:cubicBezTo>
                    <a:pt x="224" y="217"/>
                    <a:pt x="224" y="217"/>
                    <a:pt x="224" y="217"/>
                  </a:cubicBezTo>
                  <a:cubicBezTo>
                    <a:pt x="235" y="217"/>
                    <a:pt x="235" y="217"/>
                    <a:pt x="235" y="217"/>
                  </a:cubicBezTo>
                  <a:cubicBezTo>
                    <a:pt x="235" y="214"/>
                    <a:pt x="235" y="212"/>
                    <a:pt x="235" y="210"/>
                  </a:cubicBezTo>
                  <a:cubicBezTo>
                    <a:pt x="235" y="205"/>
                    <a:pt x="238" y="196"/>
                    <a:pt x="236" y="191"/>
                  </a:cubicBezTo>
                  <a:cubicBezTo>
                    <a:pt x="237" y="179"/>
                    <a:pt x="240" y="168"/>
                    <a:pt x="242" y="156"/>
                  </a:cubicBezTo>
                  <a:cubicBezTo>
                    <a:pt x="242" y="152"/>
                    <a:pt x="245" y="148"/>
                    <a:pt x="243" y="144"/>
                  </a:cubicBezTo>
                  <a:cubicBezTo>
                    <a:pt x="243" y="140"/>
                    <a:pt x="245" y="136"/>
                    <a:pt x="245" y="132"/>
                  </a:cubicBezTo>
                  <a:cubicBezTo>
                    <a:pt x="246" y="130"/>
                    <a:pt x="246" y="128"/>
                    <a:pt x="247" y="126"/>
                  </a:cubicBezTo>
                  <a:cubicBezTo>
                    <a:pt x="247" y="123"/>
                    <a:pt x="248" y="118"/>
                    <a:pt x="245" y="117"/>
                  </a:cubicBezTo>
                  <a:cubicBezTo>
                    <a:pt x="244" y="117"/>
                    <a:pt x="243" y="117"/>
                    <a:pt x="242" y="117"/>
                  </a:cubicBezTo>
                  <a:cubicBezTo>
                    <a:pt x="242" y="116"/>
                    <a:pt x="241" y="114"/>
                    <a:pt x="241" y="113"/>
                  </a:cubicBezTo>
                  <a:cubicBezTo>
                    <a:pt x="241" y="111"/>
                    <a:pt x="241" y="110"/>
                    <a:pt x="241" y="109"/>
                  </a:cubicBezTo>
                  <a:cubicBezTo>
                    <a:pt x="242" y="108"/>
                    <a:pt x="242" y="107"/>
                    <a:pt x="241" y="106"/>
                  </a:cubicBezTo>
                  <a:cubicBezTo>
                    <a:pt x="239" y="103"/>
                    <a:pt x="237" y="104"/>
                    <a:pt x="236" y="106"/>
                  </a:cubicBezTo>
                  <a:cubicBezTo>
                    <a:pt x="234" y="102"/>
                    <a:pt x="231" y="96"/>
                    <a:pt x="228" y="97"/>
                  </a:cubicBezTo>
                  <a:cubicBezTo>
                    <a:pt x="224" y="92"/>
                    <a:pt x="214" y="84"/>
                    <a:pt x="207" y="83"/>
                  </a:cubicBezTo>
                  <a:cubicBezTo>
                    <a:pt x="204" y="83"/>
                    <a:pt x="203" y="87"/>
                    <a:pt x="205" y="89"/>
                  </a:cubicBezTo>
                  <a:cubicBezTo>
                    <a:pt x="210" y="92"/>
                    <a:pt x="217" y="95"/>
                    <a:pt x="221" y="101"/>
                  </a:cubicBezTo>
                  <a:cubicBezTo>
                    <a:pt x="225" y="107"/>
                    <a:pt x="228" y="114"/>
                    <a:pt x="229" y="122"/>
                  </a:cubicBezTo>
                  <a:cubicBezTo>
                    <a:pt x="226" y="131"/>
                    <a:pt x="221" y="141"/>
                    <a:pt x="217" y="150"/>
                  </a:cubicBezTo>
                  <a:cubicBezTo>
                    <a:pt x="214" y="156"/>
                    <a:pt x="212" y="162"/>
                    <a:pt x="209" y="169"/>
                  </a:cubicBezTo>
                  <a:cubicBezTo>
                    <a:pt x="209" y="169"/>
                    <a:pt x="209" y="170"/>
                    <a:pt x="209" y="170"/>
                  </a:cubicBezTo>
                  <a:cubicBezTo>
                    <a:pt x="205" y="177"/>
                    <a:pt x="200" y="184"/>
                    <a:pt x="196" y="190"/>
                  </a:cubicBezTo>
                  <a:cubicBezTo>
                    <a:pt x="189" y="200"/>
                    <a:pt x="181" y="209"/>
                    <a:pt x="173" y="217"/>
                  </a:cubicBezTo>
                  <a:cubicBezTo>
                    <a:pt x="183" y="217"/>
                    <a:pt x="183" y="217"/>
                    <a:pt x="183" y="217"/>
                  </a:cubicBezTo>
                  <a:cubicBezTo>
                    <a:pt x="185" y="217"/>
                    <a:pt x="185" y="217"/>
                    <a:pt x="185" y="217"/>
                  </a:cubicBezTo>
                  <a:cubicBezTo>
                    <a:pt x="185" y="217"/>
                    <a:pt x="185" y="217"/>
                    <a:pt x="185" y="217"/>
                  </a:cubicBezTo>
                  <a:close/>
                  <a:moveTo>
                    <a:pt x="251" y="217"/>
                  </a:moveTo>
                  <a:cubicBezTo>
                    <a:pt x="250" y="213"/>
                    <a:pt x="250" y="208"/>
                    <a:pt x="250" y="204"/>
                  </a:cubicBezTo>
                  <a:cubicBezTo>
                    <a:pt x="250" y="194"/>
                    <a:pt x="252" y="180"/>
                    <a:pt x="261" y="173"/>
                  </a:cubicBezTo>
                  <a:cubicBezTo>
                    <a:pt x="262" y="170"/>
                    <a:pt x="267" y="169"/>
                    <a:pt x="268" y="172"/>
                  </a:cubicBezTo>
                  <a:cubicBezTo>
                    <a:pt x="269" y="174"/>
                    <a:pt x="268" y="175"/>
                    <a:pt x="268" y="177"/>
                  </a:cubicBezTo>
                  <a:cubicBezTo>
                    <a:pt x="275" y="181"/>
                    <a:pt x="275" y="205"/>
                    <a:pt x="271" y="210"/>
                  </a:cubicBezTo>
                  <a:cubicBezTo>
                    <a:pt x="270" y="212"/>
                    <a:pt x="270" y="215"/>
                    <a:pt x="269" y="217"/>
                  </a:cubicBezTo>
                  <a:cubicBezTo>
                    <a:pt x="251" y="217"/>
                    <a:pt x="251" y="217"/>
                    <a:pt x="251" y="217"/>
                  </a:cubicBezTo>
                  <a:close/>
                  <a:moveTo>
                    <a:pt x="229" y="181"/>
                  </a:moveTo>
                  <a:cubicBezTo>
                    <a:pt x="229" y="179"/>
                    <a:pt x="230" y="178"/>
                    <a:pt x="230" y="176"/>
                  </a:cubicBezTo>
                  <a:cubicBezTo>
                    <a:pt x="230" y="175"/>
                    <a:pt x="231" y="173"/>
                    <a:pt x="231" y="171"/>
                  </a:cubicBezTo>
                  <a:cubicBezTo>
                    <a:pt x="231" y="175"/>
                    <a:pt x="230" y="178"/>
                    <a:pt x="229" y="181"/>
                  </a:cubicBezTo>
                  <a:cubicBezTo>
                    <a:pt x="229" y="181"/>
                    <a:pt x="229" y="181"/>
                    <a:pt x="229" y="181"/>
                  </a:cubicBezTo>
                  <a:close/>
                  <a:moveTo>
                    <a:pt x="34" y="52"/>
                  </a:moveTo>
                  <a:cubicBezTo>
                    <a:pt x="31" y="51"/>
                    <a:pt x="31" y="47"/>
                    <a:pt x="34" y="45"/>
                  </a:cubicBezTo>
                  <a:cubicBezTo>
                    <a:pt x="37" y="43"/>
                    <a:pt x="39" y="40"/>
                    <a:pt x="41" y="37"/>
                  </a:cubicBezTo>
                  <a:cubicBezTo>
                    <a:pt x="46" y="30"/>
                    <a:pt x="41" y="18"/>
                    <a:pt x="47" y="18"/>
                  </a:cubicBezTo>
                  <a:cubicBezTo>
                    <a:pt x="55" y="18"/>
                    <a:pt x="50" y="33"/>
                    <a:pt x="49" y="38"/>
                  </a:cubicBezTo>
                  <a:cubicBezTo>
                    <a:pt x="46" y="43"/>
                    <a:pt x="41" y="52"/>
                    <a:pt x="34" y="52"/>
                  </a:cubicBezTo>
                  <a:close/>
                  <a:moveTo>
                    <a:pt x="68" y="70"/>
                  </a:moveTo>
                  <a:cubicBezTo>
                    <a:pt x="66" y="66"/>
                    <a:pt x="71" y="64"/>
                    <a:pt x="73" y="61"/>
                  </a:cubicBezTo>
                  <a:cubicBezTo>
                    <a:pt x="75" y="59"/>
                    <a:pt x="76" y="55"/>
                    <a:pt x="78" y="52"/>
                  </a:cubicBezTo>
                  <a:cubicBezTo>
                    <a:pt x="81" y="43"/>
                    <a:pt x="89" y="45"/>
                    <a:pt x="86" y="52"/>
                  </a:cubicBezTo>
                  <a:cubicBezTo>
                    <a:pt x="82" y="58"/>
                    <a:pt x="80" y="67"/>
                    <a:pt x="72" y="71"/>
                  </a:cubicBezTo>
                  <a:cubicBezTo>
                    <a:pt x="72" y="71"/>
                    <a:pt x="72" y="71"/>
                    <a:pt x="72" y="71"/>
                  </a:cubicBezTo>
                  <a:cubicBezTo>
                    <a:pt x="72" y="71"/>
                    <a:pt x="73" y="71"/>
                    <a:pt x="73" y="71"/>
                  </a:cubicBezTo>
                  <a:cubicBezTo>
                    <a:pt x="71" y="71"/>
                    <a:pt x="69" y="71"/>
                    <a:pt x="68" y="70"/>
                  </a:cubicBezTo>
                  <a:close/>
                  <a:moveTo>
                    <a:pt x="201" y="16"/>
                  </a:moveTo>
                  <a:cubicBezTo>
                    <a:pt x="201" y="19"/>
                    <a:pt x="202" y="20"/>
                    <a:pt x="204" y="19"/>
                  </a:cubicBezTo>
                  <a:cubicBezTo>
                    <a:pt x="206" y="20"/>
                    <a:pt x="209" y="19"/>
                    <a:pt x="209" y="16"/>
                  </a:cubicBezTo>
                  <a:cubicBezTo>
                    <a:pt x="209" y="14"/>
                    <a:pt x="207" y="13"/>
                    <a:pt x="205" y="13"/>
                  </a:cubicBezTo>
                  <a:cubicBezTo>
                    <a:pt x="203" y="12"/>
                    <a:pt x="201" y="13"/>
                    <a:pt x="201" y="16"/>
                  </a:cubicBezTo>
                  <a:close/>
                  <a:moveTo>
                    <a:pt x="220" y="11"/>
                  </a:moveTo>
                  <a:cubicBezTo>
                    <a:pt x="220" y="13"/>
                    <a:pt x="221" y="14"/>
                    <a:pt x="223" y="15"/>
                  </a:cubicBezTo>
                  <a:cubicBezTo>
                    <a:pt x="225" y="15"/>
                    <a:pt x="228" y="14"/>
                    <a:pt x="229" y="12"/>
                  </a:cubicBezTo>
                  <a:cubicBezTo>
                    <a:pt x="232" y="10"/>
                    <a:pt x="233" y="7"/>
                    <a:pt x="232" y="4"/>
                  </a:cubicBezTo>
                  <a:cubicBezTo>
                    <a:pt x="230" y="0"/>
                    <a:pt x="223" y="1"/>
                    <a:pt x="221" y="5"/>
                  </a:cubicBezTo>
                  <a:cubicBezTo>
                    <a:pt x="220" y="5"/>
                    <a:pt x="220" y="7"/>
                    <a:pt x="219" y="8"/>
                  </a:cubicBezTo>
                  <a:cubicBezTo>
                    <a:pt x="219" y="9"/>
                    <a:pt x="219" y="10"/>
                    <a:pt x="220" y="11"/>
                  </a:cubicBezTo>
                  <a:close/>
                </a:path>
              </a:pathLst>
            </a:custGeom>
            <a:solidFill>
              <a:srgbClr val="8AB4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43" name="Freeform 9"/>
            <p:cNvSpPr/>
            <p:nvPr userDrawn="1"/>
          </p:nvSpPr>
          <p:spPr bwMode="auto">
            <a:xfrm>
              <a:off x="2579" y="1335"/>
              <a:ext cx="185" cy="70"/>
            </a:xfrm>
            <a:custGeom>
              <a:avLst/>
              <a:gdLst>
                <a:gd name="T0" fmla="*/ 2 w 77"/>
                <a:gd name="T1" fmla="*/ 23 h 29"/>
                <a:gd name="T2" fmla="*/ 13 w 77"/>
                <a:gd name="T3" fmla="*/ 14 h 29"/>
                <a:gd name="T4" fmla="*/ 73 w 77"/>
                <a:gd name="T5" fmla="*/ 0 h 29"/>
                <a:gd name="T6" fmla="*/ 77 w 77"/>
                <a:gd name="T7" fmla="*/ 3 h 29"/>
                <a:gd name="T8" fmla="*/ 58 w 77"/>
                <a:gd name="T9" fmla="*/ 10 h 29"/>
                <a:gd name="T10" fmla="*/ 17 w 77"/>
                <a:gd name="T11" fmla="*/ 21 h 29"/>
                <a:gd name="T12" fmla="*/ 2 w 77"/>
                <a:gd name="T13" fmla="*/ 23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7" h="29">
                  <a:moveTo>
                    <a:pt x="2" y="23"/>
                  </a:moveTo>
                  <a:cubicBezTo>
                    <a:pt x="0" y="17"/>
                    <a:pt x="10" y="16"/>
                    <a:pt x="13" y="14"/>
                  </a:cubicBezTo>
                  <a:cubicBezTo>
                    <a:pt x="32" y="4"/>
                    <a:pt x="52" y="1"/>
                    <a:pt x="73" y="0"/>
                  </a:cubicBezTo>
                  <a:cubicBezTo>
                    <a:pt x="75" y="0"/>
                    <a:pt x="76" y="2"/>
                    <a:pt x="77" y="3"/>
                  </a:cubicBezTo>
                  <a:cubicBezTo>
                    <a:pt x="77" y="11"/>
                    <a:pt x="63" y="8"/>
                    <a:pt x="58" y="10"/>
                  </a:cubicBezTo>
                  <a:cubicBezTo>
                    <a:pt x="44" y="11"/>
                    <a:pt x="30" y="15"/>
                    <a:pt x="17" y="21"/>
                  </a:cubicBezTo>
                  <a:cubicBezTo>
                    <a:pt x="12" y="22"/>
                    <a:pt x="5" y="29"/>
                    <a:pt x="2" y="23"/>
                  </a:cubicBezTo>
                  <a:close/>
                </a:path>
              </a:pathLst>
            </a:custGeom>
            <a:solidFill>
              <a:srgbClr val="C0DD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44" name="Freeform 10"/>
            <p:cNvSpPr/>
            <p:nvPr userDrawn="1"/>
          </p:nvSpPr>
          <p:spPr bwMode="auto">
            <a:xfrm>
              <a:off x="2800" y="1326"/>
              <a:ext cx="57" cy="33"/>
            </a:xfrm>
            <a:custGeom>
              <a:avLst/>
              <a:gdLst>
                <a:gd name="T0" fmla="*/ 18 w 24"/>
                <a:gd name="T1" fmla="*/ 13 h 14"/>
                <a:gd name="T2" fmla="*/ 0 w 24"/>
                <a:gd name="T3" fmla="*/ 8 h 14"/>
                <a:gd name="T4" fmla="*/ 19 w 24"/>
                <a:gd name="T5" fmla="*/ 5 h 14"/>
                <a:gd name="T6" fmla="*/ 18 w 24"/>
                <a:gd name="T7" fmla="*/ 1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14">
                  <a:moveTo>
                    <a:pt x="18" y="13"/>
                  </a:moveTo>
                  <a:cubicBezTo>
                    <a:pt x="13" y="11"/>
                    <a:pt x="1" y="14"/>
                    <a:pt x="0" y="8"/>
                  </a:cubicBezTo>
                  <a:cubicBezTo>
                    <a:pt x="2" y="0"/>
                    <a:pt x="13" y="6"/>
                    <a:pt x="19" y="5"/>
                  </a:cubicBezTo>
                  <a:cubicBezTo>
                    <a:pt x="24" y="6"/>
                    <a:pt x="23" y="14"/>
                    <a:pt x="18" y="13"/>
                  </a:cubicBezTo>
                  <a:close/>
                </a:path>
              </a:pathLst>
            </a:custGeom>
            <a:solidFill>
              <a:srgbClr val="C0DD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45" name="Freeform 11"/>
            <p:cNvSpPr/>
            <p:nvPr userDrawn="1"/>
          </p:nvSpPr>
          <p:spPr bwMode="auto">
            <a:xfrm>
              <a:off x="2517" y="1261"/>
              <a:ext cx="62" cy="113"/>
            </a:xfrm>
            <a:custGeom>
              <a:avLst/>
              <a:gdLst>
                <a:gd name="T0" fmla="*/ 14 w 26"/>
                <a:gd name="T1" fmla="*/ 44 h 47"/>
                <a:gd name="T2" fmla="*/ 11 w 26"/>
                <a:gd name="T3" fmla="*/ 40 h 47"/>
                <a:gd name="T4" fmla="*/ 12 w 26"/>
                <a:gd name="T5" fmla="*/ 39 h 47"/>
                <a:gd name="T6" fmla="*/ 2 w 26"/>
                <a:gd name="T7" fmla="*/ 24 h 47"/>
                <a:gd name="T8" fmla="*/ 0 w 26"/>
                <a:gd name="T9" fmla="*/ 21 h 47"/>
                <a:gd name="T10" fmla="*/ 0 w 26"/>
                <a:gd name="T11" fmla="*/ 0 h 47"/>
                <a:gd name="T12" fmla="*/ 5 w 26"/>
                <a:gd name="T13" fmla="*/ 6 h 47"/>
                <a:gd name="T14" fmla="*/ 21 w 26"/>
                <a:gd name="T15" fmla="*/ 36 h 47"/>
                <a:gd name="T16" fmla="*/ 14 w 26"/>
                <a:gd name="T17" fmla="*/ 44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" h="47">
                  <a:moveTo>
                    <a:pt x="14" y="44"/>
                  </a:moveTo>
                  <a:cubicBezTo>
                    <a:pt x="12" y="43"/>
                    <a:pt x="11" y="42"/>
                    <a:pt x="11" y="40"/>
                  </a:cubicBezTo>
                  <a:cubicBezTo>
                    <a:pt x="11" y="40"/>
                    <a:pt x="11" y="39"/>
                    <a:pt x="12" y="39"/>
                  </a:cubicBezTo>
                  <a:cubicBezTo>
                    <a:pt x="8" y="37"/>
                    <a:pt x="5" y="28"/>
                    <a:pt x="2" y="24"/>
                  </a:cubicBezTo>
                  <a:cubicBezTo>
                    <a:pt x="2" y="24"/>
                    <a:pt x="1" y="23"/>
                    <a:pt x="0" y="2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3" y="1"/>
                    <a:pt x="4" y="4"/>
                    <a:pt x="5" y="6"/>
                  </a:cubicBezTo>
                  <a:cubicBezTo>
                    <a:pt x="11" y="16"/>
                    <a:pt x="16" y="26"/>
                    <a:pt x="21" y="36"/>
                  </a:cubicBezTo>
                  <a:cubicBezTo>
                    <a:pt x="26" y="39"/>
                    <a:pt x="18" y="47"/>
                    <a:pt x="14" y="44"/>
                  </a:cubicBezTo>
                  <a:close/>
                </a:path>
              </a:pathLst>
            </a:custGeom>
            <a:solidFill>
              <a:srgbClr val="96A8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46" name="Freeform 12"/>
            <p:cNvSpPr/>
            <p:nvPr userDrawn="1"/>
          </p:nvSpPr>
          <p:spPr bwMode="auto">
            <a:xfrm>
              <a:off x="2517" y="1304"/>
              <a:ext cx="635" cy="189"/>
            </a:xfrm>
            <a:custGeom>
              <a:avLst/>
              <a:gdLst>
                <a:gd name="T0" fmla="*/ 262 w 265"/>
                <a:gd name="T1" fmla="*/ 78 h 79"/>
                <a:gd name="T2" fmla="*/ 231 w 265"/>
                <a:gd name="T3" fmla="*/ 46 h 79"/>
                <a:gd name="T4" fmla="*/ 202 w 265"/>
                <a:gd name="T5" fmla="*/ 28 h 79"/>
                <a:gd name="T6" fmla="*/ 120 w 265"/>
                <a:gd name="T7" fmla="*/ 5 h 79"/>
                <a:gd name="T8" fmla="*/ 68 w 265"/>
                <a:gd name="T9" fmla="*/ 7 h 79"/>
                <a:gd name="T10" fmla="*/ 41 w 265"/>
                <a:gd name="T11" fmla="*/ 15 h 79"/>
                <a:gd name="T12" fmla="*/ 18 w 265"/>
                <a:gd name="T13" fmla="*/ 27 h 79"/>
                <a:gd name="T14" fmla="*/ 3 w 265"/>
                <a:gd name="T15" fmla="*/ 35 h 79"/>
                <a:gd name="T16" fmla="*/ 0 w 265"/>
                <a:gd name="T17" fmla="*/ 37 h 79"/>
                <a:gd name="T18" fmla="*/ 0 w 265"/>
                <a:gd name="T19" fmla="*/ 33 h 79"/>
                <a:gd name="T20" fmla="*/ 3 w 265"/>
                <a:gd name="T21" fmla="*/ 31 h 79"/>
                <a:gd name="T22" fmla="*/ 32 w 265"/>
                <a:gd name="T23" fmla="*/ 16 h 79"/>
                <a:gd name="T24" fmla="*/ 66 w 265"/>
                <a:gd name="T25" fmla="*/ 4 h 79"/>
                <a:gd name="T26" fmla="*/ 100 w 265"/>
                <a:gd name="T27" fmla="*/ 1 h 79"/>
                <a:gd name="T28" fmla="*/ 198 w 265"/>
                <a:gd name="T29" fmla="*/ 22 h 79"/>
                <a:gd name="T30" fmla="*/ 226 w 265"/>
                <a:gd name="T31" fmla="*/ 38 h 79"/>
                <a:gd name="T32" fmla="*/ 243 w 265"/>
                <a:gd name="T33" fmla="*/ 51 h 79"/>
                <a:gd name="T34" fmla="*/ 264 w 265"/>
                <a:gd name="T35" fmla="*/ 76 h 79"/>
                <a:gd name="T36" fmla="*/ 264 w 265"/>
                <a:gd name="T37" fmla="*/ 79 h 79"/>
                <a:gd name="T38" fmla="*/ 262 w 265"/>
                <a:gd name="T39" fmla="*/ 78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65" h="79">
                  <a:moveTo>
                    <a:pt x="262" y="78"/>
                  </a:moveTo>
                  <a:cubicBezTo>
                    <a:pt x="253" y="66"/>
                    <a:pt x="243" y="54"/>
                    <a:pt x="231" y="46"/>
                  </a:cubicBezTo>
                  <a:cubicBezTo>
                    <a:pt x="222" y="39"/>
                    <a:pt x="212" y="33"/>
                    <a:pt x="202" y="28"/>
                  </a:cubicBezTo>
                  <a:cubicBezTo>
                    <a:pt x="177" y="15"/>
                    <a:pt x="149" y="7"/>
                    <a:pt x="120" y="5"/>
                  </a:cubicBezTo>
                  <a:cubicBezTo>
                    <a:pt x="103" y="4"/>
                    <a:pt x="85" y="5"/>
                    <a:pt x="68" y="7"/>
                  </a:cubicBezTo>
                  <a:cubicBezTo>
                    <a:pt x="59" y="9"/>
                    <a:pt x="50" y="12"/>
                    <a:pt x="41" y="15"/>
                  </a:cubicBezTo>
                  <a:cubicBezTo>
                    <a:pt x="33" y="19"/>
                    <a:pt x="26" y="23"/>
                    <a:pt x="18" y="27"/>
                  </a:cubicBezTo>
                  <a:cubicBezTo>
                    <a:pt x="13" y="29"/>
                    <a:pt x="8" y="32"/>
                    <a:pt x="3" y="35"/>
                  </a:cubicBezTo>
                  <a:cubicBezTo>
                    <a:pt x="2" y="35"/>
                    <a:pt x="1" y="36"/>
                    <a:pt x="0" y="37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1" y="32"/>
                    <a:pt x="2" y="31"/>
                    <a:pt x="3" y="31"/>
                  </a:cubicBezTo>
                  <a:cubicBezTo>
                    <a:pt x="12" y="25"/>
                    <a:pt x="22" y="21"/>
                    <a:pt x="32" y="16"/>
                  </a:cubicBezTo>
                  <a:cubicBezTo>
                    <a:pt x="43" y="11"/>
                    <a:pt x="54" y="7"/>
                    <a:pt x="66" y="4"/>
                  </a:cubicBezTo>
                  <a:cubicBezTo>
                    <a:pt x="77" y="2"/>
                    <a:pt x="88" y="2"/>
                    <a:pt x="100" y="1"/>
                  </a:cubicBezTo>
                  <a:cubicBezTo>
                    <a:pt x="134" y="0"/>
                    <a:pt x="168" y="7"/>
                    <a:pt x="198" y="22"/>
                  </a:cubicBezTo>
                  <a:cubicBezTo>
                    <a:pt x="208" y="27"/>
                    <a:pt x="218" y="32"/>
                    <a:pt x="226" y="38"/>
                  </a:cubicBezTo>
                  <a:cubicBezTo>
                    <a:pt x="232" y="42"/>
                    <a:pt x="238" y="46"/>
                    <a:pt x="243" y="51"/>
                  </a:cubicBezTo>
                  <a:cubicBezTo>
                    <a:pt x="251" y="58"/>
                    <a:pt x="257" y="67"/>
                    <a:pt x="264" y="76"/>
                  </a:cubicBezTo>
                  <a:cubicBezTo>
                    <a:pt x="265" y="76"/>
                    <a:pt x="265" y="78"/>
                    <a:pt x="264" y="79"/>
                  </a:cubicBezTo>
                  <a:cubicBezTo>
                    <a:pt x="263" y="79"/>
                    <a:pt x="262" y="79"/>
                    <a:pt x="262" y="78"/>
                  </a:cubicBezTo>
                  <a:close/>
                </a:path>
              </a:pathLst>
            </a:custGeom>
            <a:solidFill>
              <a:srgbClr val="5044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47" name="Freeform 13"/>
            <p:cNvSpPr/>
            <p:nvPr userDrawn="1"/>
          </p:nvSpPr>
          <p:spPr bwMode="auto">
            <a:xfrm>
              <a:off x="3133" y="1469"/>
              <a:ext cx="115" cy="517"/>
            </a:xfrm>
            <a:custGeom>
              <a:avLst/>
              <a:gdLst>
                <a:gd name="T0" fmla="*/ 23 w 48"/>
                <a:gd name="T1" fmla="*/ 216 h 216"/>
                <a:gd name="T2" fmla="*/ 26 w 48"/>
                <a:gd name="T3" fmla="*/ 211 h 216"/>
                <a:gd name="T4" fmla="*/ 34 w 48"/>
                <a:gd name="T5" fmla="*/ 190 h 216"/>
                <a:gd name="T6" fmla="*/ 40 w 48"/>
                <a:gd name="T7" fmla="*/ 164 h 216"/>
                <a:gd name="T8" fmla="*/ 44 w 48"/>
                <a:gd name="T9" fmla="*/ 131 h 216"/>
                <a:gd name="T10" fmla="*/ 37 w 48"/>
                <a:gd name="T11" fmla="*/ 80 h 216"/>
                <a:gd name="T12" fmla="*/ 17 w 48"/>
                <a:gd name="T13" fmla="*/ 29 h 216"/>
                <a:gd name="T14" fmla="*/ 7 w 48"/>
                <a:gd name="T15" fmla="*/ 12 h 216"/>
                <a:gd name="T16" fmla="*/ 3 w 48"/>
                <a:gd name="T17" fmla="*/ 7 h 216"/>
                <a:gd name="T18" fmla="*/ 1 w 48"/>
                <a:gd name="T19" fmla="*/ 4 h 216"/>
                <a:gd name="T20" fmla="*/ 0 w 48"/>
                <a:gd name="T21" fmla="*/ 3 h 216"/>
                <a:gd name="T22" fmla="*/ 6 w 48"/>
                <a:gd name="T23" fmla="*/ 5 h 216"/>
                <a:gd name="T24" fmla="*/ 17 w 48"/>
                <a:gd name="T25" fmla="*/ 22 h 216"/>
                <a:gd name="T26" fmla="*/ 33 w 48"/>
                <a:gd name="T27" fmla="*/ 57 h 216"/>
                <a:gd name="T28" fmla="*/ 41 w 48"/>
                <a:gd name="T29" fmla="*/ 83 h 216"/>
                <a:gd name="T30" fmla="*/ 47 w 48"/>
                <a:gd name="T31" fmla="*/ 124 h 216"/>
                <a:gd name="T32" fmla="*/ 41 w 48"/>
                <a:gd name="T33" fmla="*/ 176 h 216"/>
                <a:gd name="T34" fmla="*/ 30 w 48"/>
                <a:gd name="T35" fmla="*/ 211 h 216"/>
                <a:gd name="T36" fmla="*/ 27 w 48"/>
                <a:gd name="T37" fmla="*/ 216 h 216"/>
                <a:gd name="T38" fmla="*/ 23 w 48"/>
                <a:gd name="T39" fmla="*/ 216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8" h="216">
                  <a:moveTo>
                    <a:pt x="23" y="216"/>
                  </a:moveTo>
                  <a:cubicBezTo>
                    <a:pt x="24" y="214"/>
                    <a:pt x="25" y="212"/>
                    <a:pt x="26" y="211"/>
                  </a:cubicBezTo>
                  <a:cubicBezTo>
                    <a:pt x="30" y="204"/>
                    <a:pt x="32" y="197"/>
                    <a:pt x="34" y="190"/>
                  </a:cubicBezTo>
                  <a:cubicBezTo>
                    <a:pt x="37" y="181"/>
                    <a:pt x="39" y="173"/>
                    <a:pt x="40" y="164"/>
                  </a:cubicBezTo>
                  <a:cubicBezTo>
                    <a:pt x="42" y="153"/>
                    <a:pt x="44" y="143"/>
                    <a:pt x="44" y="131"/>
                  </a:cubicBezTo>
                  <a:cubicBezTo>
                    <a:pt x="44" y="114"/>
                    <a:pt x="40" y="97"/>
                    <a:pt x="37" y="80"/>
                  </a:cubicBezTo>
                  <a:cubicBezTo>
                    <a:pt x="32" y="62"/>
                    <a:pt x="26" y="45"/>
                    <a:pt x="17" y="29"/>
                  </a:cubicBezTo>
                  <a:cubicBezTo>
                    <a:pt x="14" y="24"/>
                    <a:pt x="11" y="17"/>
                    <a:pt x="7" y="12"/>
                  </a:cubicBezTo>
                  <a:cubicBezTo>
                    <a:pt x="6" y="11"/>
                    <a:pt x="5" y="9"/>
                    <a:pt x="3" y="7"/>
                  </a:cubicBezTo>
                  <a:cubicBezTo>
                    <a:pt x="2" y="6"/>
                    <a:pt x="1" y="5"/>
                    <a:pt x="1" y="4"/>
                  </a:cubicBezTo>
                  <a:cubicBezTo>
                    <a:pt x="0" y="4"/>
                    <a:pt x="0" y="3"/>
                    <a:pt x="0" y="3"/>
                  </a:cubicBezTo>
                  <a:cubicBezTo>
                    <a:pt x="2" y="0"/>
                    <a:pt x="5" y="4"/>
                    <a:pt x="6" y="5"/>
                  </a:cubicBezTo>
                  <a:cubicBezTo>
                    <a:pt x="11" y="10"/>
                    <a:pt x="14" y="16"/>
                    <a:pt x="17" y="22"/>
                  </a:cubicBezTo>
                  <a:cubicBezTo>
                    <a:pt x="23" y="33"/>
                    <a:pt x="29" y="45"/>
                    <a:pt x="33" y="57"/>
                  </a:cubicBezTo>
                  <a:cubicBezTo>
                    <a:pt x="36" y="66"/>
                    <a:pt x="39" y="74"/>
                    <a:pt x="41" y="83"/>
                  </a:cubicBezTo>
                  <a:cubicBezTo>
                    <a:pt x="44" y="97"/>
                    <a:pt x="46" y="110"/>
                    <a:pt x="47" y="124"/>
                  </a:cubicBezTo>
                  <a:cubicBezTo>
                    <a:pt x="48" y="141"/>
                    <a:pt x="45" y="159"/>
                    <a:pt x="41" y="176"/>
                  </a:cubicBezTo>
                  <a:cubicBezTo>
                    <a:pt x="38" y="188"/>
                    <a:pt x="36" y="200"/>
                    <a:pt x="30" y="211"/>
                  </a:cubicBezTo>
                  <a:cubicBezTo>
                    <a:pt x="29" y="213"/>
                    <a:pt x="28" y="214"/>
                    <a:pt x="27" y="216"/>
                  </a:cubicBezTo>
                  <a:lnTo>
                    <a:pt x="23" y="216"/>
                  </a:lnTo>
                  <a:close/>
                </a:path>
              </a:pathLst>
            </a:custGeom>
            <a:solidFill>
              <a:srgbClr val="5044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48" name="Freeform 14"/>
            <p:cNvSpPr>
              <a:spLocks noEditPoints="1"/>
            </p:cNvSpPr>
            <p:nvPr userDrawn="1"/>
          </p:nvSpPr>
          <p:spPr bwMode="auto">
            <a:xfrm>
              <a:off x="2517" y="1256"/>
              <a:ext cx="62" cy="113"/>
            </a:xfrm>
            <a:custGeom>
              <a:avLst/>
              <a:gdLst>
                <a:gd name="T0" fmla="*/ 10 w 26"/>
                <a:gd name="T1" fmla="*/ 45 h 47"/>
                <a:gd name="T2" fmla="*/ 8 w 26"/>
                <a:gd name="T3" fmla="*/ 41 h 47"/>
                <a:gd name="T4" fmla="*/ 8 w 26"/>
                <a:gd name="T5" fmla="*/ 41 h 47"/>
                <a:gd name="T6" fmla="*/ 8 w 26"/>
                <a:gd name="T7" fmla="*/ 41 h 47"/>
                <a:gd name="T8" fmla="*/ 0 w 26"/>
                <a:gd name="T9" fmla="*/ 26 h 47"/>
                <a:gd name="T10" fmla="*/ 0 w 26"/>
                <a:gd name="T11" fmla="*/ 18 h 47"/>
                <a:gd name="T12" fmla="*/ 5 w 26"/>
                <a:gd name="T13" fmla="*/ 28 h 47"/>
                <a:gd name="T14" fmla="*/ 13 w 26"/>
                <a:gd name="T15" fmla="*/ 42 h 47"/>
                <a:gd name="T16" fmla="*/ 14 w 26"/>
                <a:gd name="T17" fmla="*/ 44 h 47"/>
                <a:gd name="T18" fmla="*/ 14 w 26"/>
                <a:gd name="T19" fmla="*/ 46 h 47"/>
                <a:gd name="T20" fmla="*/ 12 w 26"/>
                <a:gd name="T21" fmla="*/ 47 h 47"/>
                <a:gd name="T22" fmla="*/ 10 w 26"/>
                <a:gd name="T23" fmla="*/ 45 h 47"/>
                <a:gd name="T24" fmla="*/ 0 w 26"/>
                <a:gd name="T25" fmla="*/ 0 h 47"/>
                <a:gd name="T26" fmla="*/ 0 w 26"/>
                <a:gd name="T27" fmla="*/ 4 h 47"/>
                <a:gd name="T28" fmla="*/ 2 w 26"/>
                <a:gd name="T29" fmla="*/ 6 h 47"/>
                <a:gd name="T30" fmla="*/ 18 w 26"/>
                <a:gd name="T31" fmla="*/ 34 h 47"/>
                <a:gd name="T32" fmla="*/ 23 w 26"/>
                <a:gd name="T33" fmla="*/ 42 h 47"/>
                <a:gd name="T34" fmla="*/ 25 w 26"/>
                <a:gd name="T35" fmla="*/ 43 h 47"/>
                <a:gd name="T36" fmla="*/ 26 w 26"/>
                <a:gd name="T37" fmla="*/ 40 h 47"/>
                <a:gd name="T38" fmla="*/ 22 w 26"/>
                <a:gd name="T39" fmla="*/ 33 h 47"/>
                <a:gd name="T40" fmla="*/ 9 w 26"/>
                <a:gd name="T41" fmla="*/ 9 h 47"/>
                <a:gd name="T42" fmla="*/ 0 w 26"/>
                <a:gd name="T43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6" h="47">
                  <a:moveTo>
                    <a:pt x="10" y="45"/>
                  </a:moveTo>
                  <a:cubicBezTo>
                    <a:pt x="10" y="44"/>
                    <a:pt x="9" y="42"/>
                    <a:pt x="8" y="41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6" y="36"/>
                    <a:pt x="3" y="31"/>
                    <a:pt x="0" y="26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2" y="22"/>
                    <a:pt x="4" y="25"/>
                    <a:pt x="5" y="28"/>
                  </a:cubicBezTo>
                  <a:cubicBezTo>
                    <a:pt x="8" y="33"/>
                    <a:pt x="10" y="37"/>
                    <a:pt x="13" y="42"/>
                  </a:cubicBezTo>
                  <a:cubicBezTo>
                    <a:pt x="13" y="43"/>
                    <a:pt x="13" y="43"/>
                    <a:pt x="14" y="44"/>
                  </a:cubicBezTo>
                  <a:cubicBezTo>
                    <a:pt x="14" y="44"/>
                    <a:pt x="14" y="45"/>
                    <a:pt x="14" y="46"/>
                  </a:cubicBezTo>
                  <a:cubicBezTo>
                    <a:pt x="14" y="47"/>
                    <a:pt x="13" y="47"/>
                    <a:pt x="12" y="47"/>
                  </a:cubicBezTo>
                  <a:cubicBezTo>
                    <a:pt x="11" y="47"/>
                    <a:pt x="11" y="46"/>
                    <a:pt x="10" y="45"/>
                  </a:cubicBezTo>
                  <a:close/>
                  <a:moveTo>
                    <a:pt x="0" y="0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1" y="4"/>
                    <a:pt x="1" y="5"/>
                    <a:pt x="2" y="6"/>
                  </a:cubicBezTo>
                  <a:cubicBezTo>
                    <a:pt x="9" y="14"/>
                    <a:pt x="13" y="24"/>
                    <a:pt x="18" y="34"/>
                  </a:cubicBezTo>
                  <a:cubicBezTo>
                    <a:pt x="20" y="36"/>
                    <a:pt x="21" y="39"/>
                    <a:pt x="23" y="42"/>
                  </a:cubicBezTo>
                  <a:cubicBezTo>
                    <a:pt x="23" y="43"/>
                    <a:pt x="25" y="43"/>
                    <a:pt x="25" y="43"/>
                  </a:cubicBezTo>
                  <a:cubicBezTo>
                    <a:pt x="26" y="42"/>
                    <a:pt x="26" y="41"/>
                    <a:pt x="26" y="40"/>
                  </a:cubicBezTo>
                  <a:cubicBezTo>
                    <a:pt x="25" y="38"/>
                    <a:pt x="23" y="36"/>
                    <a:pt x="22" y="33"/>
                  </a:cubicBezTo>
                  <a:cubicBezTo>
                    <a:pt x="18" y="25"/>
                    <a:pt x="14" y="17"/>
                    <a:pt x="9" y="9"/>
                  </a:cubicBezTo>
                  <a:cubicBezTo>
                    <a:pt x="6" y="6"/>
                    <a:pt x="4" y="2"/>
                    <a:pt x="0" y="0"/>
                  </a:cubicBezTo>
                  <a:close/>
                </a:path>
              </a:pathLst>
            </a:custGeom>
            <a:solidFill>
              <a:srgbClr val="5044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49" name="Freeform 15"/>
            <p:cNvSpPr/>
            <p:nvPr userDrawn="1"/>
          </p:nvSpPr>
          <p:spPr bwMode="auto">
            <a:xfrm>
              <a:off x="2721" y="1649"/>
              <a:ext cx="393" cy="337"/>
            </a:xfrm>
            <a:custGeom>
              <a:avLst/>
              <a:gdLst>
                <a:gd name="T0" fmla="*/ 149 w 164"/>
                <a:gd name="T1" fmla="*/ 141 h 141"/>
                <a:gd name="T2" fmla="*/ 149 w 164"/>
                <a:gd name="T3" fmla="*/ 127 h 141"/>
                <a:gd name="T4" fmla="*/ 149 w 164"/>
                <a:gd name="T5" fmla="*/ 116 h 141"/>
                <a:gd name="T6" fmla="*/ 154 w 164"/>
                <a:gd name="T7" fmla="*/ 97 h 141"/>
                <a:gd name="T8" fmla="*/ 155 w 164"/>
                <a:gd name="T9" fmla="*/ 80 h 141"/>
                <a:gd name="T10" fmla="*/ 160 w 164"/>
                <a:gd name="T11" fmla="*/ 52 h 141"/>
                <a:gd name="T12" fmla="*/ 151 w 164"/>
                <a:gd name="T13" fmla="*/ 30 h 141"/>
                <a:gd name="T14" fmla="*/ 123 w 164"/>
                <a:gd name="T15" fmla="*/ 10 h 141"/>
                <a:gd name="T16" fmla="*/ 100 w 164"/>
                <a:gd name="T17" fmla="*/ 4 h 141"/>
                <a:gd name="T18" fmla="*/ 62 w 164"/>
                <a:gd name="T19" fmla="*/ 16 h 141"/>
                <a:gd name="T20" fmla="*/ 47 w 164"/>
                <a:gd name="T21" fmla="*/ 28 h 141"/>
                <a:gd name="T22" fmla="*/ 29 w 164"/>
                <a:gd name="T23" fmla="*/ 39 h 141"/>
                <a:gd name="T24" fmla="*/ 18 w 164"/>
                <a:gd name="T25" fmla="*/ 52 h 141"/>
                <a:gd name="T26" fmla="*/ 8 w 164"/>
                <a:gd name="T27" fmla="*/ 82 h 141"/>
                <a:gd name="T28" fmla="*/ 20 w 164"/>
                <a:gd name="T29" fmla="*/ 98 h 141"/>
                <a:gd name="T30" fmla="*/ 33 w 164"/>
                <a:gd name="T31" fmla="*/ 115 h 141"/>
                <a:gd name="T32" fmla="*/ 44 w 164"/>
                <a:gd name="T33" fmla="*/ 138 h 141"/>
                <a:gd name="T34" fmla="*/ 48 w 164"/>
                <a:gd name="T35" fmla="*/ 141 h 141"/>
                <a:gd name="T36" fmla="*/ 42 w 164"/>
                <a:gd name="T37" fmla="*/ 141 h 141"/>
                <a:gd name="T38" fmla="*/ 31 w 164"/>
                <a:gd name="T39" fmla="*/ 117 h 141"/>
                <a:gd name="T40" fmla="*/ 8 w 164"/>
                <a:gd name="T41" fmla="*/ 89 h 141"/>
                <a:gd name="T42" fmla="*/ 9 w 164"/>
                <a:gd name="T43" fmla="*/ 57 h 141"/>
                <a:gd name="T44" fmla="*/ 21 w 164"/>
                <a:gd name="T45" fmla="*/ 43 h 141"/>
                <a:gd name="T46" fmla="*/ 21 w 164"/>
                <a:gd name="T47" fmla="*/ 43 h 141"/>
                <a:gd name="T48" fmla="*/ 21 w 164"/>
                <a:gd name="T49" fmla="*/ 43 h 141"/>
                <a:gd name="T50" fmla="*/ 54 w 164"/>
                <a:gd name="T51" fmla="*/ 19 h 141"/>
                <a:gd name="T52" fmla="*/ 100 w 164"/>
                <a:gd name="T53" fmla="*/ 0 h 141"/>
                <a:gd name="T54" fmla="*/ 117 w 164"/>
                <a:gd name="T55" fmla="*/ 4 h 141"/>
                <a:gd name="T56" fmla="*/ 130 w 164"/>
                <a:gd name="T57" fmla="*/ 8 h 141"/>
                <a:gd name="T58" fmla="*/ 157 w 164"/>
                <a:gd name="T59" fmla="*/ 33 h 141"/>
                <a:gd name="T60" fmla="*/ 163 w 164"/>
                <a:gd name="T61" fmla="*/ 42 h 141"/>
                <a:gd name="T62" fmla="*/ 161 w 164"/>
                <a:gd name="T63" fmla="*/ 64 h 141"/>
                <a:gd name="T64" fmla="*/ 159 w 164"/>
                <a:gd name="T65" fmla="*/ 76 h 141"/>
                <a:gd name="T66" fmla="*/ 157 w 164"/>
                <a:gd name="T67" fmla="*/ 96 h 141"/>
                <a:gd name="T68" fmla="*/ 152 w 164"/>
                <a:gd name="T69" fmla="*/ 121 h 141"/>
                <a:gd name="T70" fmla="*/ 153 w 164"/>
                <a:gd name="T71" fmla="*/ 141 h 141"/>
                <a:gd name="T72" fmla="*/ 149 w 164"/>
                <a:gd name="T73" fmla="*/ 141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64" h="141">
                  <a:moveTo>
                    <a:pt x="149" y="141"/>
                  </a:moveTo>
                  <a:cubicBezTo>
                    <a:pt x="150" y="136"/>
                    <a:pt x="149" y="132"/>
                    <a:pt x="149" y="127"/>
                  </a:cubicBezTo>
                  <a:cubicBezTo>
                    <a:pt x="148" y="123"/>
                    <a:pt x="149" y="120"/>
                    <a:pt x="149" y="116"/>
                  </a:cubicBezTo>
                  <a:cubicBezTo>
                    <a:pt x="151" y="110"/>
                    <a:pt x="153" y="103"/>
                    <a:pt x="154" y="97"/>
                  </a:cubicBezTo>
                  <a:cubicBezTo>
                    <a:pt x="155" y="91"/>
                    <a:pt x="155" y="86"/>
                    <a:pt x="155" y="80"/>
                  </a:cubicBezTo>
                  <a:cubicBezTo>
                    <a:pt x="156" y="71"/>
                    <a:pt x="159" y="62"/>
                    <a:pt x="160" y="52"/>
                  </a:cubicBezTo>
                  <a:cubicBezTo>
                    <a:pt x="161" y="41"/>
                    <a:pt x="157" y="38"/>
                    <a:pt x="151" y="30"/>
                  </a:cubicBezTo>
                  <a:cubicBezTo>
                    <a:pt x="142" y="18"/>
                    <a:pt x="139" y="12"/>
                    <a:pt x="123" y="10"/>
                  </a:cubicBezTo>
                  <a:cubicBezTo>
                    <a:pt x="115" y="8"/>
                    <a:pt x="108" y="4"/>
                    <a:pt x="100" y="4"/>
                  </a:cubicBezTo>
                  <a:cubicBezTo>
                    <a:pt x="86" y="5"/>
                    <a:pt x="73" y="9"/>
                    <a:pt x="62" y="16"/>
                  </a:cubicBezTo>
                  <a:cubicBezTo>
                    <a:pt x="56" y="20"/>
                    <a:pt x="53" y="25"/>
                    <a:pt x="47" y="28"/>
                  </a:cubicBezTo>
                  <a:cubicBezTo>
                    <a:pt x="41" y="32"/>
                    <a:pt x="34" y="34"/>
                    <a:pt x="29" y="39"/>
                  </a:cubicBezTo>
                  <a:cubicBezTo>
                    <a:pt x="24" y="42"/>
                    <a:pt x="22" y="48"/>
                    <a:pt x="18" y="52"/>
                  </a:cubicBezTo>
                  <a:cubicBezTo>
                    <a:pt x="10" y="60"/>
                    <a:pt x="2" y="71"/>
                    <a:pt x="8" y="82"/>
                  </a:cubicBezTo>
                  <a:cubicBezTo>
                    <a:pt x="11" y="88"/>
                    <a:pt x="16" y="93"/>
                    <a:pt x="20" y="98"/>
                  </a:cubicBezTo>
                  <a:cubicBezTo>
                    <a:pt x="25" y="103"/>
                    <a:pt x="30" y="109"/>
                    <a:pt x="33" y="115"/>
                  </a:cubicBezTo>
                  <a:cubicBezTo>
                    <a:pt x="38" y="122"/>
                    <a:pt x="38" y="131"/>
                    <a:pt x="44" y="138"/>
                  </a:cubicBezTo>
                  <a:cubicBezTo>
                    <a:pt x="45" y="139"/>
                    <a:pt x="47" y="140"/>
                    <a:pt x="48" y="141"/>
                  </a:cubicBezTo>
                  <a:cubicBezTo>
                    <a:pt x="42" y="141"/>
                    <a:pt x="42" y="141"/>
                    <a:pt x="42" y="141"/>
                  </a:cubicBezTo>
                  <a:cubicBezTo>
                    <a:pt x="35" y="134"/>
                    <a:pt x="35" y="125"/>
                    <a:pt x="31" y="117"/>
                  </a:cubicBezTo>
                  <a:cubicBezTo>
                    <a:pt x="25" y="106"/>
                    <a:pt x="16" y="98"/>
                    <a:pt x="8" y="89"/>
                  </a:cubicBezTo>
                  <a:cubicBezTo>
                    <a:pt x="0" y="78"/>
                    <a:pt x="1" y="67"/>
                    <a:pt x="9" y="57"/>
                  </a:cubicBezTo>
                  <a:cubicBezTo>
                    <a:pt x="13" y="52"/>
                    <a:pt x="17" y="48"/>
                    <a:pt x="21" y="43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8" y="31"/>
                    <a:pt x="45" y="29"/>
                    <a:pt x="54" y="19"/>
                  </a:cubicBezTo>
                  <a:cubicBezTo>
                    <a:pt x="65" y="7"/>
                    <a:pt x="84" y="1"/>
                    <a:pt x="100" y="0"/>
                  </a:cubicBezTo>
                  <a:cubicBezTo>
                    <a:pt x="106" y="0"/>
                    <a:pt x="112" y="3"/>
                    <a:pt x="117" y="4"/>
                  </a:cubicBezTo>
                  <a:cubicBezTo>
                    <a:pt x="122" y="6"/>
                    <a:pt x="126" y="7"/>
                    <a:pt x="130" y="8"/>
                  </a:cubicBezTo>
                  <a:cubicBezTo>
                    <a:pt x="143" y="11"/>
                    <a:pt x="150" y="23"/>
                    <a:pt x="157" y="33"/>
                  </a:cubicBezTo>
                  <a:cubicBezTo>
                    <a:pt x="160" y="36"/>
                    <a:pt x="162" y="39"/>
                    <a:pt x="163" y="42"/>
                  </a:cubicBezTo>
                  <a:cubicBezTo>
                    <a:pt x="164" y="49"/>
                    <a:pt x="163" y="57"/>
                    <a:pt x="161" y="64"/>
                  </a:cubicBezTo>
                  <a:cubicBezTo>
                    <a:pt x="161" y="68"/>
                    <a:pt x="160" y="72"/>
                    <a:pt x="159" y="76"/>
                  </a:cubicBezTo>
                  <a:cubicBezTo>
                    <a:pt x="159" y="83"/>
                    <a:pt x="158" y="90"/>
                    <a:pt x="157" y="96"/>
                  </a:cubicBezTo>
                  <a:cubicBezTo>
                    <a:pt x="156" y="105"/>
                    <a:pt x="153" y="113"/>
                    <a:pt x="152" y="121"/>
                  </a:cubicBezTo>
                  <a:cubicBezTo>
                    <a:pt x="151" y="128"/>
                    <a:pt x="153" y="134"/>
                    <a:pt x="153" y="141"/>
                  </a:cubicBezTo>
                  <a:lnTo>
                    <a:pt x="149" y="141"/>
                  </a:lnTo>
                  <a:close/>
                </a:path>
              </a:pathLst>
            </a:custGeom>
            <a:solidFill>
              <a:srgbClr val="5044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50" name="Freeform 16"/>
            <p:cNvSpPr/>
            <p:nvPr userDrawn="1"/>
          </p:nvSpPr>
          <p:spPr bwMode="auto">
            <a:xfrm>
              <a:off x="3106" y="1859"/>
              <a:ext cx="79" cy="127"/>
            </a:xfrm>
            <a:custGeom>
              <a:avLst/>
              <a:gdLst>
                <a:gd name="T0" fmla="*/ 5 w 33"/>
                <a:gd name="T1" fmla="*/ 53 h 53"/>
                <a:gd name="T2" fmla="*/ 5 w 33"/>
                <a:gd name="T3" fmla="*/ 52 h 53"/>
                <a:gd name="T4" fmla="*/ 4 w 33"/>
                <a:gd name="T5" fmla="*/ 47 h 53"/>
                <a:gd name="T6" fmla="*/ 2 w 33"/>
                <a:gd name="T7" fmla="*/ 25 h 53"/>
                <a:gd name="T8" fmla="*/ 16 w 33"/>
                <a:gd name="T9" fmla="*/ 5 h 53"/>
                <a:gd name="T10" fmla="*/ 28 w 33"/>
                <a:gd name="T11" fmla="*/ 15 h 53"/>
                <a:gd name="T12" fmla="*/ 26 w 33"/>
                <a:gd name="T13" fmla="*/ 53 h 53"/>
                <a:gd name="T14" fmla="*/ 22 w 33"/>
                <a:gd name="T15" fmla="*/ 53 h 53"/>
                <a:gd name="T16" fmla="*/ 26 w 33"/>
                <a:gd name="T17" fmla="*/ 43 h 53"/>
                <a:gd name="T18" fmla="*/ 25 w 33"/>
                <a:gd name="T19" fmla="*/ 20 h 53"/>
                <a:gd name="T20" fmla="*/ 8 w 33"/>
                <a:gd name="T21" fmla="*/ 20 h 53"/>
                <a:gd name="T22" fmla="*/ 5 w 33"/>
                <a:gd name="T23" fmla="*/ 38 h 53"/>
                <a:gd name="T24" fmla="*/ 9 w 33"/>
                <a:gd name="T25" fmla="*/ 53 h 53"/>
                <a:gd name="T26" fmla="*/ 5 w 33"/>
                <a:gd name="T27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3" h="53">
                  <a:moveTo>
                    <a:pt x="5" y="53"/>
                  </a:moveTo>
                  <a:cubicBezTo>
                    <a:pt x="5" y="53"/>
                    <a:pt x="5" y="53"/>
                    <a:pt x="5" y="52"/>
                  </a:cubicBezTo>
                  <a:cubicBezTo>
                    <a:pt x="4" y="51"/>
                    <a:pt x="4" y="49"/>
                    <a:pt x="4" y="47"/>
                  </a:cubicBezTo>
                  <a:cubicBezTo>
                    <a:pt x="2" y="40"/>
                    <a:pt x="0" y="32"/>
                    <a:pt x="2" y="25"/>
                  </a:cubicBezTo>
                  <a:cubicBezTo>
                    <a:pt x="4" y="19"/>
                    <a:pt x="10" y="8"/>
                    <a:pt x="16" y="5"/>
                  </a:cubicBezTo>
                  <a:cubicBezTo>
                    <a:pt x="23" y="2"/>
                    <a:pt x="27" y="10"/>
                    <a:pt x="28" y="15"/>
                  </a:cubicBezTo>
                  <a:cubicBezTo>
                    <a:pt x="30" y="28"/>
                    <a:pt x="33" y="41"/>
                    <a:pt x="26" y="53"/>
                  </a:cubicBezTo>
                  <a:cubicBezTo>
                    <a:pt x="22" y="53"/>
                    <a:pt x="22" y="53"/>
                    <a:pt x="22" y="53"/>
                  </a:cubicBezTo>
                  <a:cubicBezTo>
                    <a:pt x="23" y="50"/>
                    <a:pt x="25" y="47"/>
                    <a:pt x="26" y="43"/>
                  </a:cubicBezTo>
                  <a:cubicBezTo>
                    <a:pt x="28" y="35"/>
                    <a:pt x="26" y="28"/>
                    <a:pt x="25" y="20"/>
                  </a:cubicBezTo>
                  <a:cubicBezTo>
                    <a:pt x="22" y="0"/>
                    <a:pt x="15" y="8"/>
                    <a:pt x="8" y="20"/>
                  </a:cubicBezTo>
                  <a:cubicBezTo>
                    <a:pt x="5" y="26"/>
                    <a:pt x="4" y="32"/>
                    <a:pt x="5" y="38"/>
                  </a:cubicBezTo>
                  <a:cubicBezTo>
                    <a:pt x="6" y="43"/>
                    <a:pt x="7" y="48"/>
                    <a:pt x="9" y="53"/>
                  </a:cubicBezTo>
                  <a:lnTo>
                    <a:pt x="5" y="53"/>
                  </a:lnTo>
                  <a:close/>
                </a:path>
              </a:pathLst>
            </a:custGeom>
            <a:solidFill>
              <a:srgbClr val="5044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51" name="Freeform 17"/>
            <p:cNvSpPr/>
            <p:nvPr userDrawn="1"/>
          </p:nvSpPr>
          <p:spPr bwMode="auto">
            <a:xfrm>
              <a:off x="2769" y="1515"/>
              <a:ext cx="405" cy="203"/>
            </a:xfrm>
            <a:custGeom>
              <a:avLst/>
              <a:gdLst>
                <a:gd name="T0" fmla="*/ 3 w 169"/>
                <a:gd name="T1" fmla="*/ 85 h 85"/>
                <a:gd name="T2" fmla="*/ 2 w 169"/>
                <a:gd name="T3" fmla="*/ 81 h 85"/>
                <a:gd name="T4" fmla="*/ 16 w 169"/>
                <a:gd name="T5" fmla="*/ 67 h 85"/>
                <a:gd name="T6" fmla="*/ 18 w 169"/>
                <a:gd name="T7" fmla="*/ 45 h 85"/>
                <a:gd name="T8" fmla="*/ 41 w 169"/>
                <a:gd name="T9" fmla="*/ 25 h 85"/>
                <a:gd name="T10" fmla="*/ 54 w 169"/>
                <a:gd name="T11" fmla="*/ 25 h 85"/>
                <a:gd name="T12" fmla="*/ 69 w 169"/>
                <a:gd name="T13" fmla="*/ 17 h 85"/>
                <a:gd name="T14" fmla="*/ 77 w 169"/>
                <a:gd name="T15" fmla="*/ 12 h 85"/>
                <a:gd name="T16" fmla="*/ 98 w 169"/>
                <a:gd name="T17" fmla="*/ 18 h 85"/>
                <a:gd name="T18" fmla="*/ 117 w 169"/>
                <a:gd name="T19" fmla="*/ 17 h 85"/>
                <a:gd name="T20" fmla="*/ 133 w 169"/>
                <a:gd name="T21" fmla="*/ 17 h 85"/>
                <a:gd name="T22" fmla="*/ 147 w 169"/>
                <a:gd name="T23" fmla="*/ 12 h 85"/>
                <a:gd name="T24" fmla="*/ 159 w 169"/>
                <a:gd name="T25" fmla="*/ 6 h 85"/>
                <a:gd name="T26" fmla="*/ 165 w 169"/>
                <a:gd name="T27" fmla="*/ 2 h 85"/>
                <a:gd name="T28" fmla="*/ 168 w 169"/>
                <a:gd name="T29" fmla="*/ 4 h 85"/>
                <a:gd name="T30" fmla="*/ 151 w 169"/>
                <a:gd name="T31" fmla="*/ 13 h 85"/>
                <a:gd name="T32" fmla="*/ 123 w 169"/>
                <a:gd name="T33" fmla="*/ 20 h 85"/>
                <a:gd name="T34" fmla="*/ 85 w 169"/>
                <a:gd name="T35" fmla="*/ 16 h 85"/>
                <a:gd name="T36" fmla="*/ 72 w 169"/>
                <a:gd name="T37" fmla="*/ 20 h 85"/>
                <a:gd name="T38" fmla="*/ 63 w 169"/>
                <a:gd name="T39" fmla="*/ 25 h 85"/>
                <a:gd name="T40" fmla="*/ 34 w 169"/>
                <a:gd name="T41" fmla="*/ 30 h 85"/>
                <a:gd name="T42" fmla="*/ 21 w 169"/>
                <a:gd name="T43" fmla="*/ 48 h 85"/>
                <a:gd name="T44" fmla="*/ 21 w 169"/>
                <a:gd name="T45" fmla="*/ 62 h 85"/>
                <a:gd name="T46" fmla="*/ 3 w 169"/>
                <a:gd name="T47" fmla="*/ 85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69" h="85">
                  <a:moveTo>
                    <a:pt x="3" y="85"/>
                  </a:moveTo>
                  <a:cubicBezTo>
                    <a:pt x="1" y="85"/>
                    <a:pt x="0" y="82"/>
                    <a:pt x="2" y="81"/>
                  </a:cubicBezTo>
                  <a:cubicBezTo>
                    <a:pt x="9" y="82"/>
                    <a:pt x="14" y="73"/>
                    <a:pt x="16" y="67"/>
                  </a:cubicBezTo>
                  <a:cubicBezTo>
                    <a:pt x="19" y="60"/>
                    <a:pt x="16" y="52"/>
                    <a:pt x="18" y="45"/>
                  </a:cubicBezTo>
                  <a:cubicBezTo>
                    <a:pt x="20" y="34"/>
                    <a:pt x="30" y="26"/>
                    <a:pt x="41" y="25"/>
                  </a:cubicBezTo>
                  <a:cubicBezTo>
                    <a:pt x="45" y="24"/>
                    <a:pt x="50" y="26"/>
                    <a:pt x="54" y="25"/>
                  </a:cubicBezTo>
                  <a:cubicBezTo>
                    <a:pt x="60" y="23"/>
                    <a:pt x="65" y="21"/>
                    <a:pt x="69" y="17"/>
                  </a:cubicBezTo>
                  <a:cubicBezTo>
                    <a:pt x="72" y="15"/>
                    <a:pt x="74" y="13"/>
                    <a:pt x="77" y="12"/>
                  </a:cubicBezTo>
                  <a:cubicBezTo>
                    <a:pt x="85" y="11"/>
                    <a:pt x="91" y="16"/>
                    <a:pt x="98" y="18"/>
                  </a:cubicBezTo>
                  <a:cubicBezTo>
                    <a:pt x="105" y="19"/>
                    <a:pt x="111" y="18"/>
                    <a:pt x="117" y="17"/>
                  </a:cubicBezTo>
                  <a:cubicBezTo>
                    <a:pt x="123" y="16"/>
                    <a:pt x="128" y="17"/>
                    <a:pt x="133" y="17"/>
                  </a:cubicBezTo>
                  <a:cubicBezTo>
                    <a:pt x="138" y="16"/>
                    <a:pt x="142" y="14"/>
                    <a:pt x="147" y="12"/>
                  </a:cubicBezTo>
                  <a:cubicBezTo>
                    <a:pt x="151" y="10"/>
                    <a:pt x="155" y="8"/>
                    <a:pt x="159" y="6"/>
                  </a:cubicBezTo>
                  <a:cubicBezTo>
                    <a:pt x="162" y="5"/>
                    <a:pt x="164" y="4"/>
                    <a:pt x="165" y="2"/>
                  </a:cubicBezTo>
                  <a:cubicBezTo>
                    <a:pt x="166" y="0"/>
                    <a:pt x="169" y="2"/>
                    <a:pt x="168" y="4"/>
                  </a:cubicBezTo>
                  <a:cubicBezTo>
                    <a:pt x="164" y="9"/>
                    <a:pt x="157" y="11"/>
                    <a:pt x="151" y="13"/>
                  </a:cubicBezTo>
                  <a:cubicBezTo>
                    <a:pt x="140" y="19"/>
                    <a:pt x="136" y="21"/>
                    <a:pt x="123" y="20"/>
                  </a:cubicBezTo>
                  <a:cubicBezTo>
                    <a:pt x="106" y="22"/>
                    <a:pt x="103" y="24"/>
                    <a:pt x="85" y="16"/>
                  </a:cubicBezTo>
                  <a:cubicBezTo>
                    <a:pt x="79" y="14"/>
                    <a:pt x="77" y="14"/>
                    <a:pt x="72" y="20"/>
                  </a:cubicBezTo>
                  <a:cubicBezTo>
                    <a:pt x="69" y="22"/>
                    <a:pt x="66" y="24"/>
                    <a:pt x="63" y="25"/>
                  </a:cubicBezTo>
                  <a:cubicBezTo>
                    <a:pt x="48" y="33"/>
                    <a:pt x="46" y="25"/>
                    <a:pt x="34" y="30"/>
                  </a:cubicBezTo>
                  <a:cubicBezTo>
                    <a:pt x="26" y="33"/>
                    <a:pt x="21" y="40"/>
                    <a:pt x="21" y="48"/>
                  </a:cubicBezTo>
                  <a:cubicBezTo>
                    <a:pt x="20" y="52"/>
                    <a:pt x="21" y="57"/>
                    <a:pt x="21" y="62"/>
                  </a:cubicBezTo>
                  <a:cubicBezTo>
                    <a:pt x="20" y="70"/>
                    <a:pt x="12" y="85"/>
                    <a:pt x="3" y="85"/>
                  </a:cubicBezTo>
                  <a:close/>
                </a:path>
              </a:pathLst>
            </a:custGeom>
            <a:solidFill>
              <a:srgbClr val="5044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52" name="Freeform 18"/>
            <p:cNvSpPr/>
            <p:nvPr userDrawn="1"/>
          </p:nvSpPr>
          <p:spPr bwMode="auto">
            <a:xfrm>
              <a:off x="2668" y="1355"/>
              <a:ext cx="311" cy="363"/>
            </a:xfrm>
            <a:custGeom>
              <a:avLst/>
              <a:gdLst>
                <a:gd name="T0" fmla="*/ 45 w 130"/>
                <a:gd name="T1" fmla="*/ 152 h 152"/>
                <a:gd name="T2" fmla="*/ 37 w 130"/>
                <a:gd name="T3" fmla="*/ 145 h 152"/>
                <a:gd name="T4" fmla="*/ 32 w 130"/>
                <a:gd name="T5" fmla="*/ 135 h 152"/>
                <a:gd name="T6" fmla="*/ 32 w 130"/>
                <a:gd name="T7" fmla="*/ 124 h 152"/>
                <a:gd name="T8" fmla="*/ 33 w 130"/>
                <a:gd name="T9" fmla="*/ 114 h 152"/>
                <a:gd name="T10" fmla="*/ 28 w 130"/>
                <a:gd name="T11" fmla="*/ 94 h 152"/>
                <a:gd name="T12" fmla="*/ 28 w 130"/>
                <a:gd name="T13" fmla="*/ 94 h 152"/>
                <a:gd name="T14" fmla="*/ 29 w 130"/>
                <a:gd name="T15" fmla="*/ 94 h 152"/>
                <a:gd name="T16" fmla="*/ 22 w 130"/>
                <a:gd name="T17" fmla="*/ 104 h 152"/>
                <a:gd name="T18" fmla="*/ 18 w 130"/>
                <a:gd name="T19" fmla="*/ 114 h 152"/>
                <a:gd name="T20" fmla="*/ 3 w 130"/>
                <a:gd name="T21" fmla="*/ 113 h 152"/>
                <a:gd name="T22" fmla="*/ 4 w 130"/>
                <a:gd name="T23" fmla="*/ 86 h 152"/>
                <a:gd name="T24" fmla="*/ 14 w 130"/>
                <a:gd name="T25" fmla="*/ 55 h 152"/>
                <a:gd name="T26" fmla="*/ 39 w 130"/>
                <a:gd name="T27" fmla="*/ 35 h 152"/>
                <a:gd name="T28" fmla="*/ 56 w 130"/>
                <a:gd name="T29" fmla="*/ 28 h 152"/>
                <a:gd name="T30" fmla="*/ 65 w 130"/>
                <a:gd name="T31" fmla="*/ 26 h 152"/>
                <a:gd name="T32" fmla="*/ 81 w 130"/>
                <a:gd name="T33" fmla="*/ 14 h 152"/>
                <a:gd name="T34" fmla="*/ 92 w 130"/>
                <a:gd name="T35" fmla="*/ 7 h 152"/>
                <a:gd name="T36" fmla="*/ 125 w 130"/>
                <a:gd name="T37" fmla="*/ 0 h 152"/>
                <a:gd name="T38" fmla="*/ 126 w 130"/>
                <a:gd name="T39" fmla="*/ 3 h 152"/>
                <a:gd name="T40" fmla="*/ 117 w 130"/>
                <a:gd name="T41" fmla="*/ 4 h 152"/>
                <a:gd name="T42" fmla="*/ 91 w 130"/>
                <a:gd name="T43" fmla="*/ 11 h 152"/>
                <a:gd name="T44" fmla="*/ 75 w 130"/>
                <a:gd name="T45" fmla="*/ 24 h 152"/>
                <a:gd name="T46" fmla="*/ 55 w 130"/>
                <a:gd name="T47" fmla="*/ 32 h 152"/>
                <a:gd name="T48" fmla="*/ 15 w 130"/>
                <a:gd name="T49" fmla="*/ 59 h 152"/>
                <a:gd name="T50" fmla="*/ 6 w 130"/>
                <a:gd name="T51" fmla="*/ 93 h 152"/>
                <a:gd name="T52" fmla="*/ 6 w 130"/>
                <a:gd name="T53" fmla="*/ 112 h 152"/>
                <a:gd name="T54" fmla="*/ 9 w 130"/>
                <a:gd name="T55" fmla="*/ 116 h 152"/>
                <a:gd name="T56" fmla="*/ 20 w 130"/>
                <a:gd name="T57" fmla="*/ 100 h 152"/>
                <a:gd name="T58" fmla="*/ 31 w 130"/>
                <a:gd name="T59" fmla="*/ 91 h 152"/>
                <a:gd name="T60" fmla="*/ 34 w 130"/>
                <a:gd name="T61" fmla="*/ 131 h 152"/>
                <a:gd name="T62" fmla="*/ 42 w 130"/>
                <a:gd name="T63" fmla="*/ 146 h 152"/>
                <a:gd name="T64" fmla="*/ 45 w 130"/>
                <a:gd name="T65" fmla="*/ 149 h 152"/>
                <a:gd name="T66" fmla="*/ 45 w 130"/>
                <a:gd name="T67" fmla="*/ 152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30" h="152">
                  <a:moveTo>
                    <a:pt x="45" y="152"/>
                  </a:moveTo>
                  <a:cubicBezTo>
                    <a:pt x="41" y="152"/>
                    <a:pt x="39" y="148"/>
                    <a:pt x="37" y="145"/>
                  </a:cubicBezTo>
                  <a:cubicBezTo>
                    <a:pt x="35" y="142"/>
                    <a:pt x="33" y="139"/>
                    <a:pt x="32" y="135"/>
                  </a:cubicBezTo>
                  <a:cubicBezTo>
                    <a:pt x="30" y="132"/>
                    <a:pt x="31" y="128"/>
                    <a:pt x="32" y="124"/>
                  </a:cubicBezTo>
                  <a:cubicBezTo>
                    <a:pt x="32" y="121"/>
                    <a:pt x="33" y="117"/>
                    <a:pt x="33" y="114"/>
                  </a:cubicBezTo>
                  <a:cubicBezTo>
                    <a:pt x="34" y="109"/>
                    <a:pt x="35" y="95"/>
                    <a:pt x="28" y="94"/>
                  </a:cubicBezTo>
                  <a:cubicBezTo>
                    <a:pt x="28" y="94"/>
                    <a:pt x="28" y="94"/>
                    <a:pt x="28" y="94"/>
                  </a:cubicBezTo>
                  <a:cubicBezTo>
                    <a:pt x="28" y="94"/>
                    <a:pt x="29" y="94"/>
                    <a:pt x="29" y="94"/>
                  </a:cubicBezTo>
                  <a:cubicBezTo>
                    <a:pt x="24" y="94"/>
                    <a:pt x="23" y="100"/>
                    <a:pt x="22" y="104"/>
                  </a:cubicBezTo>
                  <a:cubicBezTo>
                    <a:pt x="21" y="107"/>
                    <a:pt x="20" y="111"/>
                    <a:pt x="18" y="114"/>
                  </a:cubicBezTo>
                  <a:cubicBezTo>
                    <a:pt x="14" y="122"/>
                    <a:pt x="6" y="122"/>
                    <a:pt x="3" y="113"/>
                  </a:cubicBezTo>
                  <a:cubicBezTo>
                    <a:pt x="0" y="104"/>
                    <a:pt x="2" y="94"/>
                    <a:pt x="4" y="86"/>
                  </a:cubicBezTo>
                  <a:cubicBezTo>
                    <a:pt x="5" y="75"/>
                    <a:pt x="7" y="64"/>
                    <a:pt x="14" y="55"/>
                  </a:cubicBezTo>
                  <a:cubicBezTo>
                    <a:pt x="20" y="46"/>
                    <a:pt x="29" y="41"/>
                    <a:pt x="39" y="35"/>
                  </a:cubicBezTo>
                  <a:cubicBezTo>
                    <a:pt x="44" y="32"/>
                    <a:pt x="50" y="29"/>
                    <a:pt x="56" y="28"/>
                  </a:cubicBezTo>
                  <a:cubicBezTo>
                    <a:pt x="59" y="27"/>
                    <a:pt x="62" y="26"/>
                    <a:pt x="65" y="26"/>
                  </a:cubicBezTo>
                  <a:cubicBezTo>
                    <a:pt x="72" y="24"/>
                    <a:pt x="76" y="18"/>
                    <a:pt x="81" y="14"/>
                  </a:cubicBezTo>
                  <a:cubicBezTo>
                    <a:pt x="84" y="11"/>
                    <a:pt x="88" y="9"/>
                    <a:pt x="92" y="7"/>
                  </a:cubicBezTo>
                  <a:cubicBezTo>
                    <a:pt x="102" y="2"/>
                    <a:pt x="114" y="1"/>
                    <a:pt x="125" y="0"/>
                  </a:cubicBezTo>
                  <a:cubicBezTo>
                    <a:pt x="130" y="0"/>
                    <a:pt x="129" y="5"/>
                    <a:pt x="126" y="3"/>
                  </a:cubicBezTo>
                  <a:cubicBezTo>
                    <a:pt x="123" y="3"/>
                    <a:pt x="120" y="4"/>
                    <a:pt x="117" y="4"/>
                  </a:cubicBezTo>
                  <a:cubicBezTo>
                    <a:pt x="108" y="5"/>
                    <a:pt x="99" y="7"/>
                    <a:pt x="91" y="11"/>
                  </a:cubicBezTo>
                  <a:cubicBezTo>
                    <a:pt x="85" y="14"/>
                    <a:pt x="80" y="19"/>
                    <a:pt x="75" y="24"/>
                  </a:cubicBezTo>
                  <a:cubicBezTo>
                    <a:pt x="70" y="29"/>
                    <a:pt x="62" y="29"/>
                    <a:pt x="55" y="32"/>
                  </a:cubicBezTo>
                  <a:cubicBezTo>
                    <a:pt x="41" y="36"/>
                    <a:pt x="22" y="47"/>
                    <a:pt x="15" y="59"/>
                  </a:cubicBezTo>
                  <a:cubicBezTo>
                    <a:pt x="8" y="70"/>
                    <a:pt x="8" y="82"/>
                    <a:pt x="6" y="93"/>
                  </a:cubicBezTo>
                  <a:cubicBezTo>
                    <a:pt x="5" y="99"/>
                    <a:pt x="4" y="106"/>
                    <a:pt x="6" y="112"/>
                  </a:cubicBezTo>
                  <a:cubicBezTo>
                    <a:pt x="7" y="114"/>
                    <a:pt x="8" y="116"/>
                    <a:pt x="9" y="116"/>
                  </a:cubicBezTo>
                  <a:cubicBezTo>
                    <a:pt x="16" y="117"/>
                    <a:pt x="18" y="104"/>
                    <a:pt x="20" y="100"/>
                  </a:cubicBezTo>
                  <a:cubicBezTo>
                    <a:pt x="21" y="95"/>
                    <a:pt x="25" y="88"/>
                    <a:pt x="31" y="91"/>
                  </a:cubicBezTo>
                  <a:cubicBezTo>
                    <a:pt x="42" y="98"/>
                    <a:pt x="35" y="121"/>
                    <a:pt x="34" y="131"/>
                  </a:cubicBezTo>
                  <a:cubicBezTo>
                    <a:pt x="35" y="137"/>
                    <a:pt x="38" y="142"/>
                    <a:pt x="42" y="146"/>
                  </a:cubicBezTo>
                  <a:cubicBezTo>
                    <a:pt x="43" y="147"/>
                    <a:pt x="44" y="148"/>
                    <a:pt x="45" y="149"/>
                  </a:cubicBezTo>
                  <a:cubicBezTo>
                    <a:pt x="47" y="149"/>
                    <a:pt x="47" y="152"/>
                    <a:pt x="45" y="152"/>
                  </a:cubicBezTo>
                  <a:close/>
                </a:path>
              </a:pathLst>
            </a:custGeom>
            <a:solidFill>
              <a:srgbClr val="5044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53" name="Freeform 19"/>
            <p:cNvSpPr>
              <a:spLocks noEditPoints="1"/>
            </p:cNvSpPr>
            <p:nvPr userDrawn="1"/>
          </p:nvSpPr>
          <p:spPr bwMode="auto">
            <a:xfrm>
              <a:off x="2582" y="1491"/>
              <a:ext cx="64" cy="107"/>
            </a:xfrm>
            <a:custGeom>
              <a:avLst/>
              <a:gdLst>
                <a:gd name="T0" fmla="*/ 8 w 27"/>
                <a:gd name="T1" fmla="*/ 43 h 45"/>
                <a:gd name="T2" fmla="*/ 0 w 27"/>
                <a:gd name="T3" fmla="*/ 30 h 45"/>
                <a:gd name="T4" fmla="*/ 9 w 27"/>
                <a:gd name="T5" fmla="*/ 6 h 45"/>
                <a:gd name="T6" fmla="*/ 27 w 27"/>
                <a:gd name="T7" fmla="*/ 11 h 45"/>
                <a:gd name="T8" fmla="*/ 24 w 27"/>
                <a:gd name="T9" fmla="*/ 19 h 45"/>
                <a:gd name="T10" fmla="*/ 23 w 27"/>
                <a:gd name="T11" fmla="*/ 32 h 45"/>
                <a:gd name="T12" fmla="*/ 8 w 27"/>
                <a:gd name="T13" fmla="*/ 43 h 45"/>
                <a:gd name="T14" fmla="*/ 10 w 27"/>
                <a:gd name="T15" fmla="*/ 40 h 45"/>
                <a:gd name="T16" fmla="*/ 20 w 27"/>
                <a:gd name="T17" fmla="*/ 29 h 45"/>
                <a:gd name="T18" fmla="*/ 21 w 27"/>
                <a:gd name="T19" fmla="*/ 17 h 45"/>
                <a:gd name="T20" fmla="*/ 23 w 27"/>
                <a:gd name="T21" fmla="*/ 15 h 45"/>
                <a:gd name="T22" fmla="*/ 11 w 27"/>
                <a:gd name="T23" fmla="*/ 9 h 45"/>
                <a:gd name="T24" fmla="*/ 5 w 27"/>
                <a:gd name="T25" fmla="*/ 21 h 45"/>
                <a:gd name="T26" fmla="*/ 5 w 27"/>
                <a:gd name="T27" fmla="*/ 36 h 45"/>
                <a:gd name="T28" fmla="*/ 10 w 27"/>
                <a:gd name="T29" fmla="*/ 4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7" h="45">
                  <a:moveTo>
                    <a:pt x="8" y="43"/>
                  </a:moveTo>
                  <a:cubicBezTo>
                    <a:pt x="3" y="42"/>
                    <a:pt x="0" y="36"/>
                    <a:pt x="0" y="30"/>
                  </a:cubicBezTo>
                  <a:cubicBezTo>
                    <a:pt x="0" y="23"/>
                    <a:pt x="4" y="12"/>
                    <a:pt x="9" y="6"/>
                  </a:cubicBezTo>
                  <a:cubicBezTo>
                    <a:pt x="14" y="0"/>
                    <a:pt x="26" y="2"/>
                    <a:pt x="27" y="11"/>
                  </a:cubicBezTo>
                  <a:cubicBezTo>
                    <a:pt x="27" y="13"/>
                    <a:pt x="27" y="19"/>
                    <a:pt x="24" y="19"/>
                  </a:cubicBezTo>
                  <a:cubicBezTo>
                    <a:pt x="24" y="23"/>
                    <a:pt x="24" y="28"/>
                    <a:pt x="23" y="32"/>
                  </a:cubicBezTo>
                  <a:cubicBezTo>
                    <a:pt x="21" y="38"/>
                    <a:pt x="15" y="45"/>
                    <a:pt x="8" y="43"/>
                  </a:cubicBezTo>
                  <a:close/>
                  <a:moveTo>
                    <a:pt x="10" y="40"/>
                  </a:moveTo>
                  <a:cubicBezTo>
                    <a:pt x="15" y="40"/>
                    <a:pt x="19" y="34"/>
                    <a:pt x="20" y="29"/>
                  </a:cubicBezTo>
                  <a:cubicBezTo>
                    <a:pt x="21" y="25"/>
                    <a:pt x="21" y="21"/>
                    <a:pt x="21" y="17"/>
                  </a:cubicBezTo>
                  <a:cubicBezTo>
                    <a:pt x="21" y="15"/>
                    <a:pt x="22" y="15"/>
                    <a:pt x="23" y="15"/>
                  </a:cubicBezTo>
                  <a:cubicBezTo>
                    <a:pt x="26" y="7"/>
                    <a:pt x="16" y="3"/>
                    <a:pt x="11" y="9"/>
                  </a:cubicBezTo>
                  <a:cubicBezTo>
                    <a:pt x="8" y="12"/>
                    <a:pt x="6" y="17"/>
                    <a:pt x="5" y="21"/>
                  </a:cubicBezTo>
                  <a:cubicBezTo>
                    <a:pt x="3" y="26"/>
                    <a:pt x="2" y="31"/>
                    <a:pt x="5" y="36"/>
                  </a:cubicBezTo>
                  <a:cubicBezTo>
                    <a:pt x="6" y="38"/>
                    <a:pt x="7" y="40"/>
                    <a:pt x="10" y="40"/>
                  </a:cubicBezTo>
                  <a:close/>
                </a:path>
              </a:pathLst>
            </a:custGeom>
            <a:solidFill>
              <a:srgbClr val="5044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54" name="Freeform 20"/>
            <p:cNvSpPr/>
            <p:nvPr userDrawn="1"/>
          </p:nvSpPr>
          <p:spPr bwMode="auto">
            <a:xfrm>
              <a:off x="2517" y="1620"/>
              <a:ext cx="55" cy="201"/>
            </a:xfrm>
            <a:custGeom>
              <a:avLst/>
              <a:gdLst>
                <a:gd name="T0" fmla="*/ 0 w 23"/>
                <a:gd name="T1" fmla="*/ 77 h 84"/>
                <a:gd name="T2" fmla="*/ 7 w 23"/>
                <a:gd name="T3" fmla="*/ 63 h 84"/>
                <a:gd name="T4" fmla="*/ 11 w 23"/>
                <a:gd name="T5" fmla="*/ 39 h 84"/>
                <a:gd name="T6" fmla="*/ 16 w 23"/>
                <a:gd name="T7" fmla="*/ 24 h 84"/>
                <a:gd name="T8" fmla="*/ 12 w 23"/>
                <a:gd name="T9" fmla="*/ 4 h 84"/>
                <a:gd name="T10" fmla="*/ 0 w 23"/>
                <a:gd name="T11" fmla="*/ 4 h 84"/>
                <a:gd name="T12" fmla="*/ 0 w 23"/>
                <a:gd name="T13" fmla="*/ 1 h 84"/>
                <a:gd name="T14" fmla="*/ 14 w 23"/>
                <a:gd name="T15" fmla="*/ 1 h 84"/>
                <a:gd name="T16" fmla="*/ 19 w 23"/>
                <a:gd name="T17" fmla="*/ 25 h 84"/>
                <a:gd name="T18" fmla="*/ 15 w 23"/>
                <a:gd name="T19" fmla="*/ 39 h 84"/>
                <a:gd name="T20" fmla="*/ 11 w 23"/>
                <a:gd name="T21" fmla="*/ 60 h 84"/>
                <a:gd name="T22" fmla="*/ 6 w 23"/>
                <a:gd name="T23" fmla="*/ 75 h 84"/>
                <a:gd name="T24" fmla="*/ 0 w 23"/>
                <a:gd name="T25" fmla="*/ 84 h 84"/>
                <a:gd name="T26" fmla="*/ 0 w 23"/>
                <a:gd name="T27" fmla="*/ 77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3" h="84">
                  <a:moveTo>
                    <a:pt x="0" y="77"/>
                  </a:moveTo>
                  <a:cubicBezTo>
                    <a:pt x="3" y="73"/>
                    <a:pt x="5" y="68"/>
                    <a:pt x="7" y="63"/>
                  </a:cubicBezTo>
                  <a:cubicBezTo>
                    <a:pt x="10" y="55"/>
                    <a:pt x="9" y="47"/>
                    <a:pt x="11" y="39"/>
                  </a:cubicBezTo>
                  <a:cubicBezTo>
                    <a:pt x="12" y="33"/>
                    <a:pt x="15" y="29"/>
                    <a:pt x="16" y="24"/>
                  </a:cubicBezTo>
                  <a:cubicBezTo>
                    <a:pt x="17" y="17"/>
                    <a:pt x="20" y="7"/>
                    <a:pt x="12" y="4"/>
                  </a:cubicBezTo>
                  <a:cubicBezTo>
                    <a:pt x="9" y="3"/>
                    <a:pt x="4" y="3"/>
                    <a:pt x="0" y="4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5" y="0"/>
                    <a:pt x="11" y="0"/>
                    <a:pt x="14" y="1"/>
                  </a:cubicBezTo>
                  <a:cubicBezTo>
                    <a:pt x="23" y="6"/>
                    <a:pt x="21" y="17"/>
                    <a:pt x="19" y="25"/>
                  </a:cubicBezTo>
                  <a:cubicBezTo>
                    <a:pt x="18" y="29"/>
                    <a:pt x="16" y="34"/>
                    <a:pt x="15" y="39"/>
                  </a:cubicBezTo>
                  <a:cubicBezTo>
                    <a:pt x="13" y="46"/>
                    <a:pt x="13" y="53"/>
                    <a:pt x="11" y="60"/>
                  </a:cubicBezTo>
                  <a:cubicBezTo>
                    <a:pt x="10" y="65"/>
                    <a:pt x="8" y="70"/>
                    <a:pt x="6" y="75"/>
                  </a:cubicBezTo>
                  <a:cubicBezTo>
                    <a:pt x="4" y="78"/>
                    <a:pt x="2" y="81"/>
                    <a:pt x="0" y="84"/>
                  </a:cubicBezTo>
                  <a:lnTo>
                    <a:pt x="0" y="77"/>
                  </a:lnTo>
                  <a:close/>
                </a:path>
              </a:pathLst>
            </a:custGeom>
            <a:solidFill>
              <a:srgbClr val="5044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55" name="Freeform 21"/>
            <p:cNvSpPr/>
            <p:nvPr userDrawn="1"/>
          </p:nvSpPr>
          <p:spPr bwMode="auto">
            <a:xfrm>
              <a:off x="2927" y="1299"/>
              <a:ext cx="223" cy="154"/>
            </a:xfrm>
            <a:custGeom>
              <a:avLst/>
              <a:gdLst>
                <a:gd name="T0" fmla="*/ 89 w 93"/>
                <a:gd name="T1" fmla="*/ 62 h 64"/>
                <a:gd name="T2" fmla="*/ 64 w 93"/>
                <a:gd name="T3" fmla="*/ 37 h 64"/>
                <a:gd name="T4" fmla="*/ 25 w 93"/>
                <a:gd name="T5" fmla="*/ 13 h 64"/>
                <a:gd name="T6" fmla="*/ 11 w 93"/>
                <a:gd name="T7" fmla="*/ 6 h 64"/>
                <a:gd name="T8" fmla="*/ 3 w 93"/>
                <a:gd name="T9" fmla="*/ 4 h 64"/>
                <a:gd name="T10" fmla="*/ 0 w 93"/>
                <a:gd name="T11" fmla="*/ 1 h 64"/>
                <a:gd name="T12" fmla="*/ 2 w 93"/>
                <a:gd name="T13" fmla="*/ 0 h 64"/>
                <a:gd name="T14" fmla="*/ 12 w 93"/>
                <a:gd name="T15" fmla="*/ 3 h 64"/>
                <a:gd name="T16" fmla="*/ 66 w 93"/>
                <a:gd name="T17" fmla="*/ 34 h 64"/>
                <a:gd name="T18" fmla="*/ 89 w 93"/>
                <a:gd name="T19" fmla="*/ 56 h 64"/>
                <a:gd name="T20" fmla="*/ 92 w 93"/>
                <a:gd name="T21" fmla="*/ 60 h 64"/>
                <a:gd name="T22" fmla="*/ 89 w 93"/>
                <a:gd name="T23" fmla="*/ 62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3" h="64">
                  <a:moveTo>
                    <a:pt x="89" y="62"/>
                  </a:moveTo>
                  <a:cubicBezTo>
                    <a:pt x="81" y="53"/>
                    <a:pt x="73" y="45"/>
                    <a:pt x="64" y="37"/>
                  </a:cubicBezTo>
                  <a:cubicBezTo>
                    <a:pt x="52" y="27"/>
                    <a:pt x="39" y="19"/>
                    <a:pt x="25" y="13"/>
                  </a:cubicBezTo>
                  <a:cubicBezTo>
                    <a:pt x="21" y="10"/>
                    <a:pt x="16" y="8"/>
                    <a:pt x="11" y="6"/>
                  </a:cubicBezTo>
                  <a:cubicBezTo>
                    <a:pt x="8" y="6"/>
                    <a:pt x="6" y="5"/>
                    <a:pt x="3" y="4"/>
                  </a:cubicBezTo>
                  <a:cubicBezTo>
                    <a:pt x="2" y="3"/>
                    <a:pt x="0" y="3"/>
                    <a:pt x="0" y="1"/>
                  </a:cubicBezTo>
                  <a:cubicBezTo>
                    <a:pt x="1" y="0"/>
                    <a:pt x="2" y="0"/>
                    <a:pt x="2" y="0"/>
                  </a:cubicBezTo>
                  <a:cubicBezTo>
                    <a:pt x="5" y="1"/>
                    <a:pt x="9" y="2"/>
                    <a:pt x="12" y="3"/>
                  </a:cubicBezTo>
                  <a:cubicBezTo>
                    <a:pt x="31" y="11"/>
                    <a:pt x="50" y="21"/>
                    <a:pt x="66" y="34"/>
                  </a:cubicBezTo>
                  <a:cubicBezTo>
                    <a:pt x="74" y="41"/>
                    <a:pt x="81" y="49"/>
                    <a:pt x="89" y="56"/>
                  </a:cubicBezTo>
                  <a:cubicBezTo>
                    <a:pt x="90" y="58"/>
                    <a:pt x="91" y="59"/>
                    <a:pt x="92" y="60"/>
                  </a:cubicBezTo>
                  <a:cubicBezTo>
                    <a:pt x="93" y="62"/>
                    <a:pt x="91" y="64"/>
                    <a:pt x="89" y="62"/>
                  </a:cubicBezTo>
                  <a:close/>
                </a:path>
              </a:pathLst>
            </a:custGeom>
            <a:solidFill>
              <a:srgbClr val="5044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56" name="Freeform 22"/>
            <p:cNvSpPr/>
            <p:nvPr userDrawn="1"/>
          </p:nvSpPr>
          <p:spPr bwMode="auto">
            <a:xfrm>
              <a:off x="3164" y="1469"/>
              <a:ext cx="43" cy="65"/>
            </a:xfrm>
            <a:custGeom>
              <a:avLst/>
              <a:gdLst>
                <a:gd name="T0" fmla="*/ 14 w 18"/>
                <a:gd name="T1" fmla="*/ 25 h 27"/>
                <a:gd name="T2" fmla="*/ 1 w 18"/>
                <a:gd name="T3" fmla="*/ 4 h 27"/>
                <a:gd name="T4" fmla="*/ 1 w 18"/>
                <a:gd name="T5" fmla="*/ 2 h 27"/>
                <a:gd name="T6" fmla="*/ 4 w 18"/>
                <a:gd name="T7" fmla="*/ 1 h 27"/>
                <a:gd name="T8" fmla="*/ 17 w 18"/>
                <a:gd name="T9" fmla="*/ 23 h 27"/>
                <a:gd name="T10" fmla="*/ 14 w 18"/>
                <a:gd name="T11" fmla="*/ 2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" h="27">
                  <a:moveTo>
                    <a:pt x="14" y="25"/>
                  </a:moveTo>
                  <a:cubicBezTo>
                    <a:pt x="10" y="17"/>
                    <a:pt x="6" y="11"/>
                    <a:pt x="1" y="4"/>
                  </a:cubicBezTo>
                  <a:cubicBezTo>
                    <a:pt x="1" y="3"/>
                    <a:pt x="1" y="3"/>
                    <a:pt x="1" y="2"/>
                  </a:cubicBezTo>
                  <a:cubicBezTo>
                    <a:pt x="0" y="0"/>
                    <a:pt x="3" y="0"/>
                    <a:pt x="4" y="1"/>
                  </a:cubicBezTo>
                  <a:cubicBezTo>
                    <a:pt x="8" y="8"/>
                    <a:pt x="13" y="16"/>
                    <a:pt x="17" y="23"/>
                  </a:cubicBezTo>
                  <a:cubicBezTo>
                    <a:pt x="18" y="25"/>
                    <a:pt x="15" y="27"/>
                    <a:pt x="14" y="25"/>
                  </a:cubicBezTo>
                  <a:close/>
                </a:path>
              </a:pathLst>
            </a:custGeom>
            <a:solidFill>
              <a:srgbClr val="5044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</p:grpSp>
      <p:grpSp>
        <p:nvGrpSpPr>
          <p:cNvPr id="94" name="Group 59"/>
          <p:cNvGrpSpPr>
            <a:grpSpLocks noChangeAspect="1"/>
          </p:cNvGrpSpPr>
          <p:nvPr userDrawn="1"/>
        </p:nvGrpSpPr>
        <p:grpSpPr bwMode="auto">
          <a:xfrm>
            <a:off x="5757333" y="3549018"/>
            <a:ext cx="3190876" cy="1361121"/>
            <a:chOff x="2402" y="1786"/>
            <a:chExt cx="3064" cy="1307"/>
          </a:xfrm>
        </p:grpSpPr>
        <p:sp>
          <p:nvSpPr>
            <p:cNvPr id="96" name="Freeform 60"/>
            <p:cNvSpPr/>
            <p:nvPr userDrawn="1"/>
          </p:nvSpPr>
          <p:spPr bwMode="auto">
            <a:xfrm>
              <a:off x="2426" y="1801"/>
              <a:ext cx="2963" cy="1292"/>
            </a:xfrm>
            <a:custGeom>
              <a:avLst/>
              <a:gdLst>
                <a:gd name="T0" fmla="*/ 613 w 614"/>
                <a:gd name="T1" fmla="*/ 265 h 266"/>
                <a:gd name="T2" fmla="*/ 614 w 614"/>
                <a:gd name="T3" fmla="*/ 266 h 266"/>
                <a:gd name="T4" fmla="*/ 52 w 614"/>
                <a:gd name="T5" fmla="*/ 266 h 266"/>
                <a:gd name="T6" fmla="*/ 27 w 614"/>
                <a:gd name="T7" fmla="*/ 192 h 266"/>
                <a:gd name="T8" fmla="*/ 13 w 614"/>
                <a:gd name="T9" fmla="*/ 158 h 266"/>
                <a:gd name="T10" fmla="*/ 8 w 614"/>
                <a:gd name="T11" fmla="*/ 143 h 266"/>
                <a:gd name="T12" fmla="*/ 10 w 614"/>
                <a:gd name="T13" fmla="*/ 123 h 266"/>
                <a:gd name="T14" fmla="*/ 20 w 614"/>
                <a:gd name="T15" fmla="*/ 124 h 266"/>
                <a:gd name="T16" fmla="*/ 16 w 614"/>
                <a:gd name="T17" fmla="*/ 114 h 266"/>
                <a:gd name="T18" fmla="*/ 18 w 614"/>
                <a:gd name="T19" fmla="*/ 111 h 266"/>
                <a:gd name="T20" fmla="*/ 19 w 614"/>
                <a:gd name="T21" fmla="*/ 111 h 266"/>
                <a:gd name="T22" fmla="*/ 20 w 614"/>
                <a:gd name="T23" fmla="*/ 111 h 266"/>
                <a:gd name="T24" fmla="*/ 22 w 614"/>
                <a:gd name="T25" fmla="*/ 112 h 266"/>
                <a:gd name="T26" fmla="*/ 22 w 614"/>
                <a:gd name="T27" fmla="*/ 112 h 266"/>
                <a:gd name="T28" fmla="*/ 23 w 614"/>
                <a:gd name="T29" fmla="*/ 112 h 266"/>
                <a:gd name="T30" fmla="*/ 25 w 614"/>
                <a:gd name="T31" fmla="*/ 114 h 266"/>
                <a:gd name="T32" fmla="*/ 36 w 614"/>
                <a:gd name="T33" fmla="*/ 115 h 266"/>
                <a:gd name="T34" fmla="*/ 48 w 614"/>
                <a:gd name="T35" fmla="*/ 115 h 266"/>
                <a:gd name="T36" fmla="*/ 63 w 614"/>
                <a:gd name="T37" fmla="*/ 109 h 266"/>
                <a:gd name="T38" fmla="*/ 105 w 614"/>
                <a:gd name="T39" fmla="*/ 99 h 266"/>
                <a:gd name="T40" fmla="*/ 116 w 614"/>
                <a:gd name="T41" fmla="*/ 94 h 266"/>
                <a:gd name="T42" fmla="*/ 134 w 614"/>
                <a:gd name="T43" fmla="*/ 89 h 266"/>
                <a:gd name="T44" fmla="*/ 147 w 614"/>
                <a:gd name="T45" fmla="*/ 84 h 266"/>
                <a:gd name="T46" fmla="*/ 167 w 614"/>
                <a:gd name="T47" fmla="*/ 77 h 266"/>
                <a:gd name="T48" fmla="*/ 245 w 614"/>
                <a:gd name="T49" fmla="*/ 75 h 266"/>
                <a:gd name="T50" fmla="*/ 290 w 614"/>
                <a:gd name="T51" fmla="*/ 99 h 266"/>
                <a:gd name="T52" fmla="*/ 304 w 614"/>
                <a:gd name="T53" fmla="*/ 80 h 266"/>
                <a:gd name="T54" fmla="*/ 321 w 614"/>
                <a:gd name="T55" fmla="*/ 64 h 266"/>
                <a:gd name="T56" fmla="*/ 329 w 614"/>
                <a:gd name="T57" fmla="*/ 59 h 266"/>
                <a:gd name="T58" fmla="*/ 352 w 614"/>
                <a:gd name="T59" fmla="*/ 46 h 266"/>
                <a:gd name="T60" fmla="*/ 377 w 614"/>
                <a:gd name="T61" fmla="*/ 38 h 266"/>
                <a:gd name="T62" fmla="*/ 424 w 614"/>
                <a:gd name="T63" fmla="*/ 27 h 266"/>
                <a:gd name="T64" fmla="*/ 470 w 614"/>
                <a:gd name="T65" fmla="*/ 19 h 266"/>
                <a:gd name="T66" fmla="*/ 474 w 614"/>
                <a:gd name="T67" fmla="*/ 16 h 266"/>
                <a:gd name="T68" fmla="*/ 504 w 614"/>
                <a:gd name="T69" fmla="*/ 3 h 266"/>
                <a:gd name="T70" fmla="*/ 512 w 614"/>
                <a:gd name="T71" fmla="*/ 9 h 266"/>
                <a:gd name="T72" fmla="*/ 513 w 614"/>
                <a:gd name="T73" fmla="*/ 12 h 266"/>
                <a:gd name="T74" fmla="*/ 514 w 614"/>
                <a:gd name="T75" fmla="*/ 14 h 266"/>
                <a:gd name="T76" fmla="*/ 516 w 614"/>
                <a:gd name="T77" fmla="*/ 20 h 266"/>
                <a:gd name="T78" fmla="*/ 527 w 614"/>
                <a:gd name="T79" fmla="*/ 6 h 266"/>
                <a:gd name="T80" fmla="*/ 535 w 614"/>
                <a:gd name="T81" fmla="*/ 12 h 266"/>
                <a:gd name="T82" fmla="*/ 538 w 614"/>
                <a:gd name="T83" fmla="*/ 25 h 266"/>
                <a:gd name="T84" fmla="*/ 538 w 614"/>
                <a:gd name="T85" fmla="*/ 27 h 266"/>
                <a:gd name="T86" fmla="*/ 559 w 614"/>
                <a:gd name="T87" fmla="*/ 91 h 266"/>
                <a:gd name="T88" fmla="*/ 566 w 614"/>
                <a:gd name="T89" fmla="*/ 113 h 266"/>
                <a:gd name="T90" fmla="*/ 566 w 614"/>
                <a:gd name="T91" fmla="*/ 113 h 266"/>
                <a:gd name="T92" fmla="*/ 571 w 614"/>
                <a:gd name="T93" fmla="*/ 126 h 266"/>
                <a:gd name="T94" fmla="*/ 571 w 614"/>
                <a:gd name="T95" fmla="*/ 127 h 266"/>
                <a:gd name="T96" fmla="*/ 571 w 614"/>
                <a:gd name="T97" fmla="*/ 127 h 266"/>
                <a:gd name="T98" fmla="*/ 581 w 614"/>
                <a:gd name="T99" fmla="*/ 160 h 266"/>
                <a:gd name="T100" fmla="*/ 610 w 614"/>
                <a:gd name="T101" fmla="*/ 255 h 266"/>
                <a:gd name="T102" fmla="*/ 613 w 614"/>
                <a:gd name="T103" fmla="*/ 265 h 2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14" h="266">
                  <a:moveTo>
                    <a:pt x="613" y="265"/>
                  </a:moveTo>
                  <a:cubicBezTo>
                    <a:pt x="613" y="265"/>
                    <a:pt x="614" y="266"/>
                    <a:pt x="614" y="266"/>
                  </a:cubicBezTo>
                  <a:cubicBezTo>
                    <a:pt x="52" y="266"/>
                    <a:pt x="52" y="266"/>
                    <a:pt x="52" y="266"/>
                  </a:cubicBezTo>
                  <a:cubicBezTo>
                    <a:pt x="42" y="242"/>
                    <a:pt x="35" y="217"/>
                    <a:pt x="27" y="192"/>
                  </a:cubicBezTo>
                  <a:cubicBezTo>
                    <a:pt x="22" y="181"/>
                    <a:pt x="18" y="169"/>
                    <a:pt x="13" y="158"/>
                  </a:cubicBezTo>
                  <a:cubicBezTo>
                    <a:pt x="10" y="154"/>
                    <a:pt x="10" y="148"/>
                    <a:pt x="8" y="143"/>
                  </a:cubicBezTo>
                  <a:cubicBezTo>
                    <a:pt x="7" y="137"/>
                    <a:pt x="0" y="123"/>
                    <a:pt x="10" y="123"/>
                  </a:cubicBezTo>
                  <a:cubicBezTo>
                    <a:pt x="14" y="123"/>
                    <a:pt x="17" y="123"/>
                    <a:pt x="20" y="124"/>
                  </a:cubicBezTo>
                  <a:cubicBezTo>
                    <a:pt x="18" y="121"/>
                    <a:pt x="15" y="118"/>
                    <a:pt x="16" y="114"/>
                  </a:cubicBezTo>
                  <a:cubicBezTo>
                    <a:pt x="17" y="113"/>
                    <a:pt x="18" y="112"/>
                    <a:pt x="18" y="111"/>
                  </a:cubicBezTo>
                  <a:cubicBezTo>
                    <a:pt x="18" y="111"/>
                    <a:pt x="19" y="111"/>
                    <a:pt x="19" y="111"/>
                  </a:cubicBezTo>
                  <a:cubicBezTo>
                    <a:pt x="19" y="111"/>
                    <a:pt x="19" y="111"/>
                    <a:pt x="20" y="111"/>
                  </a:cubicBezTo>
                  <a:cubicBezTo>
                    <a:pt x="20" y="112"/>
                    <a:pt x="21" y="112"/>
                    <a:pt x="22" y="112"/>
                  </a:cubicBezTo>
                  <a:cubicBezTo>
                    <a:pt x="22" y="112"/>
                    <a:pt x="22" y="112"/>
                    <a:pt x="22" y="112"/>
                  </a:cubicBezTo>
                  <a:cubicBezTo>
                    <a:pt x="22" y="112"/>
                    <a:pt x="23" y="112"/>
                    <a:pt x="23" y="112"/>
                  </a:cubicBezTo>
                  <a:cubicBezTo>
                    <a:pt x="24" y="112"/>
                    <a:pt x="24" y="113"/>
                    <a:pt x="25" y="114"/>
                  </a:cubicBezTo>
                  <a:cubicBezTo>
                    <a:pt x="29" y="113"/>
                    <a:pt x="33" y="115"/>
                    <a:pt x="36" y="115"/>
                  </a:cubicBezTo>
                  <a:cubicBezTo>
                    <a:pt x="40" y="115"/>
                    <a:pt x="44" y="114"/>
                    <a:pt x="48" y="115"/>
                  </a:cubicBezTo>
                  <a:cubicBezTo>
                    <a:pt x="51" y="110"/>
                    <a:pt x="58" y="111"/>
                    <a:pt x="63" y="109"/>
                  </a:cubicBezTo>
                  <a:cubicBezTo>
                    <a:pt x="77" y="106"/>
                    <a:pt x="91" y="102"/>
                    <a:pt x="105" y="99"/>
                  </a:cubicBezTo>
                  <a:cubicBezTo>
                    <a:pt x="108" y="96"/>
                    <a:pt x="112" y="96"/>
                    <a:pt x="116" y="94"/>
                  </a:cubicBezTo>
                  <a:cubicBezTo>
                    <a:pt x="122" y="93"/>
                    <a:pt x="128" y="91"/>
                    <a:pt x="134" y="89"/>
                  </a:cubicBezTo>
                  <a:cubicBezTo>
                    <a:pt x="137" y="86"/>
                    <a:pt x="142" y="85"/>
                    <a:pt x="147" y="84"/>
                  </a:cubicBezTo>
                  <a:cubicBezTo>
                    <a:pt x="153" y="81"/>
                    <a:pt x="160" y="79"/>
                    <a:pt x="167" y="77"/>
                  </a:cubicBezTo>
                  <a:cubicBezTo>
                    <a:pt x="192" y="70"/>
                    <a:pt x="220" y="68"/>
                    <a:pt x="245" y="75"/>
                  </a:cubicBezTo>
                  <a:cubicBezTo>
                    <a:pt x="269" y="81"/>
                    <a:pt x="277" y="83"/>
                    <a:pt x="290" y="99"/>
                  </a:cubicBezTo>
                  <a:cubicBezTo>
                    <a:pt x="292" y="92"/>
                    <a:pt x="301" y="84"/>
                    <a:pt x="304" y="80"/>
                  </a:cubicBezTo>
                  <a:cubicBezTo>
                    <a:pt x="309" y="74"/>
                    <a:pt x="314" y="69"/>
                    <a:pt x="321" y="64"/>
                  </a:cubicBezTo>
                  <a:cubicBezTo>
                    <a:pt x="323" y="62"/>
                    <a:pt x="325" y="59"/>
                    <a:pt x="329" y="59"/>
                  </a:cubicBezTo>
                  <a:cubicBezTo>
                    <a:pt x="336" y="54"/>
                    <a:pt x="344" y="49"/>
                    <a:pt x="352" y="46"/>
                  </a:cubicBezTo>
                  <a:cubicBezTo>
                    <a:pt x="360" y="43"/>
                    <a:pt x="369" y="40"/>
                    <a:pt x="377" y="38"/>
                  </a:cubicBezTo>
                  <a:cubicBezTo>
                    <a:pt x="392" y="33"/>
                    <a:pt x="408" y="30"/>
                    <a:pt x="424" y="27"/>
                  </a:cubicBezTo>
                  <a:cubicBezTo>
                    <a:pt x="439" y="24"/>
                    <a:pt x="455" y="21"/>
                    <a:pt x="470" y="19"/>
                  </a:cubicBezTo>
                  <a:cubicBezTo>
                    <a:pt x="471" y="17"/>
                    <a:pt x="472" y="17"/>
                    <a:pt x="474" y="16"/>
                  </a:cubicBezTo>
                  <a:cubicBezTo>
                    <a:pt x="484" y="12"/>
                    <a:pt x="496" y="10"/>
                    <a:pt x="504" y="3"/>
                  </a:cubicBezTo>
                  <a:cubicBezTo>
                    <a:pt x="509" y="0"/>
                    <a:pt x="512" y="5"/>
                    <a:pt x="512" y="9"/>
                  </a:cubicBezTo>
                  <a:cubicBezTo>
                    <a:pt x="513" y="10"/>
                    <a:pt x="513" y="11"/>
                    <a:pt x="513" y="12"/>
                  </a:cubicBezTo>
                  <a:cubicBezTo>
                    <a:pt x="513" y="13"/>
                    <a:pt x="513" y="14"/>
                    <a:pt x="514" y="14"/>
                  </a:cubicBezTo>
                  <a:cubicBezTo>
                    <a:pt x="515" y="16"/>
                    <a:pt x="515" y="18"/>
                    <a:pt x="516" y="20"/>
                  </a:cubicBezTo>
                  <a:cubicBezTo>
                    <a:pt x="520" y="15"/>
                    <a:pt x="523" y="10"/>
                    <a:pt x="527" y="6"/>
                  </a:cubicBezTo>
                  <a:cubicBezTo>
                    <a:pt x="532" y="4"/>
                    <a:pt x="535" y="8"/>
                    <a:pt x="535" y="12"/>
                  </a:cubicBezTo>
                  <a:cubicBezTo>
                    <a:pt x="536" y="16"/>
                    <a:pt x="537" y="21"/>
                    <a:pt x="538" y="25"/>
                  </a:cubicBezTo>
                  <a:cubicBezTo>
                    <a:pt x="538" y="26"/>
                    <a:pt x="538" y="27"/>
                    <a:pt x="538" y="27"/>
                  </a:cubicBezTo>
                  <a:cubicBezTo>
                    <a:pt x="549" y="47"/>
                    <a:pt x="553" y="70"/>
                    <a:pt x="559" y="91"/>
                  </a:cubicBezTo>
                  <a:cubicBezTo>
                    <a:pt x="562" y="98"/>
                    <a:pt x="564" y="106"/>
                    <a:pt x="566" y="113"/>
                  </a:cubicBezTo>
                  <a:cubicBezTo>
                    <a:pt x="566" y="113"/>
                    <a:pt x="566" y="113"/>
                    <a:pt x="566" y="113"/>
                  </a:cubicBezTo>
                  <a:cubicBezTo>
                    <a:pt x="568" y="117"/>
                    <a:pt x="569" y="121"/>
                    <a:pt x="571" y="126"/>
                  </a:cubicBezTo>
                  <a:cubicBezTo>
                    <a:pt x="571" y="126"/>
                    <a:pt x="571" y="126"/>
                    <a:pt x="571" y="127"/>
                  </a:cubicBezTo>
                  <a:cubicBezTo>
                    <a:pt x="571" y="127"/>
                    <a:pt x="571" y="127"/>
                    <a:pt x="571" y="127"/>
                  </a:cubicBezTo>
                  <a:cubicBezTo>
                    <a:pt x="575" y="138"/>
                    <a:pt x="578" y="149"/>
                    <a:pt x="581" y="160"/>
                  </a:cubicBezTo>
                  <a:cubicBezTo>
                    <a:pt x="592" y="192"/>
                    <a:pt x="602" y="223"/>
                    <a:pt x="610" y="255"/>
                  </a:cubicBezTo>
                  <a:cubicBezTo>
                    <a:pt x="611" y="259"/>
                    <a:pt x="612" y="262"/>
                    <a:pt x="613" y="265"/>
                  </a:cubicBezTo>
                  <a:close/>
                </a:path>
              </a:pathLst>
            </a:custGeom>
            <a:solidFill>
              <a:srgbClr val="F1EC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97" name="Freeform 61"/>
            <p:cNvSpPr/>
            <p:nvPr userDrawn="1"/>
          </p:nvSpPr>
          <p:spPr bwMode="auto">
            <a:xfrm>
              <a:off x="2475" y="2389"/>
              <a:ext cx="275" cy="704"/>
            </a:xfrm>
            <a:custGeom>
              <a:avLst/>
              <a:gdLst>
                <a:gd name="T0" fmla="*/ 49 w 57"/>
                <a:gd name="T1" fmla="*/ 145 h 145"/>
                <a:gd name="T2" fmla="*/ 2 w 57"/>
                <a:gd name="T3" fmla="*/ 15 h 145"/>
                <a:gd name="T4" fmla="*/ 1 w 57"/>
                <a:gd name="T5" fmla="*/ 7 h 145"/>
                <a:gd name="T6" fmla="*/ 9 w 57"/>
                <a:gd name="T7" fmla="*/ 4 h 145"/>
                <a:gd name="T8" fmla="*/ 15 w 57"/>
                <a:gd name="T9" fmla="*/ 20 h 145"/>
                <a:gd name="T10" fmla="*/ 18 w 57"/>
                <a:gd name="T11" fmla="*/ 32 h 145"/>
                <a:gd name="T12" fmla="*/ 48 w 57"/>
                <a:gd name="T13" fmla="*/ 118 h 145"/>
                <a:gd name="T14" fmla="*/ 57 w 57"/>
                <a:gd name="T15" fmla="*/ 145 h 145"/>
                <a:gd name="T16" fmla="*/ 49 w 57"/>
                <a:gd name="T17" fmla="*/ 145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7" h="145">
                  <a:moveTo>
                    <a:pt x="49" y="145"/>
                  </a:moveTo>
                  <a:cubicBezTo>
                    <a:pt x="33" y="101"/>
                    <a:pt x="19" y="58"/>
                    <a:pt x="2" y="15"/>
                  </a:cubicBezTo>
                  <a:cubicBezTo>
                    <a:pt x="2" y="12"/>
                    <a:pt x="1" y="10"/>
                    <a:pt x="1" y="7"/>
                  </a:cubicBezTo>
                  <a:cubicBezTo>
                    <a:pt x="0" y="3"/>
                    <a:pt x="6" y="0"/>
                    <a:pt x="9" y="4"/>
                  </a:cubicBezTo>
                  <a:cubicBezTo>
                    <a:pt x="12" y="9"/>
                    <a:pt x="13" y="15"/>
                    <a:pt x="15" y="20"/>
                  </a:cubicBezTo>
                  <a:cubicBezTo>
                    <a:pt x="16" y="24"/>
                    <a:pt x="20" y="28"/>
                    <a:pt x="18" y="32"/>
                  </a:cubicBezTo>
                  <a:cubicBezTo>
                    <a:pt x="28" y="60"/>
                    <a:pt x="37" y="89"/>
                    <a:pt x="48" y="118"/>
                  </a:cubicBezTo>
                  <a:cubicBezTo>
                    <a:pt x="51" y="127"/>
                    <a:pt x="54" y="136"/>
                    <a:pt x="57" y="145"/>
                  </a:cubicBezTo>
                  <a:lnTo>
                    <a:pt x="49" y="145"/>
                  </a:lnTo>
                  <a:close/>
                </a:path>
              </a:pathLst>
            </a:custGeom>
            <a:solidFill>
              <a:srgbClr val="C7C1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98" name="Freeform 62"/>
            <p:cNvSpPr/>
            <p:nvPr userDrawn="1"/>
          </p:nvSpPr>
          <p:spPr bwMode="auto">
            <a:xfrm>
              <a:off x="4916" y="1869"/>
              <a:ext cx="419" cy="1224"/>
            </a:xfrm>
            <a:custGeom>
              <a:avLst/>
              <a:gdLst>
                <a:gd name="T0" fmla="*/ 78 w 87"/>
                <a:gd name="T1" fmla="*/ 252 h 252"/>
                <a:gd name="T2" fmla="*/ 70 w 87"/>
                <a:gd name="T3" fmla="*/ 225 h 252"/>
                <a:gd name="T4" fmla="*/ 62 w 87"/>
                <a:gd name="T5" fmla="*/ 199 h 252"/>
                <a:gd name="T6" fmla="*/ 61 w 87"/>
                <a:gd name="T7" fmla="*/ 192 h 252"/>
                <a:gd name="T8" fmla="*/ 43 w 87"/>
                <a:gd name="T9" fmla="*/ 138 h 252"/>
                <a:gd name="T10" fmla="*/ 15 w 87"/>
                <a:gd name="T11" fmla="*/ 46 h 252"/>
                <a:gd name="T12" fmla="*/ 6 w 87"/>
                <a:gd name="T13" fmla="*/ 25 h 252"/>
                <a:gd name="T14" fmla="*/ 2 w 87"/>
                <a:gd name="T15" fmla="*/ 11 h 252"/>
                <a:gd name="T16" fmla="*/ 3 w 87"/>
                <a:gd name="T17" fmla="*/ 4 h 252"/>
                <a:gd name="T18" fmla="*/ 8 w 87"/>
                <a:gd name="T19" fmla="*/ 1 h 252"/>
                <a:gd name="T20" fmla="*/ 12 w 87"/>
                <a:gd name="T21" fmla="*/ 7 h 252"/>
                <a:gd name="T22" fmla="*/ 23 w 87"/>
                <a:gd name="T23" fmla="*/ 48 h 252"/>
                <a:gd name="T24" fmla="*/ 51 w 87"/>
                <a:gd name="T25" fmla="*/ 139 h 252"/>
                <a:gd name="T26" fmla="*/ 76 w 87"/>
                <a:gd name="T27" fmla="*/ 214 h 252"/>
                <a:gd name="T28" fmla="*/ 87 w 87"/>
                <a:gd name="T29" fmla="*/ 250 h 252"/>
                <a:gd name="T30" fmla="*/ 87 w 87"/>
                <a:gd name="T31" fmla="*/ 252 h 252"/>
                <a:gd name="T32" fmla="*/ 78 w 87"/>
                <a:gd name="T33" fmla="*/ 252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7" h="252">
                  <a:moveTo>
                    <a:pt x="78" y="252"/>
                  </a:moveTo>
                  <a:cubicBezTo>
                    <a:pt x="75" y="243"/>
                    <a:pt x="72" y="234"/>
                    <a:pt x="70" y="225"/>
                  </a:cubicBezTo>
                  <a:cubicBezTo>
                    <a:pt x="67" y="216"/>
                    <a:pt x="65" y="207"/>
                    <a:pt x="62" y="199"/>
                  </a:cubicBezTo>
                  <a:cubicBezTo>
                    <a:pt x="61" y="197"/>
                    <a:pt x="59" y="194"/>
                    <a:pt x="61" y="192"/>
                  </a:cubicBezTo>
                  <a:cubicBezTo>
                    <a:pt x="56" y="174"/>
                    <a:pt x="49" y="156"/>
                    <a:pt x="43" y="138"/>
                  </a:cubicBezTo>
                  <a:cubicBezTo>
                    <a:pt x="33" y="107"/>
                    <a:pt x="23" y="77"/>
                    <a:pt x="15" y="46"/>
                  </a:cubicBezTo>
                  <a:cubicBezTo>
                    <a:pt x="10" y="45"/>
                    <a:pt x="8" y="29"/>
                    <a:pt x="6" y="25"/>
                  </a:cubicBezTo>
                  <a:cubicBezTo>
                    <a:pt x="5" y="20"/>
                    <a:pt x="3" y="15"/>
                    <a:pt x="2" y="11"/>
                  </a:cubicBezTo>
                  <a:cubicBezTo>
                    <a:pt x="1" y="8"/>
                    <a:pt x="0" y="5"/>
                    <a:pt x="3" y="4"/>
                  </a:cubicBezTo>
                  <a:cubicBezTo>
                    <a:pt x="4" y="1"/>
                    <a:pt x="6" y="0"/>
                    <a:pt x="8" y="1"/>
                  </a:cubicBezTo>
                  <a:cubicBezTo>
                    <a:pt x="11" y="1"/>
                    <a:pt x="11" y="4"/>
                    <a:pt x="12" y="7"/>
                  </a:cubicBezTo>
                  <a:cubicBezTo>
                    <a:pt x="17" y="20"/>
                    <a:pt x="19" y="34"/>
                    <a:pt x="23" y="48"/>
                  </a:cubicBezTo>
                  <a:cubicBezTo>
                    <a:pt x="32" y="78"/>
                    <a:pt x="42" y="108"/>
                    <a:pt x="51" y="139"/>
                  </a:cubicBezTo>
                  <a:cubicBezTo>
                    <a:pt x="61" y="163"/>
                    <a:pt x="68" y="189"/>
                    <a:pt x="76" y="214"/>
                  </a:cubicBezTo>
                  <a:cubicBezTo>
                    <a:pt x="80" y="226"/>
                    <a:pt x="83" y="238"/>
                    <a:pt x="87" y="250"/>
                  </a:cubicBezTo>
                  <a:cubicBezTo>
                    <a:pt x="87" y="251"/>
                    <a:pt x="87" y="251"/>
                    <a:pt x="87" y="252"/>
                  </a:cubicBezTo>
                  <a:lnTo>
                    <a:pt x="78" y="252"/>
                  </a:lnTo>
                  <a:close/>
                </a:path>
              </a:pathLst>
            </a:custGeom>
            <a:solidFill>
              <a:srgbClr val="C7C1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99" name="Freeform 63"/>
            <p:cNvSpPr/>
            <p:nvPr userDrawn="1"/>
          </p:nvSpPr>
          <p:spPr bwMode="auto">
            <a:xfrm>
              <a:off x="3435" y="2126"/>
              <a:ext cx="661" cy="967"/>
            </a:xfrm>
            <a:custGeom>
              <a:avLst/>
              <a:gdLst>
                <a:gd name="T0" fmla="*/ 101 w 137"/>
                <a:gd name="T1" fmla="*/ 199 h 199"/>
                <a:gd name="T2" fmla="*/ 97 w 137"/>
                <a:gd name="T3" fmla="*/ 185 h 199"/>
                <a:gd name="T4" fmla="*/ 90 w 137"/>
                <a:gd name="T5" fmla="*/ 162 h 199"/>
                <a:gd name="T6" fmla="*/ 62 w 137"/>
                <a:gd name="T7" fmla="*/ 83 h 199"/>
                <a:gd name="T8" fmla="*/ 38 w 137"/>
                <a:gd name="T9" fmla="*/ 31 h 199"/>
                <a:gd name="T10" fmla="*/ 5 w 137"/>
                <a:gd name="T11" fmla="*/ 9 h 199"/>
                <a:gd name="T12" fmla="*/ 7 w 137"/>
                <a:gd name="T13" fmla="*/ 2 h 199"/>
                <a:gd name="T14" fmla="*/ 12 w 137"/>
                <a:gd name="T15" fmla="*/ 3 h 199"/>
                <a:gd name="T16" fmla="*/ 19 w 137"/>
                <a:gd name="T17" fmla="*/ 6 h 199"/>
                <a:gd name="T18" fmla="*/ 33 w 137"/>
                <a:gd name="T19" fmla="*/ 5 h 199"/>
                <a:gd name="T20" fmla="*/ 65 w 137"/>
                <a:gd name="T21" fmla="*/ 19 h 199"/>
                <a:gd name="T22" fmla="*/ 114 w 137"/>
                <a:gd name="T23" fmla="*/ 137 h 199"/>
                <a:gd name="T24" fmla="*/ 126 w 137"/>
                <a:gd name="T25" fmla="*/ 175 h 199"/>
                <a:gd name="T26" fmla="*/ 126 w 137"/>
                <a:gd name="T27" fmla="*/ 175 h 199"/>
                <a:gd name="T28" fmla="*/ 129 w 137"/>
                <a:gd name="T29" fmla="*/ 178 h 199"/>
                <a:gd name="T30" fmla="*/ 137 w 137"/>
                <a:gd name="T31" fmla="*/ 199 h 199"/>
                <a:gd name="T32" fmla="*/ 101 w 137"/>
                <a:gd name="T33" fmla="*/ 199 h 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7" h="199">
                  <a:moveTo>
                    <a:pt x="101" y="199"/>
                  </a:moveTo>
                  <a:cubicBezTo>
                    <a:pt x="100" y="194"/>
                    <a:pt x="98" y="190"/>
                    <a:pt x="97" y="185"/>
                  </a:cubicBezTo>
                  <a:cubicBezTo>
                    <a:pt x="94" y="178"/>
                    <a:pt x="92" y="170"/>
                    <a:pt x="90" y="162"/>
                  </a:cubicBezTo>
                  <a:cubicBezTo>
                    <a:pt x="82" y="135"/>
                    <a:pt x="73" y="109"/>
                    <a:pt x="62" y="83"/>
                  </a:cubicBezTo>
                  <a:cubicBezTo>
                    <a:pt x="55" y="65"/>
                    <a:pt x="48" y="47"/>
                    <a:pt x="38" y="31"/>
                  </a:cubicBezTo>
                  <a:cubicBezTo>
                    <a:pt x="30" y="19"/>
                    <a:pt x="18" y="12"/>
                    <a:pt x="5" y="9"/>
                  </a:cubicBezTo>
                  <a:cubicBezTo>
                    <a:pt x="0" y="8"/>
                    <a:pt x="2" y="0"/>
                    <a:pt x="7" y="2"/>
                  </a:cubicBezTo>
                  <a:cubicBezTo>
                    <a:pt x="8" y="2"/>
                    <a:pt x="10" y="3"/>
                    <a:pt x="12" y="3"/>
                  </a:cubicBezTo>
                  <a:cubicBezTo>
                    <a:pt x="14" y="4"/>
                    <a:pt x="17" y="5"/>
                    <a:pt x="19" y="6"/>
                  </a:cubicBezTo>
                  <a:cubicBezTo>
                    <a:pt x="21" y="1"/>
                    <a:pt x="29" y="5"/>
                    <a:pt x="33" y="5"/>
                  </a:cubicBezTo>
                  <a:cubicBezTo>
                    <a:pt x="44" y="8"/>
                    <a:pt x="56" y="12"/>
                    <a:pt x="65" y="19"/>
                  </a:cubicBezTo>
                  <a:cubicBezTo>
                    <a:pt x="89" y="25"/>
                    <a:pt x="105" y="113"/>
                    <a:pt x="114" y="137"/>
                  </a:cubicBezTo>
                  <a:cubicBezTo>
                    <a:pt x="118" y="150"/>
                    <a:pt x="122" y="163"/>
                    <a:pt x="126" y="175"/>
                  </a:cubicBezTo>
                  <a:cubicBezTo>
                    <a:pt x="126" y="175"/>
                    <a:pt x="126" y="175"/>
                    <a:pt x="126" y="175"/>
                  </a:cubicBezTo>
                  <a:cubicBezTo>
                    <a:pt x="127" y="176"/>
                    <a:pt x="128" y="177"/>
                    <a:pt x="129" y="178"/>
                  </a:cubicBezTo>
                  <a:cubicBezTo>
                    <a:pt x="132" y="185"/>
                    <a:pt x="134" y="192"/>
                    <a:pt x="137" y="199"/>
                  </a:cubicBezTo>
                  <a:lnTo>
                    <a:pt x="101" y="199"/>
                  </a:lnTo>
                  <a:close/>
                </a:path>
              </a:pathLst>
            </a:custGeom>
            <a:solidFill>
              <a:srgbClr val="DBD4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100" name="Freeform 64"/>
            <p:cNvSpPr/>
            <p:nvPr userDrawn="1"/>
          </p:nvSpPr>
          <p:spPr bwMode="auto">
            <a:xfrm>
              <a:off x="4038" y="1942"/>
              <a:ext cx="318" cy="738"/>
            </a:xfrm>
            <a:custGeom>
              <a:avLst/>
              <a:gdLst>
                <a:gd name="T0" fmla="*/ 58 w 66"/>
                <a:gd name="T1" fmla="*/ 150 h 152"/>
                <a:gd name="T2" fmla="*/ 48 w 66"/>
                <a:gd name="T3" fmla="*/ 117 h 152"/>
                <a:gd name="T4" fmla="*/ 24 w 66"/>
                <a:gd name="T5" fmla="*/ 48 h 152"/>
                <a:gd name="T6" fmla="*/ 9 w 66"/>
                <a:gd name="T7" fmla="*/ 29 h 152"/>
                <a:gd name="T8" fmla="*/ 4 w 66"/>
                <a:gd name="T9" fmla="*/ 27 h 152"/>
                <a:gd name="T10" fmla="*/ 10 w 66"/>
                <a:gd name="T11" fmla="*/ 20 h 152"/>
                <a:gd name="T12" fmla="*/ 55 w 66"/>
                <a:gd name="T13" fmla="*/ 88 h 152"/>
                <a:gd name="T14" fmla="*/ 64 w 66"/>
                <a:gd name="T15" fmla="*/ 137 h 152"/>
                <a:gd name="T16" fmla="*/ 64 w 66"/>
                <a:gd name="T17" fmla="*/ 150 h 152"/>
                <a:gd name="T18" fmla="*/ 58 w 66"/>
                <a:gd name="T19" fmla="*/ 150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6" h="152">
                  <a:moveTo>
                    <a:pt x="58" y="150"/>
                  </a:moveTo>
                  <a:cubicBezTo>
                    <a:pt x="52" y="140"/>
                    <a:pt x="52" y="128"/>
                    <a:pt x="48" y="117"/>
                  </a:cubicBezTo>
                  <a:cubicBezTo>
                    <a:pt x="42" y="94"/>
                    <a:pt x="35" y="70"/>
                    <a:pt x="24" y="48"/>
                  </a:cubicBezTo>
                  <a:cubicBezTo>
                    <a:pt x="20" y="41"/>
                    <a:pt x="16" y="33"/>
                    <a:pt x="9" y="29"/>
                  </a:cubicBezTo>
                  <a:cubicBezTo>
                    <a:pt x="7" y="27"/>
                    <a:pt x="6" y="28"/>
                    <a:pt x="4" y="27"/>
                  </a:cubicBezTo>
                  <a:cubicBezTo>
                    <a:pt x="0" y="23"/>
                    <a:pt x="5" y="18"/>
                    <a:pt x="10" y="20"/>
                  </a:cubicBezTo>
                  <a:cubicBezTo>
                    <a:pt x="18" y="0"/>
                    <a:pt x="53" y="81"/>
                    <a:pt x="55" y="88"/>
                  </a:cubicBezTo>
                  <a:cubicBezTo>
                    <a:pt x="60" y="104"/>
                    <a:pt x="63" y="120"/>
                    <a:pt x="64" y="137"/>
                  </a:cubicBezTo>
                  <a:cubicBezTo>
                    <a:pt x="64" y="141"/>
                    <a:pt x="66" y="146"/>
                    <a:pt x="64" y="150"/>
                  </a:cubicBezTo>
                  <a:cubicBezTo>
                    <a:pt x="62" y="152"/>
                    <a:pt x="60" y="152"/>
                    <a:pt x="58" y="150"/>
                  </a:cubicBezTo>
                  <a:close/>
                </a:path>
              </a:pathLst>
            </a:custGeom>
            <a:solidFill>
              <a:srgbClr val="DBD4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101" name="Freeform 65"/>
            <p:cNvSpPr/>
            <p:nvPr userDrawn="1"/>
          </p:nvSpPr>
          <p:spPr bwMode="auto">
            <a:xfrm>
              <a:off x="4356" y="2471"/>
              <a:ext cx="154" cy="170"/>
            </a:xfrm>
            <a:custGeom>
              <a:avLst/>
              <a:gdLst>
                <a:gd name="T0" fmla="*/ 25 w 32"/>
                <a:gd name="T1" fmla="*/ 34 h 35"/>
                <a:gd name="T2" fmla="*/ 13 w 32"/>
                <a:gd name="T3" fmla="*/ 21 h 35"/>
                <a:gd name="T4" fmla="*/ 3 w 32"/>
                <a:gd name="T5" fmla="*/ 9 h 35"/>
                <a:gd name="T6" fmla="*/ 0 w 32"/>
                <a:gd name="T7" fmla="*/ 4 h 35"/>
                <a:gd name="T8" fmla="*/ 4 w 32"/>
                <a:gd name="T9" fmla="*/ 0 h 35"/>
                <a:gd name="T10" fmla="*/ 14 w 32"/>
                <a:gd name="T11" fmla="*/ 8 h 35"/>
                <a:gd name="T12" fmla="*/ 29 w 32"/>
                <a:gd name="T13" fmla="*/ 26 h 35"/>
                <a:gd name="T14" fmla="*/ 25 w 32"/>
                <a:gd name="T15" fmla="*/ 34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2" h="35">
                  <a:moveTo>
                    <a:pt x="25" y="34"/>
                  </a:moveTo>
                  <a:cubicBezTo>
                    <a:pt x="20" y="31"/>
                    <a:pt x="17" y="25"/>
                    <a:pt x="13" y="21"/>
                  </a:cubicBezTo>
                  <a:cubicBezTo>
                    <a:pt x="10" y="17"/>
                    <a:pt x="7" y="13"/>
                    <a:pt x="3" y="9"/>
                  </a:cubicBezTo>
                  <a:cubicBezTo>
                    <a:pt x="2" y="7"/>
                    <a:pt x="0" y="6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8" y="0"/>
                    <a:pt x="12" y="6"/>
                    <a:pt x="14" y="8"/>
                  </a:cubicBezTo>
                  <a:cubicBezTo>
                    <a:pt x="19" y="14"/>
                    <a:pt x="24" y="20"/>
                    <a:pt x="29" y="26"/>
                  </a:cubicBezTo>
                  <a:cubicBezTo>
                    <a:pt x="32" y="29"/>
                    <a:pt x="30" y="35"/>
                    <a:pt x="25" y="34"/>
                  </a:cubicBezTo>
                  <a:close/>
                </a:path>
              </a:pathLst>
            </a:custGeom>
            <a:solidFill>
              <a:srgbClr val="DBD4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102" name="Freeform 66"/>
            <p:cNvSpPr/>
            <p:nvPr userDrawn="1"/>
          </p:nvSpPr>
          <p:spPr bwMode="auto">
            <a:xfrm>
              <a:off x="5036" y="2864"/>
              <a:ext cx="256" cy="229"/>
            </a:xfrm>
            <a:custGeom>
              <a:avLst/>
              <a:gdLst>
                <a:gd name="T0" fmla="*/ 0 w 53"/>
                <a:gd name="T1" fmla="*/ 47 h 47"/>
                <a:gd name="T2" fmla="*/ 0 w 53"/>
                <a:gd name="T3" fmla="*/ 46 h 47"/>
                <a:gd name="T4" fmla="*/ 11 w 53"/>
                <a:gd name="T5" fmla="*/ 29 h 47"/>
                <a:gd name="T6" fmla="*/ 35 w 53"/>
                <a:gd name="T7" fmla="*/ 7 h 47"/>
                <a:gd name="T8" fmla="*/ 47 w 53"/>
                <a:gd name="T9" fmla="*/ 3 h 47"/>
                <a:gd name="T10" fmla="*/ 34 w 53"/>
                <a:gd name="T11" fmla="*/ 21 h 47"/>
                <a:gd name="T12" fmla="*/ 13 w 53"/>
                <a:gd name="T13" fmla="*/ 38 h 47"/>
                <a:gd name="T14" fmla="*/ 8 w 53"/>
                <a:gd name="T15" fmla="*/ 47 h 47"/>
                <a:gd name="T16" fmla="*/ 0 w 53"/>
                <a:gd name="T17" fmla="*/ 47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3" h="47">
                  <a:moveTo>
                    <a:pt x="0" y="47"/>
                  </a:moveTo>
                  <a:cubicBezTo>
                    <a:pt x="0" y="46"/>
                    <a:pt x="0" y="46"/>
                    <a:pt x="0" y="46"/>
                  </a:cubicBezTo>
                  <a:cubicBezTo>
                    <a:pt x="2" y="39"/>
                    <a:pt x="6" y="33"/>
                    <a:pt x="11" y="29"/>
                  </a:cubicBezTo>
                  <a:cubicBezTo>
                    <a:pt x="8" y="21"/>
                    <a:pt x="30" y="11"/>
                    <a:pt x="35" y="7"/>
                  </a:cubicBezTo>
                  <a:cubicBezTo>
                    <a:pt x="39" y="6"/>
                    <a:pt x="43" y="0"/>
                    <a:pt x="47" y="3"/>
                  </a:cubicBezTo>
                  <a:cubicBezTo>
                    <a:pt x="53" y="9"/>
                    <a:pt x="37" y="18"/>
                    <a:pt x="34" y="21"/>
                  </a:cubicBezTo>
                  <a:cubicBezTo>
                    <a:pt x="27" y="27"/>
                    <a:pt x="19" y="31"/>
                    <a:pt x="13" y="38"/>
                  </a:cubicBezTo>
                  <a:cubicBezTo>
                    <a:pt x="11" y="41"/>
                    <a:pt x="10" y="44"/>
                    <a:pt x="8" y="47"/>
                  </a:cubicBezTo>
                  <a:lnTo>
                    <a:pt x="0" y="47"/>
                  </a:lnTo>
                  <a:close/>
                </a:path>
              </a:pathLst>
            </a:custGeom>
            <a:solidFill>
              <a:srgbClr val="DBD4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103" name="Freeform 67"/>
            <p:cNvSpPr/>
            <p:nvPr userDrawn="1"/>
          </p:nvSpPr>
          <p:spPr bwMode="auto">
            <a:xfrm>
              <a:off x="5036" y="2937"/>
              <a:ext cx="106" cy="156"/>
            </a:xfrm>
            <a:custGeom>
              <a:avLst/>
              <a:gdLst>
                <a:gd name="T0" fmla="*/ 0 w 22"/>
                <a:gd name="T1" fmla="*/ 32 h 32"/>
                <a:gd name="T2" fmla="*/ 4 w 22"/>
                <a:gd name="T3" fmla="*/ 23 h 32"/>
                <a:gd name="T4" fmla="*/ 18 w 22"/>
                <a:gd name="T5" fmla="*/ 5 h 32"/>
                <a:gd name="T6" fmla="*/ 14 w 22"/>
                <a:gd name="T7" fmla="*/ 20 h 32"/>
                <a:gd name="T8" fmla="*/ 8 w 22"/>
                <a:gd name="T9" fmla="*/ 32 h 32"/>
                <a:gd name="T10" fmla="*/ 0 w 22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" h="32">
                  <a:moveTo>
                    <a:pt x="0" y="32"/>
                  </a:moveTo>
                  <a:cubicBezTo>
                    <a:pt x="1" y="29"/>
                    <a:pt x="2" y="26"/>
                    <a:pt x="4" y="23"/>
                  </a:cubicBezTo>
                  <a:cubicBezTo>
                    <a:pt x="7" y="18"/>
                    <a:pt x="11" y="0"/>
                    <a:pt x="18" y="5"/>
                  </a:cubicBezTo>
                  <a:cubicBezTo>
                    <a:pt x="22" y="8"/>
                    <a:pt x="15" y="16"/>
                    <a:pt x="14" y="20"/>
                  </a:cubicBezTo>
                  <a:cubicBezTo>
                    <a:pt x="12" y="24"/>
                    <a:pt x="10" y="28"/>
                    <a:pt x="8" y="32"/>
                  </a:cubicBezTo>
                  <a:lnTo>
                    <a:pt x="0" y="32"/>
                  </a:lnTo>
                  <a:close/>
                </a:path>
              </a:pathLst>
            </a:custGeom>
            <a:solidFill>
              <a:srgbClr val="DBD4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104" name="Freeform 68"/>
            <p:cNvSpPr/>
            <p:nvPr userDrawn="1"/>
          </p:nvSpPr>
          <p:spPr bwMode="auto">
            <a:xfrm>
              <a:off x="5099" y="2855"/>
              <a:ext cx="241" cy="150"/>
            </a:xfrm>
            <a:custGeom>
              <a:avLst/>
              <a:gdLst>
                <a:gd name="T0" fmla="*/ 3 w 50"/>
                <a:gd name="T1" fmla="*/ 26 h 31"/>
                <a:gd name="T2" fmla="*/ 8 w 50"/>
                <a:gd name="T3" fmla="*/ 20 h 31"/>
                <a:gd name="T4" fmla="*/ 25 w 50"/>
                <a:gd name="T5" fmla="*/ 15 h 31"/>
                <a:gd name="T6" fmla="*/ 42 w 50"/>
                <a:gd name="T7" fmla="*/ 3 h 31"/>
                <a:gd name="T8" fmla="*/ 47 w 50"/>
                <a:gd name="T9" fmla="*/ 9 h 31"/>
                <a:gd name="T10" fmla="*/ 21 w 50"/>
                <a:gd name="T11" fmla="*/ 25 h 31"/>
                <a:gd name="T12" fmla="*/ 3 w 50"/>
                <a:gd name="T13" fmla="*/ 26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0" h="31">
                  <a:moveTo>
                    <a:pt x="3" y="26"/>
                  </a:moveTo>
                  <a:cubicBezTo>
                    <a:pt x="0" y="23"/>
                    <a:pt x="4" y="19"/>
                    <a:pt x="8" y="20"/>
                  </a:cubicBezTo>
                  <a:cubicBezTo>
                    <a:pt x="14" y="20"/>
                    <a:pt x="20" y="17"/>
                    <a:pt x="25" y="15"/>
                  </a:cubicBezTo>
                  <a:cubicBezTo>
                    <a:pt x="31" y="12"/>
                    <a:pt x="36" y="7"/>
                    <a:pt x="42" y="3"/>
                  </a:cubicBezTo>
                  <a:cubicBezTo>
                    <a:pt x="45" y="0"/>
                    <a:pt x="50" y="6"/>
                    <a:pt x="47" y="9"/>
                  </a:cubicBezTo>
                  <a:cubicBezTo>
                    <a:pt x="39" y="15"/>
                    <a:pt x="31" y="22"/>
                    <a:pt x="21" y="25"/>
                  </a:cubicBezTo>
                  <a:cubicBezTo>
                    <a:pt x="15" y="26"/>
                    <a:pt x="8" y="31"/>
                    <a:pt x="3" y="26"/>
                  </a:cubicBezTo>
                  <a:close/>
                </a:path>
              </a:pathLst>
            </a:custGeom>
            <a:solidFill>
              <a:srgbClr val="DBD4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105" name="Freeform 69"/>
            <p:cNvSpPr/>
            <p:nvPr userDrawn="1"/>
          </p:nvSpPr>
          <p:spPr bwMode="auto">
            <a:xfrm>
              <a:off x="2643" y="2272"/>
              <a:ext cx="353" cy="121"/>
            </a:xfrm>
            <a:custGeom>
              <a:avLst/>
              <a:gdLst>
                <a:gd name="T0" fmla="*/ 3 w 73"/>
                <a:gd name="T1" fmla="*/ 25 h 25"/>
                <a:gd name="T2" fmla="*/ 0 w 73"/>
                <a:gd name="T3" fmla="*/ 22 h 25"/>
                <a:gd name="T4" fmla="*/ 1 w 73"/>
                <a:gd name="T5" fmla="*/ 19 h 25"/>
                <a:gd name="T6" fmla="*/ 1 w 73"/>
                <a:gd name="T7" fmla="*/ 19 h 25"/>
                <a:gd name="T8" fmla="*/ 29 w 73"/>
                <a:gd name="T9" fmla="*/ 15 h 25"/>
                <a:gd name="T10" fmla="*/ 65 w 73"/>
                <a:gd name="T11" fmla="*/ 2 h 25"/>
                <a:gd name="T12" fmla="*/ 69 w 73"/>
                <a:gd name="T13" fmla="*/ 9 h 25"/>
                <a:gd name="T14" fmla="*/ 35 w 73"/>
                <a:gd name="T15" fmla="*/ 23 h 25"/>
                <a:gd name="T16" fmla="*/ 3 w 73"/>
                <a:gd name="T17" fmla="*/ 2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3" h="25">
                  <a:moveTo>
                    <a:pt x="3" y="25"/>
                  </a:moveTo>
                  <a:cubicBezTo>
                    <a:pt x="2" y="24"/>
                    <a:pt x="1" y="23"/>
                    <a:pt x="0" y="22"/>
                  </a:cubicBezTo>
                  <a:cubicBezTo>
                    <a:pt x="0" y="21"/>
                    <a:pt x="0" y="20"/>
                    <a:pt x="1" y="19"/>
                  </a:cubicBezTo>
                  <a:cubicBezTo>
                    <a:pt x="1" y="19"/>
                    <a:pt x="1" y="19"/>
                    <a:pt x="1" y="19"/>
                  </a:cubicBezTo>
                  <a:cubicBezTo>
                    <a:pt x="7" y="14"/>
                    <a:pt x="21" y="18"/>
                    <a:pt x="29" y="15"/>
                  </a:cubicBezTo>
                  <a:cubicBezTo>
                    <a:pt x="42" y="12"/>
                    <a:pt x="53" y="6"/>
                    <a:pt x="65" y="2"/>
                  </a:cubicBezTo>
                  <a:cubicBezTo>
                    <a:pt x="70" y="0"/>
                    <a:pt x="73" y="7"/>
                    <a:pt x="69" y="9"/>
                  </a:cubicBezTo>
                  <a:cubicBezTo>
                    <a:pt x="58" y="15"/>
                    <a:pt x="46" y="19"/>
                    <a:pt x="35" y="23"/>
                  </a:cubicBezTo>
                  <a:cubicBezTo>
                    <a:pt x="24" y="25"/>
                    <a:pt x="14" y="25"/>
                    <a:pt x="3" y="25"/>
                  </a:cubicBezTo>
                  <a:close/>
                </a:path>
              </a:pathLst>
            </a:custGeom>
            <a:solidFill>
              <a:srgbClr val="FFFC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106" name="Freeform 70"/>
            <p:cNvSpPr/>
            <p:nvPr userDrawn="1"/>
          </p:nvSpPr>
          <p:spPr bwMode="auto">
            <a:xfrm>
              <a:off x="3087" y="2175"/>
              <a:ext cx="135" cy="78"/>
            </a:xfrm>
            <a:custGeom>
              <a:avLst/>
              <a:gdLst>
                <a:gd name="T0" fmla="*/ 4 w 28"/>
                <a:gd name="T1" fmla="*/ 16 h 16"/>
                <a:gd name="T2" fmla="*/ 1 w 28"/>
                <a:gd name="T3" fmla="*/ 10 h 16"/>
                <a:gd name="T4" fmla="*/ 11 w 28"/>
                <a:gd name="T5" fmla="*/ 6 h 16"/>
                <a:gd name="T6" fmla="*/ 28 w 28"/>
                <a:gd name="T7" fmla="*/ 6 h 16"/>
                <a:gd name="T8" fmla="*/ 14 w 28"/>
                <a:gd name="T9" fmla="*/ 14 h 16"/>
                <a:gd name="T10" fmla="*/ 4 w 28"/>
                <a:gd name="T11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" h="16">
                  <a:moveTo>
                    <a:pt x="4" y="16"/>
                  </a:moveTo>
                  <a:cubicBezTo>
                    <a:pt x="1" y="16"/>
                    <a:pt x="0" y="12"/>
                    <a:pt x="1" y="10"/>
                  </a:cubicBezTo>
                  <a:cubicBezTo>
                    <a:pt x="3" y="7"/>
                    <a:pt x="8" y="7"/>
                    <a:pt x="11" y="6"/>
                  </a:cubicBezTo>
                  <a:cubicBezTo>
                    <a:pt x="16" y="5"/>
                    <a:pt x="25" y="0"/>
                    <a:pt x="28" y="6"/>
                  </a:cubicBezTo>
                  <a:cubicBezTo>
                    <a:pt x="28" y="13"/>
                    <a:pt x="18" y="12"/>
                    <a:pt x="14" y="14"/>
                  </a:cubicBezTo>
                  <a:cubicBezTo>
                    <a:pt x="11" y="14"/>
                    <a:pt x="7" y="16"/>
                    <a:pt x="4" y="16"/>
                  </a:cubicBezTo>
                  <a:close/>
                </a:path>
              </a:pathLst>
            </a:custGeom>
            <a:solidFill>
              <a:srgbClr val="FFFC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107" name="Freeform 71"/>
            <p:cNvSpPr/>
            <p:nvPr userDrawn="1"/>
          </p:nvSpPr>
          <p:spPr bwMode="auto">
            <a:xfrm>
              <a:off x="3044" y="2199"/>
              <a:ext cx="116" cy="83"/>
            </a:xfrm>
            <a:custGeom>
              <a:avLst/>
              <a:gdLst>
                <a:gd name="T0" fmla="*/ 2 w 24"/>
                <a:gd name="T1" fmla="*/ 13 h 17"/>
                <a:gd name="T2" fmla="*/ 3 w 24"/>
                <a:gd name="T3" fmla="*/ 7 h 17"/>
                <a:gd name="T4" fmla="*/ 12 w 24"/>
                <a:gd name="T5" fmla="*/ 4 h 17"/>
                <a:gd name="T6" fmla="*/ 23 w 24"/>
                <a:gd name="T7" fmla="*/ 4 h 17"/>
                <a:gd name="T8" fmla="*/ 21 w 24"/>
                <a:gd name="T9" fmla="*/ 9 h 17"/>
                <a:gd name="T10" fmla="*/ 2 w 24"/>
                <a:gd name="T11" fmla="*/ 13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" h="17">
                  <a:moveTo>
                    <a:pt x="2" y="13"/>
                  </a:moveTo>
                  <a:cubicBezTo>
                    <a:pt x="0" y="11"/>
                    <a:pt x="0" y="7"/>
                    <a:pt x="3" y="7"/>
                  </a:cubicBezTo>
                  <a:cubicBezTo>
                    <a:pt x="6" y="6"/>
                    <a:pt x="9" y="5"/>
                    <a:pt x="12" y="4"/>
                  </a:cubicBezTo>
                  <a:cubicBezTo>
                    <a:pt x="16" y="3"/>
                    <a:pt x="21" y="0"/>
                    <a:pt x="23" y="4"/>
                  </a:cubicBezTo>
                  <a:cubicBezTo>
                    <a:pt x="24" y="6"/>
                    <a:pt x="23" y="9"/>
                    <a:pt x="21" y="9"/>
                  </a:cubicBezTo>
                  <a:cubicBezTo>
                    <a:pt x="15" y="11"/>
                    <a:pt x="8" y="17"/>
                    <a:pt x="2" y="13"/>
                  </a:cubicBezTo>
                  <a:close/>
                </a:path>
              </a:pathLst>
            </a:custGeom>
            <a:solidFill>
              <a:srgbClr val="FFFC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108" name="Freeform 72"/>
            <p:cNvSpPr/>
            <p:nvPr userDrawn="1"/>
          </p:nvSpPr>
          <p:spPr bwMode="auto">
            <a:xfrm>
              <a:off x="4303" y="1888"/>
              <a:ext cx="400" cy="127"/>
            </a:xfrm>
            <a:custGeom>
              <a:avLst/>
              <a:gdLst>
                <a:gd name="T0" fmla="*/ 10 w 83"/>
                <a:gd name="T1" fmla="*/ 24 h 26"/>
                <a:gd name="T2" fmla="*/ 41 w 83"/>
                <a:gd name="T3" fmla="*/ 7 h 26"/>
                <a:gd name="T4" fmla="*/ 76 w 83"/>
                <a:gd name="T5" fmla="*/ 1 h 26"/>
                <a:gd name="T6" fmla="*/ 78 w 83"/>
                <a:gd name="T7" fmla="*/ 9 h 26"/>
                <a:gd name="T8" fmla="*/ 69 w 83"/>
                <a:gd name="T9" fmla="*/ 12 h 26"/>
                <a:gd name="T10" fmla="*/ 39 w 83"/>
                <a:gd name="T11" fmla="*/ 16 h 26"/>
                <a:gd name="T12" fmla="*/ 16 w 83"/>
                <a:gd name="T13" fmla="*/ 23 h 26"/>
                <a:gd name="T14" fmla="*/ 10 w 83"/>
                <a:gd name="T15" fmla="*/ 24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3" h="26">
                  <a:moveTo>
                    <a:pt x="10" y="24"/>
                  </a:moveTo>
                  <a:cubicBezTo>
                    <a:pt x="0" y="15"/>
                    <a:pt x="35" y="8"/>
                    <a:pt x="41" y="7"/>
                  </a:cubicBezTo>
                  <a:cubicBezTo>
                    <a:pt x="53" y="6"/>
                    <a:pt x="64" y="4"/>
                    <a:pt x="76" y="1"/>
                  </a:cubicBezTo>
                  <a:cubicBezTo>
                    <a:pt x="80" y="0"/>
                    <a:pt x="83" y="7"/>
                    <a:pt x="78" y="9"/>
                  </a:cubicBezTo>
                  <a:cubicBezTo>
                    <a:pt x="75" y="10"/>
                    <a:pt x="72" y="11"/>
                    <a:pt x="69" y="12"/>
                  </a:cubicBezTo>
                  <a:cubicBezTo>
                    <a:pt x="59" y="14"/>
                    <a:pt x="48" y="14"/>
                    <a:pt x="39" y="16"/>
                  </a:cubicBezTo>
                  <a:cubicBezTo>
                    <a:pt x="31" y="18"/>
                    <a:pt x="24" y="20"/>
                    <a:pt x="16" y="23"/>
                  </a:cubicBezTo>
                  <a:cubicBezTo>
                    <a:pt x="15" y="24"/>
                    <a:pt x="13" y="26"/>
                    <a:pt x="10" y="24"/>
                  </a:cubicBezTo>
                  <a:close/>
                </a:path>
              </a:pathLst>
            </a:custGeom>
            <a:solidFill>
              <a:srgbClr val="FFFC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109" name="Freeform 73"/>
            <p:cNvSpPr/>
            <p:nvPr userDrawn="1"/>
          </p:nvSpPr>
          <p:spPr bwMode="auto">
            <a:xfrm>
              <a:off x="4713" y="1845"/>
              <a:ext cx="101" cy="63"/>
            </a:xfrm>
            <a:custGeom>
              <a:avLst/>
              <a:gdLst>
                <a:gd name="T0" fmla="*/ 8 w 21"/>
                <a:gd name="T1" fmla="*/ 13 h 13"/>
                <a:gd name="T2" fmla="*/ 13 w 21"/>
                <a:gd name="T3" fmla="*/ 2 h 13"/>
                <a:gd name="T4" fmla="*/ 17 w 21"/>
                <a:gd name="T5" fmla="*/ 9 h 13"/>
                <a:gd name="T6" fmla="*/ 8 w 21"/>
                <a:gd name="T7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3">
                  <a:moveTo>
                    <a:pt x="8" y="13"/>
                  </a:moveTo>
                  <a:cubicBezTo>
                    <a:pt x="0" y="9"/>
                    <a:pt x="9" y="4"/>
                    <a:pt x="13" y="2"/>
                  </a:cubicBezTo>
                  <a:cubicBezTo>
                    <a:pt x="18" y="0"/>
                    <a:pt x="21" y="7"/>
                    <a:pt x="17" y="9"/>
                  </a:cubicBezTo>
                  <a:cubicBezTo>
                    <a:pt x="14" y="11"/>
                    <a:pt x="11" y="13"/>
                    <a:pt x="8" y="13"/>
                  </a:cubicBezTo>
                  <a:close/>
                </a:path>
              </a:pathLst>
            </a:custGeom>
            <a:solidFill>
              <a:srgbClr val="FFFC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110" name="Freeform 74"/>
            <p:cNvSpPr>
              <a:spLocks noEditPoints="1"/>
            </p:cNvSpPr>
            <p:nvPr userDrawn="1"/>
          </p:nvSpPr>
          <p:spPr bwMode="auto">
            <a:xfrm>
              <a:off x="4076" y="1947"/>
              <a:ext cx="425" cy="699"/>
            </a:xfrm>
            <a:custGeom>
              <a:avLst/>
              <a:gdLst>
                <a:gd name="T0" fmla="*/ 13 w 88"/>
                <a:gd name="T1" fmla="*/ 15 h 144"/>
                <a:gd name="T2" fmla="*/ 13 w 88"/>
                <a:gd name="T3" fmla="*/ 14 h 144"/>
                <a:gd name="T4" fmla="*/ 13 w 88"/>
                <a:gd name="T5" fmla="*/ 14 h 144"/>
                <a:gd name="T6" fmla="*/ 13 w 88"/>
                <a:gd name="T7" fmla="*/ 15 h 144"/>
                <a:gd name="T8" fmla="*/ 87 w 88"/>
                <a:gd name="T9" fmla="*/ 131 h 144"/>
                <a:gd name="T10" fmla="*/ 80 w 88"/>
                <a:gd name="T11" fmla="*/ 133 h 144"/>
                <a:gd name="T12" fmla="*/ 80 w 88"/>
                <a:gd name="T13" fmla="*/ 133 h 144"/>
                <a:gd name="T14" fmla="*/ 76 w 88"/>
                <a:gd name="T15" fmla="*/ 127 h 144"/>
                <a:gd name="T16" fmla="*/ 64 w 88"/>
                <a:gd name="T17" fmla="*/ 112 h 144"/>
                <a:gd name="T18" fmla="*/ 60 w 88"/>
                <a:gd name="T19" fmla="*/ 129 h 144"/>
                <a:gd name="T20" fmla="*/ 52 w 88"/>
                <a:gd name="T21" fmla="*/ 140 h 144"/>
                <a:gd name="T22" fmla="*/ 49 w 88"/>
                <a:gd name="T23" fmla="*/ 127 h 144"/>
                <a:gd name="T24" fmla="*/ 46 w 88"/>
                <a:gd name="T25" fmla="*/ 110 h 144"/>
                <a:gd name="T26" fmla="*/ 36 w 88"/>
                <a:gd name="T27" fmla="*/ 69 h 144"/>
                <a:gd name="T28" fmla="*/ 31 w 88"/>
                <a:gd name="T29" fmla="*/ 60 h 144"/>
                <a:gd name="T30" fmla="*/ 25 w 88"/>
                <a:gd name="T31" fmla="*/ 43 h 144"/>
                <a:gd name="T32" fmla="*/ 23 w 88"/>
                <a:gd name="T33" fmla="*/ 36 h 144"/>
                <a:gd name="T34" fmla="*/ 20 w 88"/>
                <a:gd name="T35" fmla="*/ 32 h 144"/>
                <a:gd name="T36" fmla="*/ 6 w 88"/>
                <a:gd name="T37" fmla="*/ 19 h 144"/>
                <a:gd name="T38" fmla="*/ 1 w 88"/>
                <a:gd name="T39" fmla="*/ 13 h 144"/>
                <a:gd name="T40" fmla="*/ 11 w 88"/>
                <a:gd name="T41" fmla="*/ 7 h 144"/>
                <a:gd name="T42" fmla="*/ 31 w 88"/>
                <a:gd name="T43" fmla="*/ 0 h 144"/>
                <a:gd name="T44" fmla="*/ 40 w 88"/>
                <a:gd name="T45" fmla="*/ 4 h 144"/>
                <a:gd name="T46" fmla="*/ 47 w 88"/>
                <a:gd name="T47" fmla="*/ 9 h 144"/>
                <a:gd name="T48" fmla="*/ 52 w 88"/>
                <a:gd name="T49" fmla="*/ 13 h 144"/>
                <a:gd name="T50" fmla="*/ 54 w 88"/>
                <a:gd name="T51" fmla="*/ 18 h 144"/>
                <a:gd name="T52" fmla="*/ 56 w 88"/>
                <a:gd name="T53" fmla="*/ 20 h 144"/>
                <a:gd name="T54" fmla="*/ 71 w 88"/>
                <a:gd name="T55" fmla="*/ 54 h 144"/>
                <a:gd name="T56" fmla="*/ 74 w 88"/>
                <a:gd name="T57" fmla="*/ 71 h 144"/>
                <a:gd name="T58" fmla="*/ 75 w 88"/>
                <a:gd name="T59" fmla="*/ 80 h 144"/>
                <a:gd name="T60" fmla="*/ 82 w 88"/>
                <a:gd name="T61" fmla="*/ 113 h 144"/>
                <a:gd name="T62" fmla="*/ 87 w 88"/>
                <a:gd name="T63" fmla="*/ 131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8" h="144">
                  <a:moveTo>
                    <a:pt x="13" y="15"/>
                  </a:moveTo>
                  <a:cubicBezTo>
                    <a:pt x="13" y="15"/>
                    <a:pt x="13" y="14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3" y="15"/>
                    <a:pt x="13" y="15"/>
                    <a:pt x="13" y="15"/>
                  </a:cubicBezTo>
                  <a:close/>
                  <a:moveTo>
                    <a:pt x="87" y="131"/>
                  </a:moveTo>
                  <a:cubicBezTo>
                    <a:pt x="88" y="136"/>
                    <a:pt x="81" y="138"/>
                    <a:pt x="80" y="133"/>
                  </a:cubicBezTo>
                  <a:cubicBezTo>
                    <a:pt x="80" y="133"/>
                    <a:pt x="80" y="133"/>
                    <a:pt x="80" y="133"/>
                  </a:cubicBezTo>
                  <a:cubicBezTo>
                    <a:pt x="78" y="131"/>
                    <a:pt x="77" y="129"/>
                    <a:pt x="76" y="127"/>
                  </a:cubicBezTo>
                  <a:cubicBezTo>
                    <a:pt x="73" y="122"/>
                    <a:pt x="68" y="118"/>
                    <a:pt x="64" y="112"/>
                  </a:cubicBezTo>
                  <a:cubicBezTo>
                    <a:pt x="63" y="118"/>
                    <a:pt x="62" y="124"/>
                    <a:pt x="60" y="129"/>
                  </a:cubicBezTo>
                  <a:cubicBezTo>
                    <a:pt x="59" y="133"/>
                    <a:pt x="59" y="144"/>
                    <a:pt x="52" y="140"/>
                  </a:cubicBezTo>
                  <a:cubicBezTo>
                    <a:pt x="50" y="137"/>
                    <a:pt x="50" y="132"/>
                    <a:pt x="49" y="127"/>
                  </a:cubicBezTo>
                  <a:cubicBezTo>
                    <a:pt x="49" y="121"/>
                    <a:pt x="47" y="116"/>
                    <a:pt x="46" y="110"/>
                  </a:cubicBezTo>
                  <a:cubicBezTo>
                    <a:pt x="43" y="96"/>
                    <a:pt x="40" y="82"/>
                    <a:pt x="36" y="69"/>
                  </a:cubicBezTo>
                  <a:cubicBezTo>
                    <a:pt x="33" y="67"/>
                    <a:pt x="33" y="63"/>
                    <a:pt x="31" y="60"/>
                  </a:cubicBezTo>
                  <a:cubicBezTo>
                    <a:pt x="29" y="54"/>
                    <a:pt x="27" y="49"/>
                    <a:pt x="25" y="43"/>
                  </a:cubicBezTo>
                  <a:cubicBezTo>
                    <a:pt x="25" y="42"/>
                    <a:pt x="24" y="39"/>
                    <a:pt x="23" y="36"/>
                  </a:cubicBezTo>
                  <a:cubicBezTo>
                    <a:pt x="22" y="35"/>
                    <a:pt x="21" y="33"/>
                    <a:pt x="20" y="32"/>
                  </a:cubicBezTo>
                  <a:cubicBezTo>
                    <a:pt x="15" y="27"/>
                    <a:pt x="11" y="23"/>
                    <a:pt x="6" y="19"/>
                  </a:cubicBezTo>
                  <a:cubicBezTo>
                    <a:pt x="3" y="17"/>
                    <a:pt x="0" y="16"/>
                    <a:pt x="1" y="13"/>
                  </a:cubicBezTo>
                  <a:cubicBezTo>
                    <a:pt x="2" y="9"/>
                    <a:pt x="7" y="8"/>
                    <a:pt x="11" y="7"/>
                  </a:cubicBezTo>
                  <a:cubicBezTo>
                    <a:pt x="17" y="3"/>
                    <a:pt x="24" y="1"/>
                    <a:pt x="31" y="0"/>
                  </a:cubicBezTo>
                  <a:cubicBezTo>
                    <a:pt x="33" y="0"/>
                    <a:pt x="36" y="1"/>
                    <a:pt x="40" y="4"/>
                  </a:cubicBezTo>
                  <a:cubicBezTo>
                    <a:pt x="43" y="4"/>
                    <a:pt x="45" y="7"/>
                    <a:pt x="47" y="9"/>
                  </a:cubicBezTo>
                  <a:cubicBezTo>
                    <a:pt x="50" y="10"/>
                    <a:pt x="50" y="12"/>
                    <a:pt x="52" y="13"/>
                  </a:cubicBezTo>
                  <a:cubicBezTo>
                    <a:pt x="53" y="14"/>
                    <a:pt x="55" y="16"/>
                    <a:pt x="54" y="18"/>
                  </a:cubicBezTo>
                  <a:cubicBezTo>
                    <a:pt x="55" y="19"/>
                    <a:pt x="55" y="19"/>
                    <a:pt x="56" y="20"/>
                  </a:cubicBezTo>
                  <a:cubicBezTo>
                    <a:pt x="64" y="30"/>
                    <a:pt x="68" y="42"/>
                    <a:pt x="71" y="54"/>
                  </a:cubicBezTo>
                  <a:cubicBezTo>
                    <a:pt x="72" y="59"/>
                    <a:pt x="73" y="65"/>
                    <a:pt x="74" y="71"/>
                  </a:cubicBezTo>
                  <a:cubicBezTo>
                    <a:pt x="75" y="74"/>
                    <a:pt x="76" y="77"/>
                    <a:pt x="75" y="80"/>
                  </a:cubicBezTo>
                  <a:cubicBezTo>
                    <a:pt x="78" y="91"/>
                    <a:pt x="79" y="102"/>
                    <a:pt x="82" y="113"/>
                  </a:cubicBezTo>
                  <a:cubicBezTo>
                    <a:pt x="84" y="119"/>
                    <a:pt x="85" y="125"/>
                    <a:pt x="87" y="131"/>
                  </a:cubicBezTo>
                  <a:close/>
                </a:path>
              </a:pathLst>
            </a:custGeom>
            <a:solidFill>
              <a:srgbClr val="DB79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111" name="Freeform 75"/>
            <p:cNvSpPr/>
            <p:nvPr userDrawn="1"/>
          </p:nvSpPr>
          <p:spPr bwMode="auto">
            <a:xfrm>
              <a:off x="4178" y="1947"/>
              <a:ext cx="212" cy="199"/>
            </a:xfrm>
            <a:custGeom>
              <a:avLst/>
              <a:gdLst>
                <a:gd name="T0" fmla="*/ 44 w 44"/>
                <a:gd name="T1" fmla="*/ 35 h 41"/>
                <a:gd name="T2" fmla="*/ 42 w 44"/>
                <a:gd name="T3" fmla="*/ 40 h 41"/>
                <a:gd name="T4" fmla="*/ 37 w 44"/>
                <a:gd name="T5" fmla="*/ 38 h 41"/>
                <a:gd name="T6" fmla="*/ 20 w 44"/>
                <a:gd name="T7" fmla="*/ 15 h 41"/>
                <a:gd name="T8" fmla="*/ 6 w 44"/>
                <a:gd name="T9" fmla="*/ 8 h 41"/>
                <a:gd name="T10" fmla="*/ 5 w 44"/>
                <a:gd name="T11" fmla="*/ 0 h 41"/>
                <a:gd name="T12" fmla="*/ 34 w 44"/>
                <a:gd name="T13" fmla="*/ 18 h 41"/>
                <a:gd name="T14" fmla="*/ 44 w 44"/>
                <a:gd name="T15" fmla="*/ 35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4" h="41">
                  <a:moveTo>
                    <a:pt x="44" y="35"/>
                  </a:moveTo>
                  <a:cubicBezTo>
                    <a:pt x="44" y="37"/>
                    <a:pt x="43" y="39"/>
                    <a:pt x="42" y="40"/>
                  </a:cubicBezTo>
                  <a:cubicBezTo>
                    <a:pt x="40" y="41"/>
                    <a:pt x="37" y="40"/>
                    <a:pt x="37" y="38"/>
                  </a:cubicBezTo>
                  <a:cubicBezTo>
                    <a:pt x="32" y="30"/>
                    <a:pt x="28" y="21"/>
                    <a:pt x="20" y="15"/>
                  </a:cubicBezTo>
                  <a:cubicBezTo>
                    <a:pt x="16" y="12"/>
                    <a:pt x="11" y="8"/>
                    <a:pt x="6" y="8"/>
                  </a:cubicBezTo>
                  <a:cubicBezTo>
                    <a:pt x="1" y="8"/>
                    <a:pt x="0" y="1"/>
                    <a:pt x="5" y="0"/>
                  </a:cubicBezTo>
                  <a:cubicBezTo>
                    <a:pt x="15" y="0"/>
                    <a:pt x="28" y="9"/>
                    <a:pt x="34" y="18"/>
                  </a:cubicBezTo>
                  <a:cubicBezTo>
                    <a:pt x="38" y="23"/>
                    <a:pt x="41" y="29"/>
                    <a:pt x="44" y="35"/>
                  </a:cubicBezTo>
                  <a:close/>
                </a:path>
              </a:pathLst>
            </a:custGeom>
            <a:solidFill>
              <a:srgbClr val="E49B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112" name="Freeform 76"/>
            <p:cNvSpPr/>
            <p:nvPr userDrawn="1"/>
          </p:nvSpPr>
          <p:spPr bwMode="auto">
            <a:xfrm>
              <a:off x="4366" y="2170"/>
              <a:ext cx="58" cy="126"/>
            </a:xfrm>
            <a:custGeom>
              <a:avLst/>
              <a:gdLst>
                <a:gd name="T0" fmla="*/ 12 w 12"/>
                <a:gd name="T1" fmla="*/ 20 h 26"/>
                <a:gd name="T2" fmla="*/ 9 w 12"/>
                <a:gd name="T3" fmla="*/ 25 h 26"/>
                <a:gd name="T4" fmla="*/ 4 w 12"/>
                <a:gd name="T5" fmla="*/ 22 h 26"/>
                <a:gd name="T6" fmla="*/ 0 w 12"/>
                <a:gd name="T7" fmla="*/ 5 h 26"/>
                <a:gd name="T8" fmla="*/ 3 w 12"/>
                <a:gd name="T9" fmla="*/ 1 h 26"/>
                <a:gd name="T10" fmla="*/ 8 w 12"/>
                <a:gd name="T11" fmla="*/ 4 h 26"/>
                <a:gd name="T12" fmla="*/ 12 w 12"/>
                <a:gd name="T13" fmla="*/ 2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26">
                  <a:moveTo>
                    <a:pt x="12" y="20"/>
                  </a:moveTo>
                  <a:cubicBezTo>
                    <a:pt x="12" y="22"/>
                    <a:pt x="11" y="25"/>
                    <a:pt x="9" y="25"/>
                  </a:cubicBezTo>
                  <a:cubicBezTo>
                    <a:pt x="7" y="26"/>
                    <a:pt x="5" y="24"/>
                    <a:pt x="4" y="22"/>
                  </a:cubicBezTo>
                  <a:cubicBezTo>
                    <a:pt x="3" y="16"/>
                    <a:pt x="1" y="11"/>
                    <a:pt x="0" y="5"/>
                  </a:cubicBezTo>
                  <a:cubicBezTo>
                    <a:pt x="0" y="3"/>
                    <a:pt x="1" y="1"/>
                    <a:pt x="3" y="1"/>
                  </a:cubicBezTo>
                  <a:cubicBezTo>
                    <a:pt x="5" y="0"/>
                    <a:pt x="7" y="2"/>
                    <a:pt x="8" y="4"/>
                  </a:cubicBezTo>
                  <a:cubicBezTo>
                    <a:pt x="9" y="9"/>
                    <a:pt x="11" y="15"/>
                    <a:pt x="12" y="20"/>
                  </a:cubicBezTo>
                  <a:close/>
                </a:path>
              </a:pathLst>
            </a:custGeom>
            <a:solidFill>
              <a:srgbClr val="E49B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113" name="Freeform 77"/>
            <p:cNvSpPr/>
            <p:nvPr userDrawn="1"/>
          </p:nvSpPr>
          <p:spPr bwMode="auto">
            <a:xfrm>
              <a:off x="2407" y="2461"/>
              <a:ext cx="270" cy="632"/>
            </a:xfrm>
            <a:custGeom>
              <a:avLst/>
              <a:gdLst>
                <a:gd name="T0" fmla="*/ 43 w 56"/>
                <a:gd name="T1" fmla="*/ 130 h 130"/>
                <a:gd name="T2" fmla="*/ 37 w 56"/>
                <a:gd name="T3" fmla="*/ 112 h 130"/>
                <a:gd name="T4" fmla="*/ 12 w 56"/>
                <a:gd name="T5" fmla="*/ 41 h 130"/>
                <a:gd name="T6" fmla="*/ 4 w 56"/>
                <a:gd name="T7" fmla="*/ 20 h 130"/>
                <a:gd name="T8" fmla="*/ 2 w 56"/>
                <a:gd name="T9" fmla="*/ 4 h 130"/>
                <a:gd name="T10" fmla="*/ 2 w 56"/>
                <a:gd name="T11" fmla="*/ 3 h 130"/>
                <a:gd name="T12" fmla="*/ 5 w 56"/>
                <a:gd name="T13" fmla="*/ 1 h 130"/>
                <a:gd name="T14" fmla="*/ 6 w 56"/>
                <a:gd name="T15" fmla="*/ 0 h 130"/>
                <a:gd name="T16" fmla="*/ 10 w 56"/>
                <a:gd name="T17" fmla="*/ 1 h 130"/>
                <a:gd name="T18" fmla="*/ 18 w 56"/>
                <a:gd name="T19" fmla="*/ 21 h 130"/>
                <a:gd name="T20" fmla="*/ 25 w 56"/>
                <a:gd name="T21" fmla="*/ 39 h 130"/>
                <a:gd name="T22" fmla="*/ 31 w 56"/>
                <a:gd name="T23" fmla="*/ 57 h 130"/>
                <a:gd name="T24" fmla="*/ 46 w 56"/>
                <a:gd name="T25" fmla="*/ 100 h 130"/>
                <a:gd name="T26" fmla="*/ 56 w 56"/>
                <a:gd name="T27" fmla="*/ 127 h 130"/>
                <a:gd name="T28" fmla="*/ 56 w 56"/>
                <a:gd name="T29" fmla="*/ 130 h 130"/>
                <a:gd name="T30" fmla="*/ 43 w 56"/>
                <a:gd name="T31" fmla="*/ 130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6" h="130">
                  <a:moveTo>
                    <a:pt x="43" y="130"/>
                  </a:moveTo>
                  <a:cubicBezTo>
                    <a:pt x="40" y="125"/>
                    <a:pt x="39" y="116"/>
                    <a:pt x="37" y="112"/>
                  </a:cubicBezTo>
                  <a:cubicBezTo>
                    <a:pt x="26" y="89"/>
                    <a:pt x="19" y="65"/>
                    <a:pt x="12" y="41"/>
                  </a:cubicBezTo>
                  <a:cubicBezTo>
                    <a:pt x="8" y="38"/>
                    <a:pt x="5" y="25"/>
                    <a:pt x="4" y="20"/>
                  </a:cubicBezTo>
                  <a:cubicBezTo>
                    <a:pt x="3" y="15"/>
                    <a:pt x="0" y="9"/>
                    <a:pt x="2" y="4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3" y="2"/>
                    <a:pt x="4" y="2"/>
                    <a:pt x="5" y="1"/>
                  </a:cubicBezTo>
                  <a:cubicBezTo>
                    <a:pt x="6" y="1"/>
                    <a:pt x="6" y="1"/>
                    <a:pt x="6" y="0"/>
                  </a:cubicBezTo>
                  <a:cubicBezTo>
                    <a:pt x="7" y="0"/>
                    <a:pt x="9" y="0"/>
                    <a:pt x="10" y="1"/>
                  </a:cubicBezTo>
                  <a:cubicBezTo>
                    <a:pt x="14" y="7"/>
                    <a:pt x="15" y="15"/>
                    <a:pt x="18" y="21"/>
                  </a:cubicBezTo>
                  <a:cubicBezTo>
                    <a:pt x="22" y="26"/>
                    <a:pt x="22" y="33"/>
                    <a:pt x="25" y="39"/>
                  </a:cubicBezTo>
                  <a:cubicBezTo>
                    <a:pt x="27" y="45"/>
                    <a:pt x="30" y="51"/>
                    <a:pt x="31" y="57"/>
                  </a:cubicBezTo>
                  <a:cubicBezTo>
                    <a:pt x="37" y="71"/>
                    <a:pt x="40" y="86"/>
                    <a:pt x="46" y="100"/>
                  </a:cubicBezTo>
                  <a:cubicBezTo>
                    <a:pt x="49" y="109"/>
                    <a:pt x="53" y="118"/>
                    <a:pt x="56" y="127"/>
                  </a:cubicBezTo>
                  <a:cubicBezTo>
                    <a:pt x="56" y="128"/>
                    <a:pt x="56" y="129"/>
                    <a:pt x="56" y="130"/>
                  </a:cubicBezTo>
                  <a:lnTo>
                    <a:pt x="43" y="130"/>
                  </a:lnTo>
                  <a:close/>
                </a:path>
              </a:pathLst>
            </a:custGeom>
            <a:solidFill>
              <a:srgbClr val="C961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114" name="Freeform 78"/>
            <p:cNvSpPr/>
            <p:nvPr userDrawn="1"/>
          </p:nvSpPr>
          <p:spPr bwMode="auto">
            <a:xfrm>
              <a:off x="5012" y="1879"/>
              <a:ext cx="275" cy="684"/>
            </a:xfrm>
            <a:custGeom>
              <a:avLst/>
              <a:gdLst>
                <a:gd name="T0" fmla="*/ 46 w 57"/>
                <a:gd name="T1" fmla="*/ 141 h 141"/>
                <a:gd name="T2" fmla="*/ 43 w 57"/>
                <a:gd name="T3" fmla="*/ 135 h 141"/>
                <a:gd name="T4" fmla="*/ 41 w 57"/>
                <a:gd name="T5" fmla="*/ 124 h 141"/>
                <a:gd name="T6" fmla="*/ 13 w 57"/>
                <a:gd name="T7" fmla="*/ 44 h 141"/>
                <a:gd name="T8" fmla="*/ 11 w 57"/>
                <a:gd name="T9" fmla="*/ 41 h 141"/>
                <a:gd name="T10" fmla="*/ 10 w 57"/>
                <a:gd name="T11" fmla="*/ 38 h 141"/>
                <a:gd name="T12" fmla="*/ 10 w 57"/>
                <a:gd name="T13" fmla="*/ 35 h 141"/>
                <a:gd name="T14" fmla="*/ 9 w 57"/>
                <a:gd name="T15" fmla="*/ 32 h 141"/>
                <a:gd name="T16" fmla="*/ 9 w 57"/>
                <a:gd name="T17" fmla="*/ 30 h 141"/>
                <a:gd name="T18" fmla="*/ 8 w 57"/>
                <a:gd name="T19" fmla="*/ 29 h 141"/>
                <a:gd name="T20" fmla="*/ 7 w 57"/>
                <a:gd name="T21" fmla="*/ 28 h 141"/>
                <a:gd name="T22" fmla="*/ 1 w 57"/>
                <a:gd name="T23" fmla="*/ 8 h 141"/>
                <a:gd name="T24" fmla="*/ 12 w 57"/>
                <a:gd name="T25" fmla="*/ 7 h 141"/>
                <a:gd name="T26" fmla="*/ 30 w 57"/>
                <a:gd name="T27" fmla="*/ 57 h 141"/>
                <a:gd name="T28" fmla="*/ 36 w 57"/>
                <a:gd name="T29" fmla="*/ 76 h 141"/>
                <a:gd name="T30" fmla="*/ 37 w 57"/>
                <a:gd name="T31" fmla="*/ 85 h 141"/>
                <a:gd name="T32" fmla="*/ 51 w 57"/>
                <a:gd name="T33" fmla="*/ 128 h 141"/>
                <a:gd name="T34" fmla="*/ 48 w 57"/>
                <a:gd name="T35" fmla="*/ 141 h 141"/>
                <a:gd name="T36" fmla="*/ 46 w 57"/>
                <a:gd name="T37" fmla="*/ 141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" h="141">
                  <a:moveTo>
                    <a:pt x="46" y="141"/>
                  </a:moveTo>
                  <a:cubicBezTo>
                    <a:pt x="44" y="140"/>
                    <a:pt x="43" y="137"/>
                    <a:pt x="43" y="135"/>
                  </a:cubicBezTo>
                  <a:cubicBezTo>
                    <a:pt x="43" y="131"/>
                    <a:pt x="42" y="128"/>
                    <a:pt x="41" y="124"/>
                  </a:cubicBezTo>
                  <a:cubicBezTo>
                    <a:pt x="32" y="97"/>
                    <a:pt x="23" y="70"/>
                    <a:pt x="13" y="44"/>
                  </a:cubicBezTo>
                  <a:cubicBezTo>
                    <a:pt x="12" y="43"/>
                    <a:pt x="12" y="42"/>
                    <a:pt x="11" y="41"/>
                  </a:cubicBezTo>
                  <a:cubicBezTo>
                    <a:pt x="11" y="40"/>
                    <a:pt x="10" y="39"/>
                    <a:pt x="10" y="38"/>
                  </a:cubicBezTo>
                  <a:cubicBezTo>
                    <a:pt x="10" y="37"/>
                    <a:pt x="10" y="36"/>
                    <a:pt x="10" y="35"/>
                  </a:cubicBezTo>
                  <a:cubicBezTo>
                    <a:pt x="10" y="34"/>
                    <a:pt x="9" y="33"/>
                    <a:pt x="9" y="32"/>
                  </a:cubicBezTo>
                  <a:cubicBezTo>
                    <a:pt x="9" y="31"/>
                    <a:pt x="9" y="31"/>
                    <a:pt x="9" y="30"/>
                  </a:cubicBezTo>
                  <a:cubicBezTo>
                    <a:pt x="9" y="30"/>
                    <a:pt x="9" y="30"/>
                    <a:pt x="8" y="29"/>
                  </a:cubicBezTo>
                  <a:cubicBezTo>
                    <a:pt x="8" y="29"/>
                    <a:pt x="8" y="28"/>
                    <a:pt x="7" y="28"/>
                  </a:cubicBezTo>
                  <a:cubicBezTo>
                    <a:pt x="5" y="21"/>
                    <a:pt x="3" y="15"/>
                    <a:pt x="1" y="8"/>
                  </a:cubicBezTo>
                  <a:cubicBezTo>
                    <a:pt x="0" y="0"/>
                    <a:pt x="9" y="1"/>
                    <a:pt x="12" y="7"/>
                  </a:cubicBezTo>
                  <a:cubicBezTo>
                    <a:pt x="21" y="22"/>
                    <a:pt x="25" y="40"/>
                    <a:pt x="30" y="57"/>
                  </a:cubicBezTo>
                  <a:cubicBezTo>
                    <a:pt x="32" y="63"/>
                    <a:pt x="34" y="69"/>
                    <a:pt x="36" y="76"/>
                  </a:cubicBezTo>
                  <a:cubicBezTo>
                    <a:pt x="36" y="79"/>
                    <a:pt x="38" y="82"/>
                    <a:pt x="37" y="85"/>
                  </a:cubicBezTo>
                  <a:cubicBezTo>
                    <a:pt x="42" y="99"/>
                    <a:pt x="48" y="113"/>
                    <a:pt x="51" y="128"/>
                  </a:cubicBezTo>
                  <a:cubicBezTo>
                    <a:pt x="57" y="130"/>
                    <a:pt x="54" y="141"/>
                    <a:pt x="48" y="141"/>
                  </a:cubicBezTo>
                  <a:cubicBezTo>
                    <a:pt x="47" y="141"/>
                    <a:pt x="47" y="141"/>
                    <a:pt x="46" y="141"/>
                  </a:cubicBezTo>
                  <a:close/>
                </a:path>
              </a:pathLst>
            </a:custGeom>
            <a:solidFill>
              <a:srgbClr val="C961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115" name="Freeform 79"/>
            <p:cNvSpPr/>
            <p:nvPr userDrawn="1"/>
          </p:nvSpPr>
          <p:spPr bwMode="auto">
            <a:xfrm>
              <a:off x="5311" y="2850"/>
              <a:ext cx="150" cy="243"/>
            </a:xfrm>
            <a:custGeom>
              <a:avLst/>
              <a:gdLst>
                <a:gd name="T0" fmla="*/ 16 w 31"/>
                <a:gd name="T1" fmla="*/ 50 h 50"/>
                <a:gd name="T2" fmla="*/ 14 w 31"/>
                <a:gd name="T3" fmla="*/ 46 h 50"/>
                <a:gd name="T4" fmla="*/ 9 w 31"/>
                <a:gd name="T5" fmla="*/ 27 h 50"/>
                <a:gd name="T6" fmla="*/ 1 w 31"/>
                <a:gd name="T7" fmla="*/ 9 h 50"/>
                <a:gd name="T8" fmla="*/ 10 w 31"/>
                <a:gd name="T9" fmla="*/ 1 h 50"/>
                <a:gd name="T10" fmla="*/ 17 w 31"/>
                <a:gd name="T11" fmla="*/ 5 h 50"/>
                <a:gd name="T12" fmla="*/ 17 w 31"/>
                <a:gd name="T13" fmla="*/ 10 h 50"/>
                <a:gd name="T14" fmla="*/ 25 w 31"/>
                <a:gd name="T15" fmla="*/ 36 h 50"/>
                <a:gd name="T16" fmla="*/ 31 w 31"/>
                <a:gd name="T17" fmla="*/ 50 h 50"/>
                <a:gd name="T18" fmla="*/ 16 w 31"/>
                <a:gd name="T19" fmla="*/ 5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1" h="50">
                  <a:moveTo>
                    <a:pt x="16" y="50"/>
                  </a:moveTo>
                  <a:cubicBezTo>
                    <a:pt x="15" y="49"/>
                    <a:pt x="15" y="48"/>
                    <a:pt x="14" y="46"/>
                  </a:cubicBezTo>
                  <a:cubicBezTo>
                    <a:pt x="13" y="40"/>
                    <a:pt x="11" y="33"/>
                    <a:pt x="9" y="27"/>
                  </a:cubicBezTo>
                  <a:cubicBezTo>
                    <a:pt x="7" y="21"/>
                    <a:pt x="4" y="15"/>
                    <a:pt x="1" y="9"/>
                  </a:cubicBezTo>
                  <a:cubicBezTo>
                    <a:pt x="0" y="4"/>
                    <a:pt x="6" y="0"/>
                    <a:pt x="10" y="1"/>
                  </a:cubicBezTo>
                  <a:cubicBezTo>
                    <a:pt x="13" y="0"/>
                    <a:pt x="17" y="2"/>
                    <a:pt x="17" y="5"/>
                  </a:cubicBezTo>
                  <a:cubicBezTo>
                    <a:pt x="17" y="6"/>
                    <a:pt x="17" y="8"/>
                    <a:pt x="17" y="10"/>
                  </a:cubicBezTo>
                  <a:cubicBezTo>
                    <a:pt x="19" y="19"/>
                    <a:pt x="22" y="27"/>
                    <a:pt x="25" y="36"/>
                  </a:cubicBezTo>
                  <a:cubicBezTo>
                    <a:pt x="28" y="38"/>
                    <a:pt x="30" y="46"/>
                    <a:pt x="31" y="50"/>
                  </a:cubicBezTo>
                  <a:lnTo>
                    <a:pt x="16" y="50"/>
                  </a:lnTo>
                  <a:close/>
                </a:path>
              </a:pathLst>
            </a:custGeom>
            <a:solidFill>
              <a:srgbClr val="C961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116" name="Freeform 80"/>
            <p:cNvSpPr>
              <a:spLocks noEditPoints="1"/>
            </p:cNvSpPr>
            <p:nvPr userDrawn="1"/>
          </p:nvSpPr>
          <p:spPr bwMode="auto">
            <a:xfrm>
              <a:off x="2417" y="2209"/>
              <a:ext cx="3020" cy="884"/>
            </a:xfrm>
            <a:custGeom>
              <a:avLst/>
              <a:gdLst>
                <a:gd name="T0" fmla="*/ 11 w 626"/>
                <a:gd name="T1" fmla="*/ 59 h 182"/>
                <a:gd name="T2" fmla="*/ 20 w 626"/>
                <a:gd name="T3" fmla="*/ 81 h 182"/>
                <a:gd name="T4" fmla="*/ 20 w 626"/>
                <a:gd name="T5" fmla="*/ 81 h 182"/>
                <a:gd name="T6" fmla="*/ 22 w 626"/>
                <a:gd name="T7" fmla="*/ 90 h 182"/>
                <a:gd name="T8" fmla="*/ 23 w 626"/>
                <a:gd name="T9" fmla="*/ 91 h 182"/>
                <a:gd name="T10" fmla="*/ 23 w 626"/>
                <a:gd name="T11" fmla="*/ 92 h 182"/>
                <a:gd name="T12" fmla="*/ 23 w 626"/>
                <a:gd name="T13" fmla="*/ 93 h 182"/>
                <a:gd name="T14" fmla="*/ 23 w 626"/>
                <a:gd name="T15" fmla="*/ 93 h 182"/>
                <a:gd name="T16" fmla="*/ 23 w 626"/>
                <a:gd name="T17" fmla="*/ 93 h 182"/>
                <a:gd name="T18" fmla="*/ 24 w 626"/>
                <a:gd name="T19" fmla="*/ 93 h 182"/>
                <a:gd name="T20" fmla="*/ 24 w 626"/>
                <a:gd name="T21" fmla="*/ 93 h 182"/>
                <a:gd name="T22" fmla="*/ 24 w 626"/>
                <a:gd name="T23" fmla="*/ 93 h 182"/>
                <a:gd name="T24" fmla="*/ 24 w 626"/>
                <a:gd name="T25" fmla="*/ 94 h 182"/>
                <a:gd name="T26" fmla="*/ 24 w 626"/>
                <a:gd name="T27" fmla="*/ 94 h 182"/>
                <a:gd name="T28" fmla="*/ 24 w 626"/>
                <a:gd name="T29" fmla="*/ 95 h 182"/>
                <a:gd name="T30" fmla="*/ 24 w 626"/>
                <a:gd name="T31" fmla="*/ 95 h 182"/>
                <a:gd name="T32" fmla="*/ 24 w 626"/>
                <a:gd name="T33" fmla="*/ 95 h 182"/>
                <a:gd name="T34" fmla="*/ 24 w 626"/>
                <a:gd name="T35" fmla="*/ 95 h 182"/>
                <a:gd name="T36" fmla="*/ 24 w 626"/>
                <a:gd name="T37" fmla="*/ 95 h 182"/>
                <a:gd name="T38" fmla="*/ 32 w 626"/>
                <a:gd name="T39" fmla="*/ 120 h 182"/>
                <a:gd name="T40" fmla="*/ 40 w 626"/>
                <a:gd name="T41" fmla="*/ 139 h 182"/>
                <a:gd name="T42" fmla="*/ 43 w 626"/>
                <a:gd name="T43" fmla="*/ 148 h 182"/>
                <a:gd name="T44" fmla="*/ 46 w 626"/>
                <a:gd name="T45" fmla="*/ 157 h 182"/>
                <a:gd name="T46" fmla="*/ 48 w 626"/>
                <a:gd name="T47" fmla="*/ 161 h 182"/>
                <a:gd name="T48" fmla="*/ 581 w 626"/>
                <a:gd name="T49" fmla="*/ 64 h 182"/>
                <a:gd name="T50" fmla="*/ 581 w 626"/>
                <a:gd name="T51" fmla="*/ 64 h 182"/>
                <a:gd name="T52" fmla="*/ 582 w 626"/>
                <a:gd name="T53" fmla="*/ 67 h 182"/>
                <a:gd name="T54" fmla="*/ 582 w 626"/>
                <a:gd name="T55" fmla="*/ 67 h 182"/>
                <a:gd name="T56" fmla="*/ 582 w 626"/>
                <a:gd name="T57" fmla="*/ 67 h 182"/>
                <a:gd name="T58" fmla="*/ 582 w 626"/>
                <a:gd name="T59" fmla="*/ 67 h 182"/>
                <a:gd name="T60" fmla="*/ 582 w 626"/>
                <a:gd name="T61" fmla="*/ 67 h 182"/>
                <a:gd name="T62" fmla="*/ 582 w 626"/>
                <a:gd name="T63" fmla="*/ 67 h 182"/>
                <a:gd name="T64" fmla="*/ 582 w 626"/>
                <a:gd name="T65" fmla="*/ 67 h 182"/>
                <a:gd name="T66" fmla="*/ 582 w 626"/>
                <a:gd name="T67" fmla="*/ 67 h 182"/>
                <a:gd name="T68" fmla="*/ 582 w 626"/>
                <a:gd name="T69" fmla="*/ 68 h 182"/>
                <a:gd name="T70" fmla="*/ 582 w 626"/>
                <a:gd name="T71" fmla="*/ 68 h 182"/>
                <a:gd name="T72" fmla="*/ 582 w 626"/>
                <a:gd name="T73" fmla="*/ 68 h 182"/>
                <a:gd name="T74" fmla="*/ 582 w 626"/>
                <a:gd name="T75" fmla="*/ 68 h 182"/>
                <a:gd name="T76" fmla="*/ 585 w 626"/>
                <a:gd name="T77" fmla="*/ 77 h 182"/>
                <a:gd name="T78" fmla="*/ 560 w 626"/>
                <a:gd name="T79" fmla="*/ 0 h 182"/>
                <a:gd name="T80" fmla="*/ 564 w 626"/>
                <a:gd name="T81" fmla="*/ 14 h 182"/>
                <a:gd name="T82" fmla="*/ 568 w 626"/>
                <a:gd name="T83" fmla="*/ 30 h 182"/>
                <a:gd name="T84" fmla="*/ 575 w 626"/>
                <a:gd name="T85" fmla="*/ 47 h 182"/>
                <a:gd name="T86" fmla="*/ 578 w 626"/>
                <a:gd name="T87" fmla="*/ 55 h 182"/>
                <a:gd name="T88" fmla="*/ 582 w 626"/>
                <a:gd name="T89" fmla="*/ 67 h 182"/>
                <a:gd name="T90" fmla="*/ 582 w 626"/>
                <a:gd name="T91" fmla="*/ 68 h 182"/>
                <a:gd name="T92" fmla="*/ 582 w 626"/>
                <a:gd name="T93" fmla="*/ 68 h 182"/>
                <a:gd name="T94" fmla="*/ 582 w 626"/>
                <a:gd name="T95" fmla="*/ 68 h 182"/>
                <a:gd name="T96" fmla="*/ 582 w 626"/>
                <a:gd name="T97" fmla="*/ 68 h 182"/>
                <a:gd name="T98" fmla="*/ 582 w 626"/>
                <a:gd name="T99" fmla="*/ 68 h 182"/>
                <a:gd name="T100" fmla="*/ 611 w 626"/>
                <a:gd name="T101" fmla="*/ 141 h 182"/>
                <a:gd name="T102" fmla="*/ 609 w 626"/>
                <a:gd name="T103" fmla="*/ 160 h 182"/>
                <a:gd name="T104" fmla="*/ 22 w 626"/>
                <a:gd name="T105" fmla="*/ 90 h 182"/>
                <a:gd name="T106" fmla="*/ 22 w 626"/>
                <a:gd name="T107" fmla="*/ 90 h 182"/>
                <a:gd name="T108" fmla="*/ 23 w 626"/>
                <a:gd name="T109" fmla="*/ 90 h 182"/>
                <a:gd name="T110" fmla="*/ 24 w 626"/>
                <a:gd name="T111" fmla="*/ 95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626" h="182">
                  <a:moveTo>
                    <a:pt x="48" y="182"/>
                  </a:moveTo>
                  <a:cubicBezTo>
                    <a:pt x="39" y="155"/>
                    <a:pt x="30" y="129"/>
                    <a:pt x="21" y="103"/>
                  </a:cubicBezTo>
                  <a:cubicBezTo>
                    <a:pt x="15" y="89"/>
                    <a:pt x="9" y="75"/>
                    <a:pt x="4" y="61"/>
                  </a:cubicBezTo>
                  <a:cubicBezTo>
                    <a:pt x="0" y="54"/>
                    <a:pt x="10" y="50"/>
                    <a:pt x="11" y="59"/>
                  </a:cubicBezTo>
                  <a:cubicBezTo>
                    <a:pt x="13" y="66"/>
                    <a:pt x="16" y="73"/>
                    <a:pt x="20" y="81"/>
                  </a:cubicBezTo>
                  <a:cubicBezTo>
                    <a:pt x="20" y="81"/>
                    <a:pt x="20" y="81"/>
                    <a:pt x="20" y="81"/>
                  </a:cubicBezTo>
                  <a:cubicBezTo>
                    <a:pt x="20" y="81"/>
                    <a:pt x="20" y="81"/>
                    <a:pt x="20" y="81"/>
                  </a:cubicBezTo>
                  <a:cubicBezTo>
                    <a:pt x="20" y="81"/>
                    <a:pt x="20" y="81"/>
                    <a:pt x="20" y="81"/>
                  </a:cubicBezTo>
                  <a:cubicBezTo>
                    <a:pt x="20" y="81"/>
                    <a:pt x="20" y="81"/>
                    <a:pt x="20" y="82"/>
                  </a:cubicBezTo>
                  <a:cubicBezTo>
                    <a:pt x="20" y="82"/>
                    <a:pt x="20" y="82"/>
                    <a:pt x="20" y="82"/>
                  </a:cubicBezTo>
                  <a:cubicBezTo>
                    <a:pt x="20" y="82"/>
                    <a:pt x="20" y="82"/>
                    <a:pt x="20" y="82"/>
                  </a:cubicBezTo>
                  <a:cubicBezTo>
                    <a:pt x="20" y="82"/>
                    <a:pt x="20" y="81"/>
                    <a:pt x="20" y="81"/>
                  </a:cubicBezTo>
                  <a:cubicBezTo>
                    <a:pt x="21" y="84"/>
                    <a:pt x="22" y="87"/>
                    <a:pt x="22" y="90"/>
                  </a:cubicBezTo>
                  <a:cubicBezTo>
                    <a:pt x="22" y="90"/>
                    <a:pt x="22" y="90"/>
                    <a:pt x="22" y="90"/>
                  </a:cubicBezTo>
                  <a:cubicBezTo>
                    <a:pt x="22" y="90"/>
                    <a:pt x="22" y="90"/>
                    <a:pt x="22" y="90"/>
                  </a:cubicBezTo>
                  <a:cubicBezTo>
                    <a:pt x="22" y="90"/>
                    <a:pt x="22" y="90"/>
                    <a:pt x="22" y="90"/>
                  </a:cubicBezTo>
                  <a:cubicBezTo>
                    <a:pt x="22" y="90"/>
                    <a:pt x="22" y="90"/>
                    <a:pt x="22" y="90"/>
                  </a:cubicBezTo>
                  <a:cubicBezTo>
                    <a:pt x="23" y="90"/>
                    <a:pt x="23" y="90"/>
                    <a:pt x="23" y="90"/>
                  </a:cubicBezTo>
                  <a:cubicBezTo>
                    <a:pt x="23" y="90"/>
                    <a:pt x="23" y="91"/>
                    <a:pt x="23" y="91"/>
                  </a:cubicBezTo>
                  <a:cubicBezTo>
                    <a:pt x="23" y="91"/>
                    <a:pt x="23" y="91"/>
                    <a:pt x="23" y="91"/>
                  </a:cubicBezTo>
                  <a:cubicBezTo>
                    <a:pt x="23" y="91"/>
                    <a:pt x="23" y="91"/>
                    <a:pt x="23" y="91"/>
                  </a:cubicBezTo>
                  <a:cubicBezTo>
                    <a:pt x="23" y="91"/>
                    <a:pt x="23" y="91"/>
                    <a:pt x="23" y="91"/>
                  </a:cubicBezTo>
                  <a:cubicBezTo>
                    <a:pt x="23" y="91"/>
                    <a:pt x="23" y="91"/>
                    <a:pt x="23" y="91"/>
                  </a:cubicBezTo>
                  <a:cubicBezTo>
                    <a:pt x="23" y="92"/>
                    <a:pt x="23" y="92"/>
                    <a:pt x="23" y="92"/>
                  </a:cubicBezTo>
                  <a:cubicBezTo>
                    <a:pt x="23" y="92"/>
                    <a:pt x="23" y="92"/>
                    <a:pt x="23" y="92"/>
                  </a:cubicBezTo>
                  <a:cubicBezTo>
                    <a:pt x="23" y="92"/>
                    <a:pt x="23" y="92"/>
                    <a:pt x="23" y="92"/>
                  </a:cubicBezTo>
                  <a:cubicBezTo>
                    <a:pt x="23" y="92"/>
                    <a:pt x="23" y="93"/>
                    <a:pt x="23" y="93"/>
                  </a:cubicBezTo>
                  <a:cubicBezTo>
                    <a:pt x="23" y="93"/>
                    <a:pt x="23" y="93"/>
                    <a:pt x="23" y="93"/>
                  </a:cubicBezTo>
                  <a:cubicBezTo>
                    <a:pt x="23" y="93"/>
                    <a:pt x="23" y="93"/>
                    <a:pt x="23" y="93"/>
                  </a:cubicBezTo>
                  <a:cubicBezTo>
                    <a:pt x="23" y="93"/>
                    <a:pt x="23" y="93"/>
                    <a:pt x="23" y="93"/>
                  </a:cubicBezTo>
                  <a:cubicBezTo>
                    <a:pt x="23" y="93"/>
                    <a:pt x="23" y="93"/>
                    <a:pt x="23" y="93"/>
                  </a:cubicBezTo>
                  <a:cubicBezTo>
                    <a:pt x="23" y="93"/>
                    <a:pt x="23" y="93"/>
                    <a:pt x="23" y="93"/>
                  </a:cubicBezTo>
                  <a:cubicBezTo>
                    <a:pt x="23" y="93"/>
                    <a:pt x="23" y="93"/>
                    <a:pt x="23" y="93"/>
                  </a:cubicBezTo>
                  <a:cubicBezTo>
                    <a:pt x="23" y="93"/>
                    <a:pt x="23" y="93"/>
                    <a:pt x="24" y="93"/>
                  </a:cubicBezTo>
                  <a:cubicBezTo>
                    <a:pt x="24" y="93"/>
                    <a:pt x="24" y="93"/>
                    <a:pt x="24" y="93"/>
                  </a:cubicBezTo>
                  <a:cubicBezTo>
                    <a:pt x="23" y="93"/>
                    <a:pt x="23" y="93"/>
                    <a:pt x="23" y="93"/>
                  </a:cubicBezTo>
                  <a:cubicBezTo>
                    <a:pt x="23" y="93"/>
                    <a:pt x="23" y="93"/>
                    <a:pt x="24" y="93"/>
                  </a:cubicBezTo>
                  <a:cubicBezTo>
                    <a:pt x="24" y="93"/>
                    <a:pt x="24" y="93"/>
                    <a:pt x="24" y="93"/>
                  </a:cubicBezTo>
                  <a:cubicBezTo>
                    <a:pt x="24" y="93"/>
                    <a:pt x="24" y="93"/>
                    <a:pt x="24" y="93"/>
                  </a:cubicBezTo>
                  <a:cubicBezTo>
                    <a:pt x="24" y="93"/>
                    <a:pt x="24" y="93"/>
                    <a:pt x="24" y="93"/>
                  </a:cubicBezTo>
                  <a:cubicBezTo>
                    <a:pt x="24" y="93"/>
                    <a:pt x="24" y="93"/>
                    <a:pt x="24" y="93"/>
                  </a:cubicBezTo>
                  <a:cubicBezTo>
                    <a:pt x="24" y="93"/>
                    <a:pt x="24" y="93"/>
                    <a:pt x="24" y="93"/>
                  </a:cubicBezTo>
                  <a:cubicBezTo>
                    <a:pt x="24" y="93"/>
                    <a:pt x="24" y="93"/>
                    <a:pt x="24" y="93"/>
                  </a:cubicBezTo>
                  <a:cubicBezTo>
                    <a:pt x="24" y="93"/>
                    <a:pt x="24" y="93"/>
                    <a:pt x="24" y="93"/>
                  </a:cubicBezTo>
                  <a:cubicBezTo>
                    <a:pt x="24" y="93"/>
                    <a:pt x="24" y="93"/>
                    <a:pt x="24" y="93"/>
                  </a:cubicBezTo>
                  <a:cubicBezTo>
                    <a:pt x="24" y="93"/>
                    <a:pt x="24" y="93"/>
                    <a:pt x="24" y="93"/>
                  </a:cubicBezTo>
                  <a:cubicBezTo>
                    <a:pt x="24" y="93"/>
                    <a:pt x="24" y="93"/>
                    <a:pt x="24" y="93"/>
                  </a:cubicBezTo>
                  <a:cubicBezTo>
                    <a:pt x="24" y="93"/>
                    <a:pt x="24" y="93"/>
                    <a:pt x="24" y="93"/>
                  </a:cubicBezTo>
                  <a:cubicBezTo>
                    <a:pt x="24" y="93"/>
                    <a:pt x="24" y="93"/>
                    <a:pt x="24" y="94"/>
                  </a:cubicBezTo>
                  <a:cubicBezTo>
                    <a:pt x="24" y="93"/>
                    <a:pt x="24" y="93"/>
                    <a:pt x="24" y="93"/>
                  </a:cubicBezTo>
                  <a:cubicBezTo>
                    <a:pt x="24" y="94"/>
                    <a:pt x="24" y="94"/>
                    <a:pt x="24" y="94"/>
                  </a:cubicBezTo>
                  <a:cubicBezTo>
                    <a:pt x="24" y="94"/>
                    <a:pt x="24" y="94"/>
                    <a:pt x="24" y="94"/>
                  </a:cubicBezTo>
                  <a:cubicBezTo>
                    <a:pt x="24" y="94"/>
                    <a:pt x="24" y="94"/>
                    <a:pt x="24" y="94"/>
                  </a:cubicBezTo>
                  <a:cubicBezTo>
                    <a:pt x="24" y="94"/>
                    <a:pt x="24" y="94"/>
                    <a:pt x="24" y="94"/>
                  </a:cubicBezTo>
                  <a:cubicBezTo>
                    <a:pt x="24" y="94"/>
                    <a:pt x="24" y="94"/>
                    <a:pt x="24" y="94"/>
                  </a:cubicBezTo>
                  <a:cubicBezTo>
                    <a:pt x="24" y="94"/>
                    <a:pt x="24" y="94"/>
                    <a:pt x="24" y="94"/>
                  </a:cubicBezTo>
                  <a:cubicBezTo>
                    <a:pt x="24" y="94"/>
                    <a:pt x="24" y="94"/>
                    <a:pt x="24" y="94"/>
                  </a:cubicBezTo>
                  <a:cubicBezTo>
                    <a:pt x="24" y="94"/>
                    <a:pt x="24" y="95"/>
                    <a:pt x="24" y="95"/>
                  </a:cubicBezTo>
                  <a:cubicBezTo>
                    <a:pt x="24" y="95"/>
                    <a:pt x="24" y="95"/>
                    <a:pt x="24" y="95"/>
                  </a:cubicBezTo>
                  <a:cubicBezTo>
                    <a:pt x="24" y="95"/>
                    <a:pt x="24" y="95"/>
                    <a:pt x="24" y="95"/>
                  </a:cubicBezTo>
                  <a:cubicBezTo>
                    <a:pt x="24" y="95"/>
                    <a:pt x="24" y="95"/>
                    <a:pt x="24" y="95"/>
                  </a:cubicBezTo>
                  <a:cubicBezTo>
                    <a:pt x="24" y="95"/>
                    <a:pt x="24" y="95"/>
                    <a:pt x="24" y="95"/>
                  </a:cubicBezTo>
                  <a:cubicBezTo>
                    <a:pt x="24" y="95"/>
                    <a:pt x="24" y="95"/>
                    <a:pt x="24" y="95"/>
                  </a:cubicBezTo>
                  <a:cubicBezTo>
                    <a:pt x="24" y="95"/>
                    <a:pt x="24" y="95"/>
                    <a:pt x="24" y="95"/>
                  </a:cubicBezTo>
                  <a:cubicBezTo>
                    <a:pt x="24" y="95"/>
                    <a:pt x="24" y="95"/>
                    <a:pt x="24" y="95"/>
                  </a:cubicBezTo>
                  <a:cubicBezTo>
                    <a:pt x="24" y="95"/>
                    <a:pt x="24" y="95"/>
                    <a:pt x="24" y="95"/>
                  </a:cubicBezTo>
                  <a:cubicBezTo>
                    <a:pt x="24" y="95"/>
                    <a:pt x="24" y="95"/>
                    <a:pt x="24" y="95"/>
                  </a:cubicBezTo>
                  <a:cubicBezTo>
                    <a:pt x="24" y="95"/>
                    <a:pt x="24" y="95"/>
                    <a:pt x="24" y="95"/>
                  </a:cubicBezTo>
                  <a:cubicBezTo>
                    <a:pt x="24" y="95"/>
                    <a:pt x="24" y="95"/>
                    <a:pt x="24" y="95"/>
                  </a:cubicBezTo>
                  <a:cubicBezTo>
                    <a:pt x="24" y="95"/>
                    <a:pt x="24" y="95"/>
                    <a:pt x="24" y="95"/>
                  </a:cubicBezTo>
                  <a:cubicBezTo>
                    <a:pt x="24" y="95"/>
                    <a:pt x="24" y="95"/>
                    <a:pt x="24" y="95"/>
                  </a:cubicBezTo>
                  <a:cubicBezTo>
                    <a:pt x="24" y="95"/>
                    <a:pt x="24" y="95"/>
                    <a:pt x="24" y="95"/>
                  </a:cubicBezTo>
                  <a:cubicBezTo>
                    <a:pt x="24" y="95"/>
                    <a:pt x="24" y="95"/>
                    <a:pt x="24" y="95"/>
                  </a:cubicBezTo>
                  <a:cubicBezTo>
                    <a:pt x="24" y="96"/>
                    <a:pt x="24" y="96"/>
                    <a:pt x="24" y="96"/>
                  </a:cubicBezTo>
                  <a:cubicBezTo>
                    <a:pt x="24" y="96"/>
                    <a:pt x="24" y="96"/>
                    <a:pt x="24" y="96"/>
                  </a:cubicBezTo>
                  <a:cubicBezTo>
                    <a:pt x="24" y="96"/>
                    <a:pt x="24" y="95"/>
                    <a:pt x="24" y="95"/>
                  </a:cubicBezTo>
                  <a:cubicBezTo>
                    <a:pt x="25" y="97"/>
                    <a:pt x="25" y="99"/>
                    <a:pt x="26" y="101"/>
                  </a:cubicBezTo>
                  <a:cubicBezTo>
                    <a:pt x="27" y="103"/>
                    <a:pt x="27" y="104"/>
                    <a:pt x="28" y="106"/>
                  </a:cubicBezTo>
                  <a:cubicBezTo>
                    <a:pt x="28" y="106"/>
                    <a:pt x="28" y="106"/>
                    <a:pt x="28" y="106"/>
                  </a:cubicBezTo>
                  <a:cubicBezTo>
                    <a:pt x="29" y="111"/>
                    <a:pt x="30" y="115"/>
                    <a:pt x="32" y="120"/>
                  </a:cubicBezTo>
                  <a:cubicBezTo>
                    <a:pt x="33" y="121"/>
                    <a:pt x="33" y="123"/>
                    <a:pt x="34" y="124"/>
                  </a:cubicBezTo>
                  <a:cubicBezTo>
                    <a:pt x="34" y="125"/>
                    <a:pt x="35" y="126"/>
                    <a:pt x="35" y="128"/>
                  </a:cubicBezTo>
                  <a:cubicBezTo>
                    <a:pt x="36" y="129"/>
                    <a:pt x="37" y="131"/>
                    <a:pt x="37" y="132"/>
                  </a:cubicBezTo>
                  <a:cubicBezTo>
                    <a:pt x="38" y="134"/>
                    <a:pt x="39" y="137"/>
                    <a:pt x="40" y="139"/>
                  </a:cubicBezTo>
                  <a:cubicBezTo>
                    <a:pt x="40" y="139"/>
                    <a:pt x="40" y="139"/>
                    <a:pt x="40" y="139"/>
                  </a:cubicBezTo>
                  <a:cubicBezTo>
                    <a:pt x="41" y="142"/>
                    <a:pt x="42" y="145"/>
                    <a:pt x="43" y="147"/>
                  </a:cubicBezTo>
                  <a:cubicBezTo>
                    <a:pt x="43" y="147"/>
                    <a:pt x="42" y="147"/>
                    <a:pt x="42" y="147"/>
                  </a:cubicBezTo>
                  <a:cubicBezTo>
                    <a:pt x="43" y="147"/>
                    <a:pt x="43" y="148"/>
                    <a:pt x="43" y="148"/>
                  </a:cubicBezTo>
                  <a:cubicBezTo>
                    <a:pt x="43" y="149"/>
                    <a:pt x="43" y="149"/>
                    <a:pt x="43" y="150"/>
                  </a:cubicBezTo>
                  <a:cubicBezTo>
                    <a:pt x="44" y="151"/>
                    <a:pt x="44" y="152"/>
                    <a:pt x="45" y="153"/>
                  </a:cubicBezTo>
                  <a:cubicBezTo>
                    <a:pt x="45" y="154"/>
                    <a:pt x="45" y="155"/>
                    <a:pt x="46" y="156"/>
                  </a:cubicBezTo>
                  <a:cubicBezTo>
                    <a:pt x="46" y="156"/>
                    <a:pt x="46" y="157"/>
                    <a:pt x="46" y="157"/>
                  </a:cubicBezTo>
                  <a:cubicBezTo>
                    <a:pt x="46" y="157"/>
                    <a:pt x="47" y="157"/>
                    <a:pt x="47" y="158"/>
                  </a:cubicBezTo>
                  <a:cubicBezTo>
                    <a:pt x="47" y="158"/>
                    <a:pt x="47" y="158"/>
                    <a:pt x="47" y="159"/>
                  </a:cubicBezTo>
                  <a:cubicBezTo>
                    <a:pt x="47" y="159"/>
                    <a:pt x="47" y="159"/>
                    <a:pt x="47" y="159"/>
                  </a:cubicBezTo>
                  <a:cubicBezTo>
                    <a:pt x="48" y="160"/>
                    <a:pt x="48" y="160"/>
                    <a:pt x="48" y="161"/>
                  </a:cubicBezTo>
                  <a:cubicBezTo>
                    <a:pt x="48" y="161"/>
                    <a:pt x="48" y="161"/>
                    <a:pt x="48" y="161"/>
                  </a:cubicBezTo>
                  <a:cubicBezTo>
                    <a:pt x="51" y="168"/>
                    <a:pt x="53" y="175"/>
                    <a:pt x="55" y="182"/>
                  </a:cubicBezTo>
                  <a:cubicBezTo>
                    <a:pt x="48" y="182"/>
                    <a:pt x="48" y="182"/>
                    <a:pt x="48" y="182"/>
                  </a:cubicBezTo>
                  <a:close/>
                  <a:moveTo>
                    <a:pt x="581" y="64"/>
                  </a:moveTo>
                  <a:cubicBezTo>
                    <a:pt x="581" y="64"/>
                    <a:pt x="581" y="64"/>
                    <a:pt x="581" y="64"/>
                  </a:cubicBezTo>
                  <a:cubicBezTo>
                    <a:pt x="581" y="64"/>
                    <a:pt x="581" y="64"/>
                    <a:pt x="581" y="64"/>
                  </a:cubicBezTo>
                  <a:close/>
                  <a:moveTo>
                    <a:pt x="581" y="64"/>
                  </a:moveTo>
                  <a:cubicBezTo>
                    <a:pt x="581" y="64"/>
                    <a:pt x="581" y="64"/>
                    <a:pt x="581" y="64"/>
                  </a:cubicBezTo>
                  <a:cubicBezTo>
                    <a:pt x="581" y="64"/>
                    <a:pt x="581" y="64"/>
                    <a:pt x="581" y="64"/>
                  </a:cubicBezTo>
                  <a:cubicBezTo>
                    <a:pt x="581" y="64"/>
                    <a:pt x="581" y="64"/>
                    <a:pt x="581" y="64"/>
                  </a:cubicBezTo>
                  <a:close/>
                  <a:moveTo>
                    <a:pt x="582" y="67"/>
                  </a:moveTo>
                  <a:cubicBezTo>
                    <a:pt x="582" y="67"/>
                    <a:pt x="582" y="67"/>
                    <a:pt x="582" y="67"/>
                  </a:cubicBezTo>
                  <a:cubicBezTo>
                    <a:pt x="582" y="67"/>
                    <a:pt x="582" y="67"/>
                    <a:pt x="582" y="67"/>
                  </a:cubicBezTo>
                  <a:cubicBezTo>
                    <a:pt x="582" y="67"/>
                    <a:pt x="582" y="67"/>
                    <a:pt x="582" y="67"/>
                  </a:cubicBezTo>
                  <a:cubicBezTo>
                    <a:pt x="582" y="67"/>
                    <a:pt x="582" y="67"/>
                    <a:pt x="582" y="67"/>
                  </a:cubicBezTo>
                  <a:cubicBezTo>
                    <a:pt x="582" y="67"/>
                    <a:pt x="582" y="67"/>
                    <a:pt x="582" y="67"/>
                  </a:cubicBezTo>
                  <a:cubicBezTo>
                    <a:pt x="582" y="67"/>
                    <a:pt x="582" y="67"/>
                    <a:pt x="582" y="67"/>
                  </a:cubicBezTo>
                  <a:cubicBezTo>
                    <a:pt x="582" y="67"/>
                    <a:pt x="582" y="67"/>
                    <a:pt x="582" y="67"/>
                  </a:cubicBezTo>
                  <a:cubicBezTo>
                    <a:pt x="582" y="67"/>
                    <a:pt x="582" y="67"/>
                    <a:pt x="582" y="67"/>
                  </a:cubicBezTo>
                  <a:cubicBezTo>
                    <a:pt x="582" y="67"/>
                    <a:pt x="582" y="67"/>
                    <a:pt x="582" y="67"/>
                  </a:cubicBezTo>
                  <a:cubicBezTo>
                    <a:pt x="582" y="67"/>
                    <a:pt x="582" y="67"/>
                    <a:pt x="582" y="67"/>
                  </a:cubicBezTo>
                  <a:cubicBezTo>
                    <a:pt x="582" y="67"/>
                    <a:pt x="582" y="67"/>
                    <a:pt x="582" y="67"/>
                  </a:cubicBezTo>
                  <a:cubicBezTo>
                    <a:pt x="582" y="67"/>
                    <a:pt x="582" y="67"/>
                    <a:pt x="582" y="67"/>
                  </a:cubicBezTo>
                  <a:cubicBezTo>
                    <a:pt x="582" y="67"/>
                    <a:pt x="582" y="67"/>
                    <a:pt x="582" y="67"/>
                  </a:cubicBezTo>
                  <a:cubicBezTo>
                    <a:pt x="582" y="67"/>
                    <a:pt x="582" y="67"/>
                    <a:pt x="582" y="67"/>
                  </a:cubicBezTo>
                  <a:cubicBezTo>
                    <a:pt x="582" y="67"/>
                    <a:pt x="582" y="67"/>
                    <a:pt x="582" y="67"/>
                  </a:cubicBezTo>
                  <a:cubicBezTo>
                    <a:pt x="582" y="67"/>
                    <a:pt x="582" y="67"/>
                    <a:pt x="582" y="67"/>
                  </a:cubicBezTo>
                  <a:cubicBezTo>
                    <a:pt x="582" y="67"/>
                    <a:pt x="582" y="67"/>
                    <a:pt x="582" y="67"/>
                  </a:cubicBezTo>
                  <a:cubicBezTo>
                    <a:pt x="582" y="67"/>
                    <a:pt x="582" y="67"/>
                    <a:pt x="582" y="67"/>
                  </a:cubicBezTo>
                  <a:cubicBezTo>
                    <a:pt x="582" y="67"/>
                    <a:pt x="582" y="67"/>
                    <a:pt x="582" y="67"/>
                  </a:cubicBezTo>
                  <a:cubicBezTo>
                    <a:pt x="582" y="67"/>
                    <a:pt x="582" y="67"/>
                    <a:pt x="582" y="67"/>
                  </a:cubicBezTo>
                  <a:cubicBezTo>
                    <a:pt x="582" y="67"/>
                    <a:pt x="582" y="67"/>
                    <a:pt x="582" y="67"/>
                  </a:cubicBezTo>
                  <a:cubicBezTo>
                    <a:pt x="582" y="67"/>
                    <a:pt x="582" y="67"/>
                    <a:pt x="582" y="67"/>
                  </a:cubicBezTo>
                  <a:cubicBezTo>
                    <a:pt x="582" y="67"/>
                    <a:pt x="582" y="67"/>
                    <a:pt x="582" y="67"/>
                  </a:cubicBezTo>
                  <a:cubicBezTo>
                    <a:pt x="582" y="67"/>
                    <a:pt x="582" y="67"/>
                    <a:pt x="582" y="67"/>
                  </a:cubicBezTo>
                  <a:cubicBezTo>
                    <a:pt x="582" y="67"/>
                    <a:pt x="582" y="67"/>
                    <a:pt x="582" y="67"/>
                  </a:cubicBezTo>
                  <a:cubicBezTo>
                    <a:pt x="582" y="67"/>
                    <a:pt x="582" y="67"/>
                    <a:pt x="582" y="67"/>
                  </a:cubicBezTo>
                  <a:cubicBezTo>
                    <a:pt x="582" y="67"/>
                    <a:pt x="582" y="67"/>
                    <a:pt x="582" y="67"/>
                  </a:cubicBezTo>
                  <a:cubicBezTo>
                    <a:pt x="582" y="67"/>
                    <a:pt x="582" y="67"/>
                    <a:pt x="582" y="67"/>
                  </a:cubicBezTo>
                  <a:cubicBezTo>
                    <a:pt x="582" y="67"/>
                    <a:pt x="582" y="67"/>
                    <a:pt x="582" y="67"/>
                  </a:cubicBezTo>
                  <a:cubicBezTo>
                    <a:pt x="582" y="67"/>
                    <a:pt x="582" y="67"/>
                    <a:pt x="582" y="68"/>
                  </a:cubicBezTo>
                  <a:cubicBezTo>
                    <a:pt x="582" y="68"/>
                    <a:pt x="582" y="68"/>
                    <a:pt x="582" y="68"/>
                  </a:cubicBezTo>
                  <a:cubicBezTo>
                    <a:pt x="582" y="68"/>
                    <a:pt x="582" y="68"/>
                    <a:pt x="582" y="68"/>
                  </a:cubicBezTo>
                  <a:cubicBezTo>
                    <a:pt x="582" y="68"/>
                    <a:pt x="582" y="68"/>
                    <a:pt x="582" y="68"/>
                  </a:cubicBezTo>
                  <a:cubicBezTo>
                    <a:pt x="582" y="68"/>
                    <a:pt x="582" y="68"/>
                    <a:pt x="582" y="68"/>
                  </a:cubicBezTo>
                  <a:cubicBezTo>
                    <a:pt x="582" y="68"/>
                    <a:pt x="582" y="68"/>
                    <a:pt x="582" y="68"/>
                  </a:cubicBezTo>
                  <a:cubicBezTo>
                    <a:pt x="582" y="68"/>
                    <a:pt x="582" y="68"/>
                    <a:pt x="582" y="68"/>
                  </a:cubicBezTo>
                  <a:cubicBezTo>
                    <a:pt x="582" y="68"/>
                    <a:pt x="582" y="68"/>
                    <a:pt x="582" y="68"/>
                  </a:cubicBezTo>
                  <a:cubicBezTo>
                    <a:pt x="582" y="68"/>
                    <a:pt x="582" y="68"/>
                    <a:pt x="582" y="68"/>
                  </a:cubicBezTo>
                  <a:cubicBezTo>
                    <a:pt x="582" y="68"/>
                    <a:pt x="582" y="68"/>
                    <a:pt x="582" y="68"/>
                  </a:cubicBezTo>
                  <a:cubicBezTo>
                    <a:pt x="582" y="68"/>
                    <a:pt x="582" y="68"/>
                    <a:pt x="582" y="68"/>
                  </a:cubicBezTo>
                  <a:cubicBezTo>
                    <a:pt x="582" y="68"/>
                    <a:pt x="582" y="68"/>
                    <a:pt x="582" y="68"/>
                  </a:cubicBezTo>
                  <a:cubicBezTo>
                    <a:pt x="582" y="68"/>
                    <a:pt x="582" y="68"/>
                    <a:pt x="582" y="68"/>
                  </a:cubicBezTo>
                  <a:cubicBezTo>
                    <a:pt x="582" y="68"/>
                    <a:pt x="582" y="68"/>
                    <a:pt x="582" y="68"/>
                  </a:cubicBezTo>
                  <a:cubicBezTo>
                    <a:pt x="582" y="68"/>
                    <a:pt x="582" y="68"/>
                    <a:pt x="582" y="68"/>
                  </a:cubicBezTo>
                  <a:cubicBezTo>
                    <a:pt x="582" y="68"/>
                    <a:pt x="582" y="68"/>
                    <a:pt x="582" y="68"/>
                  </a:cubicBezTo>
                  <a:cubicBezTo>
                    <a:pt x="582" y="68"/>
                    <a:pt x="582" y="68"/>
                    <a:pt x="582" y="68"/>
                  </a:cubicBezTo>
                  <a:cubicBezTo>
                    <a:pt x="582" y="69"/>
                    <a:pt x="583" y="70"/>
                    <a:pt x="583" y="72"/>
                  </a:cubicBezTo>
                  <a:cubicBezTo>
                    <a:pt x="584" y="73"/>
                    <a:pt x="584" y="75"/>
                    <a:pt x="585" y="77"/>
                  </a:cubicBezTo>
                  <a:cubicBezTo>
                    <a:pt x="585" y="77"/>
                    <a:pt x="585" y="77"/>
                    <a:pt x="585" y="77"/>
                  </a:cubicBezTo>
                  <a:cubicBezTo>
                    <a:pt x="587" y="77"/>
                    <a:pt x="589" y="75"/>
                    <a:pt x="588" y="73"/>
                  </a:cubicBezTo>
                  <a:cubicBezTo>
                    <a:pt x="584" y="56"/>
                    <a:pt x="577" y="40"/>
                    <a:pt x="571" y="23"/>
                  </a:cubicBezTo>
                  <a:cubicBezTo>
                    <a:pt x="569" y="16"/>
                    <a:pt x="567" y="9"/>
                    <a:pt x="564" y="2"/>
                  </a:cubicBezTo>
                  <a:cubicBezTo>
                    <a:pt x="563" y="0"/>
                    <a:pt x="561" y="0"/>
                    <a:pt x="560" y="0"/>
                  </a:cubicBezTo>
                  <a:cubicBezTo>
                    <a:pt x="560" y="0"/>
                    <a:pt x="560" y="0"/>
                    <a:pt x="560" y="0"/>
                  </a:cubicBezTo>
                  <a:cubicBezTo>
                    <a:pt x="560" y="1"/>
                    <a:pt x="560" y="2"/>
                    <a:pt x="560" y="2"/>
                  </a:cubicBezTo>
                  <a:cubicBezTo>
                    <a:pt x="561" y="4"/>
                    <a:pt x="561" y="5"/>
                    <a:pt x="561" y="6"/>
                  </a:cubicBezTo>
                  <a:cubicBezTo>
                    <a:pt x="562" y="9"/>
                    <a:pt x="563" y="12"/>
                    <a:pt x="564" y="14"/>
                  </a:cubicBezTo>
                  <a:cubicBezTo>
                    <a:pt x="564" y="15"/>
                    <a:pt x="564" y="15"/>
                    <a:pt x="564" y="16"/>
                  </a:cubicBezTo>
                  <a:cubicBezTo>
                    <a:pt x="564" y="16"/>
                    <a:pt x="564" y="16"/>
                    <a:pt x="564" y="16"/>
                  </a:cubicBezTo>
                  <a:cubicBezTo>
                    <a:pt x="565" y="19"/>
                    <a:pt x="566" y="21"/>
                    <a:pt x="566" y="24"/>
                  </a:cubicBezTo>
                  <a:cubicBezTo>
                    <a:pt x="567" y="26"/>
                    <a:pt x="568" y="28"/>
                    <a:pt x="568" y="30"/>
                  </a:cubicBezTo>
                  <a:cubicBezTo>
                    <a:pt x="568" y="30"/>
                    <a:pt x="568" y="30"/>
                    <a:pt x="569" y="30"/>
                  </a:cubicBezTo>
                  <a:cubicBezTo>
                    <a:pt x="569" y="30"/>
                    <a:pt x="570" y="30"/>
                    <a:pt x="570" y="31"/>
                  </a:cubicBezTo>
                  <a:cubicBezTo>
                    <a:pt x="571" y="34"/>
                    <a:pt x="572" y="36"/>
                    <a:pt x="573" y="39"/>
                  </a:cubicBezTo>
                  <a:cubicBezTo>
                    <a:pt x="573" y="42"/>
                    <a:pt x="574" y="44"/>
                    <a:pt x="575" y="47"/>
                  </a:cubicBezTo>
                  <a:cubicBezTo>
                    <a:pt x="576" y="49"/>
                    <a:pt x="576" y="50"/>
                    <a:pt x="577" y="52"/>
                  </a:cubicBezTo>
                  <a:cubicBezTo>
                    <a:pt x="577" y="52"/>
                    <a:pt x="577" y="52"/>
                    <a:pt x="577" y="53"/>
                  </a:cubicBezTo>
                  <a:cubicBezTo>
                    <a:pt x="577" y="53"/>
                    <a:pt x="577" y="54"/>
                    <a:pt x="578" y="54"/>
                  </a:cubicBezTo>
                  <a:cubicBezTo>
                    <a:pt x="578" y="54"/>
                    <a:pt x="578" y="54"/>
                    <a:pt x="578" y="55"/>
                  </a:cubicBezTo>
                  <a:cubicBezTo>
                    <a:pt x="578" y="57"/>
                    <a:pt x="579" y="59"/>
                    <a:pt x="580" y="61"/>
                  </a:cubicBezTo>
                  <a:cubicBezTo>
                    <a:pt x="580" y="62"/>
                    <a:pt x="580" y="62"/>
                    <a:pt x="580" y="63"/>
                  </a:cubicBezTo>
                  <a:cubicBezTo>
                    <a:pt x="581" y="64"/>
                    <a:pt x="581" y="65"/>
                    <a:pt x="582" y="66"/>
                  </a:cubicBezTo>
                  <a:cubicBezTo>
                    <a:pt x="582" y="66"/>
                    <a:pt x="582" y="67"/>
                    <a:pt x="582" y="67"/>
                  </a:cubicBezTo>
                  <a:cubicBezTo>
                    <a:pt x="582" y="67"/>
                    <a:pt x="582" y="67"/>
                    <a:pt x="582" y="67"/>
                  </a:cubicBezTo>
                  <a:cubicBezTo>
                    <a:pt x="582" y="67"/>
                    <a:pt x="582" y="67"/>
                    <a:pt x="582" y="67"/>
                  </a:cubicBezTo>
                  <a:close/>
                  <a:moveTo>
                    <a:pt x="582" y="67"/>
                  </a:moveTo>
                  <a:cubicBezTo>
                    <a:pt x="582" y="67"/>
                    <a:pt x="582" y="67"/>
                    <a:pt x="582" y="68"/>
                  </a:cubicBezTo>
                  <a:cubicBezTo>
                    <a:pt x="582" y="67"/>
                    <a:pt x="582" y="67"/>
                    <a:pt x="582" y="67"/>
                  </a:cubicBezTo>
                  <a:close/>
                  <a:moveTo>
                    <a:pt x="582" y="68"/>
                  </a:moveTo>
                  <a:cubicBezTo>
                    <a:pt x="582" y="68"/>
                    <a:pt x="582" y="68"/>
                    <a:pt x="582" y="68"/>
                  </a:cubicBezTo>
                  <a:cubicBezTo>
                    <a:pt x="582" y="68"/>
                    <a:pt x="582" y="68"/>
                    <a:pt x="582" y="68"/>
                  </a:cubicBezTo>
                  <a:cubicBezTo>
                    <a:pt x="582" y="68"/>
                    <a:pt x="582" y="68"/>
                    <a:pt x="582" y="68"/>
                  </a:cubicBezTo>
                  <a:close/>
                  <a:moveTo>
                    <a:pt x="582" y="68"/>
                  </a:moveTo>
                  <a:cubicBezTo>
                    <a:pt x="582" y="68"/>
                    <a:pt x="582" y="68"/>
                    <a:pt x="582" y="68"/>
                  </a:cubicBezTo>
                  <a:cubicBezTo>
                    <a:pt x="582" y="68"/>
                    <a:pt x="582" y="68"/>
                    <a:pt x="582" y="68"/>
                  </a:cubicBezTo>
                  <a:cubicBezTo>
                    <a:pt x="582" y="68"/>
                    <a:pt x="582" y="68"/>
                    <a:pt x="582" y="68"/>
                  </a:cubicBezTo>
                  <a:cubicBezTo>
                    <a:pt x="582" y="68"/>
                    <a:pt x="582" y="68"/>
                    <a:pt x="582" y="68"/>
                  </a:cubicBezTo>
                  <a:cubicBezTo>
                    <a:pt x="582" y="68"/>
                    <a:pt x="582" y="68"/>
                    <a:pt x="582" y="68"/>
                  </a:cubicBezTo>
                  <a:cubicBezTo>
                    <a:pt x="582" y="68"/>
                    <a:pt x="582" y="68"/>
                    <a:pt x="582" y="68"/>
                  </a:cubicBezTo>
                  <a:cubicBezTo>
                    <a:pt x="582" y="68"/>
                    <a:pt x="582" y="68"/>
                    <a:pt x="582" y="68"/>
                  </a:cubicBezTo>
                  <a:cubicBezTo>
                    <a:pt x="582" y="68"/>
                    <a:pt x="582" y="68"/>
                    <a:pt x="582" y="68"/>
                  </a:cubicBezTo>
                  <a:cubicBezTo>
                    <a:pt x="582" y="68"/>
                    <a:pt x="582" y="68"/>
                    <a:pt x="582" y="68"/>
                  </a:cubicBezTo>
                  <a:cubicBezTo>
                    <a:pt x="582" y="68"/>
                    <a:pt x="582" y="68"/>
                    <a:pt x="582" y="68"/>
                  </a:cubicBezTo>
                  <a:close/>
                  <a:moveTo>
                    <a:pt x="609" y="132"/>
                  </a:moveTo>
                  <a:cubicBezTo>
                    <a:pt x="611" y="131"/>
                    <a:pt x="612" y="131"/>
                    <a:pt x="614" y="132"/>
                  </a:cubicBezTo>
                  <a:cubicBezTo>
                    <a:pt x="617" y="134"/>
                    <a:pt x="614" y="138"/>
                    <a:pt x="613" y="140"/>
                  </a:cubicBezTo>
                  <a:cubicBezTo>
                    <a:pt x="612" y="140"/>
                    <a:pt x="612" y="141"/>
                    <a:pt x="611" y="141"/>
                  </a:cubicBezTo>
                  <a:cubicBezTo>
                    <a:pt x="615" y="153"/>
                    <a:pt x="619" y="165"/>
                    <a:pt x="624" y="177"/>
                  </a:cubicBezTo>
                  <a:cubicBezTo>
                    <a:pt x="625" y="179"/>
                    <a:pt x="625" y="180"/>
                    <a:pt x="626" y="182"/>
                  </a:cubicBezTo>
                  <a:cubicBezTo>
                    <a:pt x="617" y="182"/>
                    <a:pt x="617" y="182"/>
                    <a:pt x="617" y="182"/>
                  </a:cubicBezTo>
                  <a:cubicBezTo>
                    <a:pt x="614" y="174"/>
                    <a:pt x="612" y="167"/>
                    <a:pt x="609" y="160"/>
                  </a:cubicBezTo>
                  <a:cubicBezTo>
                    <a:pt x="606" y="153"/>
                    <a:pt x="603" y="145"/>
                    <a:pt x="601" y="138"/>
                  </a:cubicBezTo>
                  <a:cubicBezTo>
                    <a:pt x="599" y="134"/>
                    <a:pt x="603" y="130"/>
                    <a:pt x="606" y="133"/>
                  </a:cubicBezTo>
                  <a:cubicBezTo>
                    <a:pt x="607" y="132"/>
                    <a:pt x="608" y="132"/>
                    <a:pt x="609" y="132"/>
                  </a:cubicBezTo>
                  <a:close/>
                  <a:moveTo>
                    <a:pt x="22" y="90"/>
                  </a:moveTo>
                  <a:cubicBezTo>
                    <a:pt x="22" y="90"/>
                    <a:pt x="22" y="90"/>
                    <a:pt x="22" y="90"/>
                  </a:cubicBezTo>
                  <a:cubicBezTo>
                    <a:pt x="22" y="90"/>
                    <a:pt x="22" y="90"/>
                    <a:pt x="22" y="90"/>
                  </a:cubicBezTo>
                  <a:cubicBezTo>
                    <a:pt x="22" y="90"/>
                    <a:pt x="22" y="90"/>
                    <a:pt x="22" y="90"/>
                  </a:cubicBezTo>
                  <a:close/>
                  <a:moveTo>
                    <a:pt x="22" y="90"/>
                  </a:moveTo>
                  <a:cubicBezTo>
                    <a:pt x="22" y="90"/>
                    <a:pt x="22" y="90"/>
                    <a:pt x="22" y="90"/>
                  </a:cubicBezTo>
                  <a:cubicBezTo>
                    <a:pt x="22" y="90"/>
                    <a:pt x="22" y="90"/>
                    <a:pt x="22" y="90"/>
                  </a:cubicBezTo>
                  <a:close/>
                  <a:moveTo>
                    <a:pt x="22" y="90"/>
                  </a:moveTo>
                  <a:cubicBezTo>
                    <a:pt x="22" y="90"/>
                    <a:pt x="22" y="90"/>
                    <a:pt x="23" y="90"/>
                  </a:cubicBezTo>
                  <a:cubicBezTo>
                    <a:pt x="23" y="90"/>
                    <a:pt x="22" y="90"/>
                    <a:pt x="22" y="90"/>
                  </a:cubicBezTo>
                  <a:close/>
                  <a:moveTo>
                    <a:pt x="24" y="95"/>
                  </a:moveTo>
                  <a:cubicBezTo>
                    <a:pt x="24" y="95"/>
                    <a:pt x="24" y="95"/>
                    <a:pt x="24" y="95"/>
                  </a:cubicBezTo>
                  <a:cubicBezTo>
                    <a:pt x="24" y="95"/>
                    <a:pt x="24" y="95"/>
                    <a:pt x="24" y="95"/>
                  </a:cubicBezTo>
                  <a:close/>
                </a:path>
              </a:pathLst>
            </a:custGeom>
            <a:solidFill>
              <a:srgbClr val="B04D3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117" name="Freeform 81"/>
            <p:cNvSpPr/>
            <p:nvPr userDrawn="1"/>
          </p:nvSpPr>
          <p:spPr bwMode="auto">
            <a:xfrm>
              <a:off x="2754" y="2471"/>
              <a:ext cx="266" cy="296"/>
            </a:xfrm>
            <a:custGeom>
              <a:avLst/>
              <a:gdLst>
                <a:gd name="T0" fmla="*/ 52 w 55"/>
                <a:gd name="T1" fmla="*/ 42 h 61"/>
                <a:gd name="T2" fmla="*/ 35 w 55"/>
                <a:gd name="T3" fmla="*/ 55 h 61"/>
                <a:gd name="T4" fmla="*/ 17 w 55"/>
                <a:gd name="T5" fmla="*/ 59 h 61"/>
                <a:gd name="T6" fmla="*/ 15 w 55"/>
                <a:gd name="T7" fmla="*/ 56 h 61"/>
                <a:gd name="T8" fmla="*/ 15 w 55"/>
                <a:gd name="T9" fmla="*/ 55 h 61"/>
                <a:gd name="T10" fmla="*/ 2 w 55"/>
                <a:gd name="T11" fmla="*/ 27 h 61"/>
                <a:gd name="T12" fmla="*/ 5 w 55"/>
                <a:gd name="T13" fmla="*/ 19 h 61"/>
                <a:gd name="T14" fmla="*/ 13 w 55"/>
                <a:gd name="T15" fmla="*/ 15 h 61"/>
                <a:gd name="T16" fmla="*/ 26 w 55"/>
                <a:gd name="T17" fmla="*/ 11 h 61"/>
                <a:gd name="T18" fmla="*/ 45 w 55"/>
                <a:gd name="T19" fmla="*/ 14 h 61"/>
                <a:gd name="T20" fmla="*/ 52 w 55"/>
                <a:gd name="T21" fmla="*/ 42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5" h="61">
                  <a:moveTo>
                    <a:pt x="52" y="42"/>
                  </a:moveTo>
                  <a:cubicBezTo>
                    <a:pt x="55" y="52"/>
                    <a:pt x="42" y="54"/>
                    <a:pt x="35" y="55"/>
                  </a:cubicBezTo>
                  <a:cubicBezTo>
                    <a:pt x="29" y="56"/>
                    <a:pt x="23" y="61"/>
                    <a:pt x="17" y="59"/>
                  </a:cubicBezTo>
                  <a:cubicBezTo>
                    <a:pt x="16" y="59"/>
                    <a:pt x="15" y="57"/>
                    <a:pt x="15" y="56"/>
                  </a:cubicBezTo>
                  <a:cubicBezTo>
                    <a:pt x="15" y="55"/>
                    <a:pt x="15" y="55"/>
                    <a:pt x="15" y="55"/>
                  </a:cubicBezTo>
                  <a:cubicBezTo>
                    <a:pt x="9" y="55"/>
                    <a:pt x="5" y="32"/>
                    <a:pt x="2" y="27"/>
                  </a:cubicBezTo>
                  <a:cubicBezTo>
                    <a:pt x="0" y="24"/>
                    <a:pt x="1" y="19"/>
                    <a:pt x="5" y="19"/>
                  </a:cubicBezTo>
                  <a:cubicBezTo>
                    <a:pt x="7" y="17"/>
                    <a:pt x="10" y="16"/>
                    <a:pt x="13" y="15"/>
                  </a:cubicBezTo>
                  <a:cubicBezTo>
                    <a:pt x="17" y="14"/>
                    <a:pt x="22" y="13"/>
                    <a:pt x="26" y="11"/>
                  </a:cubicBezTo>
                  <a:cubicBezTo>
                    <a:pt x="34" y="9"/>
                    <a:pt x="44" y="0"/>
                    <a:pt x="45" y="14"/>
                  </a:cubicBezTo>
                  <a:cubicBezTo>
                    <a:pt x="47" y="24"/>
                    <a:pt x="49" y="33"/>
                    <a:pt x="52" y="42"/>
                  </a:cubicBezTo>
                  <a:close/>
                </a:path>
              </a:pathLst>
            </a:custGeom>
            <a:solidFill>
              <a:srgbClr val="E8D5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118" name="Freeform 82"/>
            <p:cNvSpPr/>
            <p:nvPr userDrawn="1"/>
          </p:nvSpPr>
          <p:spPr bwMode="auto">
            <a:xfrm>
              <a:off x="3821" y="2282"/>
              <a:ext cx="284" cy="811"/>
            </a:xfrm>
            <a:custGeom>
              <a:avLst/>
              <a:gdLst>
                <a:gd name="T0" fmla="*/ 55 w 59"/>
                <a:gd name="T1" fmla="*/ 167 h 167"/>
                <a:gd name="T2" fmla="*/ 48 w 59"/>
                <a:gd name="T3" fmla="*/ 149 h 167"/>
                <a:gd name="T4" fmla="*/ 48 w 59"/>
                <a:gd name="T5" fmla="*/ 149 h 167"/>
                <a:gd name="T6" fmla="*/ 27 w 59"/>
                <a:gd name="T7" fmla="*/ 83 h 167"/>
                <a:gd name="T8" fmla="*/ 4 w 59"/>
                <a:gd name="T9" fmla="*/ 13 h 167"/>
                <a:gd name="T10" fmla="*/ 0 w 59"/>
                <a:gd name="T11" fmla="*/ 2 h 167"/>
                <a:gd name="T12" fmla="*/ 1 w 59"/>
                <a:gd name="T13" fmla="*/ 0 h 167"/>
                <a:gd name="T14" fmla="*/ 3 w 59"/>
                <a:gd name="T15" fmla="*/ 1 h 167"/>
                <a:gd name="T16" fmla="*/ 6 w 59"/>
                <a:gd name="T17" fmla="*/ 9 h 167"/>
                <a:gd name="T18" fmla="*/ 45 w 59"/>
                <a:gd name="T19" fmla="*/ 129 h 167"/>
                <a:gd name="T20" fmla="*/ 59 w 59"/>
                <a:gd name="T21" fmla="*/ 167 h 167"/>
                <a:gd name="T22" fmla="*/ 55 w 59"/>
                <a:gd name="T23" fmla="*/ 167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9" h="167">
                  <a:moveTo>
                    <a:pt x="55" y="167"/>
                  </a:moveTo>
                  <a:cubicBezTo>
                    <a:pt x="53" y="161"/>
                    <a:pt x="51" y="155"/>
                    <a:pt x="48" y="149"/>
                  </a:cubicBezTo>
                  <a:cubicBezTo>
                    <a:pt x="48" y="149"/>
                    <a:pt x="48" y="149"/>
                    <a:pt x="48" y="149"/>
                  </a:cubicBezTo>
                  <a:cubicBezTo>
                    <a:pt x="40" y="127"/>
                    <a:pt x="34" y="105"/>
                    <a:pt x="27" y="83"/>
                  </a:cubicBezTo>
                  <a:cubicBezTo>
                    <a:pt x="20" y="60"/>
                    <a:pt x="12" y="36"/>
                    <a:pt x="4" y="13"/>
                  </a:cubicBezTo>
                  <a:cubicBezTo>
                    <a:pt x="2" y="9"/>
                    <a:pt x="1" y="6"/>
                    <a:pt x="0" y="2"/>
                  </a:cubicBezTo>
                  <a:cubicBezTo>
                    <a:pt x="0" y="1"/>
                    <a:pt x="0" y="0"/>
                    <a:pt x="1" y="0"/>
                  </a:cubicBezTo>
                  <a:cubicBezTo>
                    <a:pt x="2" y="0"/>
                    <a:pt x="3" y="0"/>
                    <a:pt x="3" y="1"/>
                  </a:cubicBezTo>
                  <a:cubicBezTo>
                    <a:pt x="4" y="4"/>
                    <a:pt x="5" y="6"/>
                    <a:pt x="6" y="9"/>
                  </a:cubicBezTo>
                  <a:cubicBezTo>
                    <a:pt x="21" y="48"/>
                    <a:pt x="32" y="89"/>
                    <a:pt x="45" y="129"/>
                  </a:cubicBezTo>
                  <a:cubicBezTo>
                    <a:pt x="49" y="142"/>
                    <a:pt x="54" y="154"/>
                    <a:pt x="59" y="167"/>
                  </a:cubicBezTo>
                  <a:lnTo>
                    <a:pt x="55" y="167"/>
                  </a:lnTo>
                  <a:close/>
                </a:path>
              </a:pathLst>
            </a:custGeom>
            <a:solidFill>
              <a:srgbClr val="5044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119" name="Freeform 83"/>
            <p:cNvSpPr/>
            <p:nvPr userDrawn="1"/>
          </p:nvSpPr>
          <p:spPr bwMode="auto">
            <a:xfrm>
              <a:off x="2489" y="2102"/>
              <a:ext cx="1346" cy="267"/>
            </a:xfrm>
            <a:custGeom>
              <a:avLst/>
              <a:gdLst>
                <a:gd name="T0" fmla="*/ 10 w 279"/>
                <a:gd name="T1" fmla="*/ 53 h 55"/>
                <a:gd name="T2" fmla="*/ 2 w 279"/>
                <a:gd name="T3" fmla="*/ 52 h 55"/>
                <a:gd name="T4" fmla="*/ 1 w 279"/>
                <a:gd name="T5" fmla="*/ 50 h 55"/>
                <a:gd name="T6" fmla="*/ 2 w 279"/>
                <a:gd name="T7" fmla="*/ 48 h 55"/>
                <a:gd name="T8" fmla="*/ 29 w 279"/>
                <a:gd name="T9" fmla="*/ 49 h 55"/>
                <a:gd name="T10" fmla="*/ 70 w 279"/>
                <a:gd name="T11" fmla="*/ 41 h 55"/>
                <a:gd name="T12" fmla="*/ 104 w 279"/>
                <a:gd name="T13" fmla="*/ 30 h 55"/>
                <a:gd name="T14" fmla="*/ 235 w 279"/>
                <a:gd name="T15" fmla="*/ 10 h 55"/>
                <a:gd name="T16" fmla="*/ 266 w 279"/>
                <a:gd name="T17" fmla="*/ 23 h 55"/>
                <a:gd name="T18" fmla="*/ 277 w 279"/>
                <a:gd name="T19" fmla="*/ 35 h 55"/>
                <a:gd name="T20" fmla="*/ 278 w 279"/>
                <a:gd name="T21" fmla="*/ 39 h 55"/>
                <a:gd name="T22" fmla="*/ 276 w 279"/>
                <a:gd name="T23" fmla="*/ 39 h 55"/>
                <a:gd name="T24" fmla="*/ 246 w 279"/>
                <a:gd name="T25" fmla="*/ 16 h 55"/>
                <a:gd name="T26" fmla="*/ 121 w 279"/>
                <a:gd name="T27" fmla="*/ 27 h 55"/>
                <a:gd name="T28" fmla="*/ 87 w 279"/>
                <a:gd name="T29" fmla="*/ 40 h 55"/>
                <a:gd name="T30" fmla="*/ 10 w 279"/>
                <a:gd name="T31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79" h="55">
                  <a:moveTo>
                    <a:pt x="10" y="53"/>
                  </a:moveTo>
                  <a:cubicBezTo>
                    <a:pt x="7" y="53"/>
                    <a:pt x="5" y="53"/>
                    <a:pt x="2" y="52"/>
                  </a:cubicBezTo>
                  <a:cubicBezTo>
                    <a:pt x="1" y="52"/>
                    <a:pt x="0" y="51"/>
                    <a:pt x="1" y="50"/>
                  </a:cubicBezTo>
                  <a:cubicBezTo>
                    <a:pt x="1" y="49"/>
                    <a:pt x="2" y="48"/>
                    <a:pt x="2" y="48"/>
                  </a:cubicBezTo>
                  <a:cubicBezTo>
                    <a:pt x="11" y="50"/>
                    <a:pt x="20" y="50"/>
                    <a:pt x="29" y="49"/>
                  </a:cubicBezTo>
                  <a:cubicBezTo>
                    <a:pt x="43" y="48"/>
                    <a:pt x="57" y="45"/>
                    <a:pt x="70" y="41"/>
                  </a:cubicBezTo>
                  <a:cubicBezTo>
                    <a:pt x="82" y="39"/>
                    <a:pt x="93" y="35"/>
                    <a:pt x="104" y="30"/>
                  </a:cubicBezTo>
                  <a:cubicBezTo>
                    <a:pt x="145" y="13"/>
                    <a:pt x="190" y="0"/>
                    <a:pt x="235" y="10"/>
                  </a:cubicBezTo>
                  <a:cubicBezTo>
                    <a:pt x="246" y="12"/>
                    <a:pt x="257" y="15"/>
                    <a:pt x="266" y="23"/>
                  </a:cubicBezTo>
                  <a:cubicBezTo>
                    <a:pt x="271" y="26"/>
                    <a:pt x="274" y="30"/>
                    <a:pt x="277" y="35"/>
                  </a:cubicBezTo>
                  <a:cubicBezTo>
                    <a:pt x="278" y="36"/>
                    <a:pt x="279" y="38"/>
                    <a:pt x="278" y="39"/>
                  </a:cubicBezTo>
                  <a:cubicBezTo>
                    <a:pt x="277" y="39"/>
                    <a:pt x="276" y="39"/>
                    <a:pt x="276" y="39"/>
                  </a:cubicBezTo>
                  <a:cubicBezTo>
                    <a:pt x="267" y="26"/>
                    <a:pt x="260" y="21"/>
                    <a:pt x="246" y="16"/>
                  </a:cubicBezTo>
                  <a:cubicBezTo>
                    <a:pt x="205" y="3"/>
                    <a:pt x="161" y="13"/>
                    <a:pt x="121" y="27"/>
                  </a:cubicBezTo>
                  <a:cubicBezTo>
                    <a:pt x="110" y="31"/>
                    <a:pt x="99" y="36"/>
                    <a:pt x="87" y="40"/>
                  </a:cubicBezTo>
                  <a:cubicBezTo>
                    <a:pt x="62" y="48"/>
                    <a:pt x="36" y="55"/>
                    <a:pt x="10" y="53"/>
                  </a:cubicBezTo>
                  <a:close/>
                </a:path>
              </a:pathLst>
            </a:custGeom>
            <a:solidFill>
              <a:srgbClr val="5044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120" name="Freeform 84"/>
            <p:cNvSpPr/>
            <p:nvPr userDrawn="1"/>
          </p:nvSpPr>
          <p:spPr bwMode="auto">
            <a:xfrm>
              <a:off x="2489" y="2335"/>
              <a:ext cx="270" cy="758"/>
            </a:xfrm>
            <a:custGeom>
              <a:avLst/>
              <a:gdLst>
                <a:gd name="T0" fmla="*/ 52 w 56"/>
                <a:gd name="T1" fmla="*/ 156 h 156"/>
                <a:gd name="T2" fmla="*/ 18 w 56"/>
                <a:gd name="T3" fmla="*/ 57 h 156"/>
                <a:gd name="T4" fmla="*/ 9 w 56"/>
                <a:gd name="T5" fmla="*/ 27 h 156"/>
                <a:gd name="T6" fmla="*/ 1 w 56"/>
                <a:gd name="T7" fmla="*/ 4 h 156"/>
                <a:gd name="T8" fmla="*/ 1 w 56"/>
                <a:gd name="T9" fmla="*/ 1 h 156"/>
                <a:gd name="T10" fmla="*/ 4 w 56"/>
                <a:gd name="T11" fmla="*/ 2 h 156"/>
                <a:gd name="T12" fmla="*/ 12 w 56"/>
                <a:gd name="T13" fmla="*/ 26 h 156"/>
                <a:gd name="T14" fmla="*/ 18 w 56"/>
                <a:gd name="T15" fmla="*/ 47 h 156"/>
                <a:gd name="T16" fmla="*/ 38 w 56"/>
                <a:gd name="T17" fmla="*/ 107 h 156"/>
                <a:gd name="T18" fmla="*/ 53 w 56"/>
                <a:gd name="T19" fmla="*/ 148 h 156"/>
                <a:gd name="T20" fmla="*/ 56 w 56"/>
                <a:gd name="T21" fmla="*/ 156 h 156"/>
                <a:gd name="T22" fmla="*/ 52 w 56"/>
                <a:gd name="T23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6" h="156">
                  <a:moveTo>
                    <a:pt x="52" y="156"/>
                  </a:moveTo>
                  <a:cubicBezTo>
                    <a:pt x="39" y="123"/>
                    <a:pt x="29" y="91"/>
                    <a:pt x="18" y="57"/>
                  </a:cubicBezTo>
                  <a:cubicBezTo>
                    <a:pt x="14" y="47"/>
                    <a:pt x="12" y="37"/>
                    <a:pt x="9" y="27"/>
                  </a:cubicBezTo>
                  <a:cubicBezTo>
                    <a:pt x="7" y="19"/>
                    <a:pt x="4" y="12"/>
                    <a:pt x="1" y="4"/>
                  </a:cubicBezTo>
                  <a:cubicBezTo>
                    <a:pt x="1" y="3"/>
                    <a:pt x="0" y="2"/>
                    <a:pt x="1" y="1"/>
                  </a:cubicBezTo>
                  <a:cubicBezTo>
                    <a:pt x="2" y="0"/>
                    <a:pt x="4" y="0"/>
                    <a:pt x="4" y="2"/>
                  </a:cubicBezTo>
                  <a:cubicBezTo>
                    <a:pt x="7" y="10"/>
                    <a:pt x="10" y="18"/>
                    <a:pt x="12" y="26"/>
                  </a:cubicBezTo>
                  <a:cubicBezTo>
                    <a:pt x="14" y="33"/>
                    <a:pt x="16" y="40"/>
                    <a:pt x="18" y="47"/>
                  </a:cubicBezTo>
                  <a:cubicBezTo>
                    <a:pt x="24" y="67"/>
                    <a:pt x="31" y="87"/>
                    <a:pt x="38" y="107"/>
                  </a:cubicBezTo>
                  <a:cubicBezTo>
                    <a:pt x="42" y="121"/>
                    <a:pt x="47" y="134"/>
                    <a:pt x="53" y="148"/>
                  </a:cubicBezTo>
                  <a:cubicBezTo>
                    <a:pt x="54" y="150"/>
                    <a:pt x="55" y="153"/>
                    <a:pt x="56" y="156"/>
                  </a:cubicBezTo>
                  <a:lnTo>
                    <a:pt x="52" y="156"/>
                  </a:lnTo>
                  <a:close/>
                </a:path>
              </a:pathLst>
            </a:custGeom>
            <a:solidFill>
              <a:srgbClr val="5044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121" name="Freeform 85"/>
            <p:cNvSpPr/>
            <p:nvPr userDrawn="1"/>
          </p:nvSpPr>
          <p:spPr bwMode="auto">
            <a:xfrm>
              <a:off x="2441" y="2389"/>
              <a:ext cx="246" cy="704"/>
            </a:xfrm>
            <a:custGeom>
              <a:avLst/>
              <a:gdLst>
                <a:gd name="T0" fmla="*/ 48 w 51"/>
                <a:gd name="T1" fmla="*/ 145 h 145"/>
                <a:gd name="T2" fmla="*/ 30 w 51"/>
                <a:gd name="T3" fmla="*/ 97 h 145"/>
                <a:gd name="T4" fmla="*/ 10 w 51"/>
                <a:gd name="T5" fmla="*/ 41 h 145"/>
                <a:gd name="T6" fmla="*/ 3 w 51"/>
                <a:gd name="T7" fmla="*/ 20 h 145"/>
                <a:gd name="T8" fmla="*/ 0 w 51"/>
                <a:gd name="T9" fmla="*/ 5 h 145"/>
                <a:gd name="T10" fmla="*/ 6 w 51"/>
                <a:gd name="T11" fmla="*/ 1 h 145"/>
                <a:gd name="T12" fmla="*/ 15 w 51"/>
                <a:gd name="T13" fmla="*/ 1 h 145"/>
                <a:gd name="T14" fmla="*/ 17 w 51"/>
                <a:gd name="T15" fmla="*/ 4 h 145"/>
                <a:gd name="T16" fmla="*/ 11 w 51"/>
                <a:gd name="T17" fmla="*/ 5 h 145"/>
                <a:gd name="T18" fmla="*/ 3 w 51"/>
                <a:gd name="T19" fmla="*/ 5 h 145"/>
                <a:gd name="T20" fmla="*/ 4 w 51"/>
                <a:gd name="T21" fmla="*/ 11 h 145"/>
                <a:gd name="T22" fmla="*/ 17 w 51"/>
                <a:gd name="T23" fmla="*/ 49 h 145"/>
                <a:gd name="T24" fmla="*/ 37 w 51"/>
                <a:gd name="T25" fmla="*/ 107 h 145"/>
                <a:gd name="T26" fmla="*/ 48 w 51"/>
                <a:gd name="T27" fmla="*/ 137 h 145"/>
                <a:gd name="T28" fmla="*/ 51 w 51"/>
                <a:gd name="T29" fmla="*/ 145 h 145"/>
                <a:gd name="T30" fmla="*/ 48 w 51"/>
                <a:gd name="T31" fmla="*/ 145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1" h="145">
                  <a:moveTo>
                    <a:pt x="48" y="145"/>
                  </a:moveTo>
                  <a:cubicBezTo>
                    <a:pt x="41" y="129"/>
                    <a:pt x="36" y="113"/>
                    <a:pt x="30" y="97"/>
                  </a:cubicBezTo>
                  <a:cubicBezTo>
                    <a:pt x="23" y="79"/>
                    <a:pt x="17" y="60"/>
                    <a:pt x="10" y="41"/>
                  </a:cubicBezTo>
                  <a:cubicBezTo>
                    <a:pt x="8" y="34"/>
                    <a:pt x="5" y="27"/>
                    <a:pt x="3" y="20"/>
                  </a:cubicBezTo>
                  <a:cubicBezTo>
                    <a:pt x="2" y="15"/>
                    <a:pt x="0" y="10"/>
                    <a:pt x="0" y="5"/>
                  </a:cubicBezTo>
                  <a:cubicBezTo>
                    <a:pt x="0" y="1"/>
                    <a:pt x="3" y="1"/>
                    <a:pt x="6" y="1"/>
                  </a:cubicBezTo>
                  <a:cubicBezTo>
                    <a:pt x="9" y="1"/>
                    <a:pt x="12" y="2"/>
                    <a:pt x="15" y="1"/>
                  </a:cubicBezTo>
                  <a:cubicBezTo>
                    <a:pt x="17" y="0"/>
                    <a:pt x="19" y="3"/>
                    <a:pt x="17" y="4"/>
                  </a:cubicBezTo>
                  <a:cubicBezTo>
                    <a:pt x="15" y="5"/>
                    <a:pt x="13" y="5"/>
                    <a:pt x="11" y="5"/>
                  </a:cubicBezTo>
                  <a:cubicBezTo>
                    <a:pt x="9" y="5"/>
                    <a:pt x="6" y="5"/>
                    <a:pt x="3" y="5"/>
                  </a:cubicBezTo>
                  <a:cubicBezTo>
                    <a:pt x="3" y="7"/>
                    <a:pt x="4" y="9"/>
                    <a:pt x="4" y="11"/>
                  </a:cubicBezTo>
                  <a:cubicBezTo>
                    <a:pt x="7" y="24"/>
                    <a:pt x="12" y="36"/>
                    <a:pt x="17" y="49"/>
                  </a:cubicBezTo>
                  <a:cubicBezTo>
                    <a:pt x="23" y="69"/>
                    <a:pt x="30" y="88"/>
                    <a:pt x="37" y="107"/>
                  </a:cubicBezTo>
                  <a:cubicBezTo>
                    <a:pt x="41" y="117"/>
                    <a:pt x="45" y="127"/>
                    <a:pt x="48" y="137"/>
                  </a:cubicBezTo>
                  <a:cubicBezTo>
                    <a:pt x="49" y="140"/>
                    <a:pt x="50" y="142"/>
                    <a:pt x="51" y="145"/>
                  </a:cubicBezTo>
                  <a:lnTo>
                    <a:pt x="48" y="145"/>
                  </a:lnTo>
                  <a:close/>
                </a:path>
              </a:pathLst>
            </a:custGeom>
            <a:solidFill>
              <a:srgbClr val="5044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122" name="Freeform 86"/>
            <p:cNvSpPr/>
            <p:nvPr userDrawn="1"/>
          </p:nvSpPr>
          <p:spPr bwMode="auto">
            <a:xfrm>
              <a:off x="2402" y="2457"/>
              <a:ext cx="222" cy="636"/>
            </a:xfrm>
            <a:custGeom>
              <a:avLst/>
              <a:gdLst>
                <a:gd name="T0" fmla="*/ 43 w 46"/>
                <a:gd name="T1" fmla="*/ 131 h 131"/>
                <a:gd name="T2" fmla="*/ 17 w 46"/>
                <a:gd name="T3" fmla="*/ 58 h 131"/>
                <a:gd name="T4" fmla="*/ 17 w 46"/>
                <a:gd name="T5" fmla="*/ 58 h 131"/>
                <a:gd name="T6" fmla="*/ 3 w 46"/>
                <a:gd name="T7" fmla="*/ 18 h 131"/>
                <a:gd name="T8" fmla="*/ 9 w 46"/>
                <a:gd name="T9" fmla="*/ 1 h 131"/>
                <a:gd name="T10" fmla="*/ 11 w 46"/>
                <a:gd name="T11" fmla="*/ 2 h 131"/>
                <a:gd name="T12" fmla="*/ 9 w 46"/>
                <a:gd name="T13" fmla="*/ 4 h 131"/>
                <a:gd name="T14" fmla="*/ 5 w 46"/>
                <a:gd name="T15" fmla="*/ 6 h 131"/>
                <a:gd name="T16" fmla="*/ 16 w 46"/>
                <a:gd name="T17" fmla="*/ 48 h 131"/>
                <a:gd name="T18" fmla="*/ 34 w 46"/>
                <a:gd name="T19" fmla="*/ 99 h 131"/>
                <a:gd name="T20" fmla="*/ 45 w 46"/>
                <a:gd name="T21" fmla="*/ 128 h 131"/>
                <a:gd name="T22" fmla="*/ 46 w 46"/>
                <a:gd name="T23" fmla="*/ 131 h 131"/>
                <a:gd name="T24" fmla="*/ 43 w 46"/>
                <a:gd name="T25" fmla="*/ 131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6" h="131">
                  <a:moveTo>
                    <a:pt x="43" y="131"/>
                  </a:moveTo>
                  <a:cubicBezTo>
                    <a:pt x="33" y="107"/>
                    <a:pt x="25" y="83"/>
                    <a:pt x="17" y="58"/>
                  </a:cubicBezTo>
                  <a:cubicBezTo>
                    <a:pt x="17" y="58"/>
                    <a:pt x="17" y="58"/>
                    <a:pt x="17" y="58"/>
                  </a:cubicBezTo>
                  <a:cubicBezTo>
                    <a:pt x="12" y="45"/>
                    <a:pt x="7" y="32"/>
                    <a:pt x="3" y="18"/>
                  </a:cubicBezTo>
                  <a:cubicBezTo>
                    <a:pt x="1" y="10"/>
                    <a:pt x="0" y="3"/>
                    <a:pt x="9" y="1"/>
                  </a:cubicBezTo>
                  <a:cubicBezTo>
                    <a:pt x="10" y="0"/>
                    <a:pt x="11" y="1"/>
                    <a:pt x="11" y="2"/>
                  </a:cubicBezTo>
                  <a:cubicBezTo>
                    <a:pt x="12" y="3"/>
                    <a:pt x="10" y="4"/>
                    <a:pt x="9" y="4"/>
                  </a:cubicBezTo>
                  <a:cubicBezTo>
                    <a:pt x="8" y="5"/>
                    <a:pt x="6" y="5"/>
                    <a:pt x="5" y="6"/>
                  </a:cubicBezTo>
                  <a:cubicBezTo>
                    <a:pt x="2" y="12"/>
                    <a:pt x="14" y="40"/>
                    <a:pt x="16" y="48"/>
                  </a:cubicBezTo>
                  <a:cubicBezTo>
                    <a:pt x="22" y="65"/>
                    <a:pt x="28" y="82"/>
                    <a:pt x="34" y="99"/>
                  </a:cubicBezTo>
                  <a:cubicBezTo>
                    <a:pt x="38" y="109"/>
                    <a:pt x="41" y="118"/>
                    <a:pt x="45" y="128"/>
                  </a:cubicBezTo>
                  <a:cubicBezTo>
                    <a:pt x="46" y="129"/>
                    <a:pt x="46" y="130"/>
                    <a:pt x="46" y="131"/>
                  </a:cubicBezTo>
                  <a:lnTo>
                    <a:pt x="43" y="131"/>
                  </a:lnTo>
                  <a:close/>
                </a:path>
              </a:pathLst>
            </a:custGeom>
            <a:solidFill>
              <a:srgbClr val="5044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123" name="Freeform 87"/>
            <p:cNvSpPr/>
            <p:nvPr userDrawn="1"/>
          </p:nvSpPr>
          <p:spPr bwMode="auto">
            <a:xfrm>
              <a:off x="3816" y="2019"/>
              <a:ext cx="304" cy="277"/>
            </a:xfrm>
            <a:custGeom>
              <a:avLst/>
              <a:gdLst>
                <a:gd name="T0" fmla="*/ 2 w 63"/>
                <a:gd name="T1" fmla="*/ 57 h 57"/>
                <a:gd name="T2" fmla="*/ 5 w 63"/>
                <a:gd name="T3" fmla="*/ 47 h 57"/>
                <a:gd name="T4" fmla="*/ 22 w 63"/>
                <a:gd name="T5" fmla="*/ 25 h 57"/>
                <a:gd name="T6" fmla="*/ 57 w 63"/>
                <a:gd name="T7" fmla="*/ 1 h 57"/>
                <a:gd name="T8" fmla="*/ 59 w 63"/>
                <a:gd name="T9" fmla="*/ 0 h 57"/>
                <a:gd name="T10" fmla="*/ 59 w 63"/>
                <a:gd name="T11" fmla="*/ 1 h 57"/>
                <a:gd name="T12" fmla="*/ 60 w 63"/>
                <a:gd name="T13" fmla="*/ 1 h 57"/>
                <a:gd name="T14" fmla="*/ 60 w 63"/>
                <a:gd name="T15" fmla="*/ 1 h 57"/>
                <a:gd name="T16" fmla="*/ 63 w 63"/>
                <a:gd name="T17" fmla="*/ 2 h 57"/>
                <a:gd name="T18" fmla="*/ 62 w 63"/>
                <a:gd name="T19" fmla="*/ 2 h 57"/>
                <a:gd name="T20" fmla="*/ 26 w 63"/>
                <a:gd name="T21" fmla="*/ 25 h 57"/>
                <a:gd name="T22" fmla="*/ 5 w 63"/>
                <a:gd name="T23" fmla="*/ 54 h 57"/>
                <a:gd name="T24" fmla="*/ 5 w 63"/>
                <a:gd name="T25" fmla="*/ 55 h 57"/>
                <a:gd name="T26" fmla="*/ 3 w 63"/>
                <a:gd name="T27" fmla="*/ 57 h 57"/>
                <a:gd name="T28" fmla="*/ 2 w 63"/>
                <a:gd name="T29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3" h="57">
                  <a:moveTo>
                    <a:pt x="2" y="57"/>
                  </a:moveTo>
                  <a:cubicBezTo>
                    <a:pt x="0" y="56"/>
                    <a:pt x="4" y="49"/>
                    <a:pt x="5" y="47"/>
                  </a:cubicBezTo>
                  <a:cubicBezTo>
                    <a:pt x="9" y="39"/>
                    <a:pt x="15" y="31"/>
                    <a:pt x="22" y="25"/>
                  </a:cubicBezTo>
                  <a:cubicBezTo>
                    <a:pt x="32" y="15"/>
                    <a:pt x="44" y="7"/>
                    <a:pt x="57" y="1"/>
                  </a:cubicBezTo>
                  <a:cubicBezTo>
                    <a:pt x="57" y="1"/>
                    <a:pt x="58" y="1"/>
                    <a:pt x="59" y="0"/>
                  </a:cubicBezTo>
                  <a:cubicBezTo>
                    <a:pt x="59" y="1"/>
                    <a:pt x="59" y="1"/>
                    <a:pt x="59" y="1"/>
                  </a:cubicBezTo>
                  <a:cubicBezTo>
                    <a:pt x="59" y="1"/>
                    <a:pt x="60" y="1"/>
                    <a:pt x="60" y="1"/>
                  </a:cubicBezTo>
                  <a:cubicBezTo>
                    <a:pt x="60" y="1"/>
                    <a:pt x="60" y="1"/>
                    <a:pt x="60" y="1"/>
                  </a:cubicBezTo>
                  <a:cubicBezTo>
                    <a:pt x="61" y="1"/>
                    <a:pt x="62" y="2"/>
                    <a:pt x="63" y="2"/>
                  </a:cubicBezTo>
                  <a:cubicBezTo>
                    <a:pt x="63" y="2"/>
                    <a:pt x="62" y="2"/>
                    <a:pt x="62" y="2"/>
                  </a:cubicBezTo>
                  <a:cubicBezTo>
                    <a:pt x="49" y="8"/>
                    <a:pt x="37" y="16"/>
                    <a:pt x="26" y="25"/>
                  </a:cubicBezTo>
                  <a:cubicBezTo>
                    <a:pt x="18" y="33"/>
                    <a:pt x="10" y="43"/>
                    <a:pt x="5" y="54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5" y="56"/>
                    <a:pt x="4" y="57"/>
                    <a:pt x="3" y="57"/>
                  </a:cubicBezTo>
                  <a:cubicBezTo>
                    <a:pt x="3" y="57"/>
                    <a:pt x="3" y="57"/>
                    <a:pt x="2" y="57"/>
                  </a:cubicBezTo>
                  <a:close/>
                </a:path>
              </a:pathLst>
            </a:custGeom>
            <a:solidFill>
              <a:srgbClr val="5044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124" name="Freeform 88"/>
            <p:cNvSpPr/>
            <p:nvPr userDrawn="1"/>
          </p:nvSpPr>
          <p:spPr bwMode="auto">
            <a:xfrm>
              <a:off x="4264" y="1796"/>
              <a:ext cx="623" cy="180"/>
            </a:xfrm>
            <a:custGeom>
              <a:avLst/>
              <a:gdLst>
                <a:gd name="T0" fmla="*/ 3 w 129"/>
                <a:gd name="T1" fmla="*/ 37 h 37"/>
                <a:gd name="T2" fmla="*/ 2 w 129"/>
                <a:gd name="T3" fmla="*/ 35 h 37"/>
                <a:gd name="T4" fmla="*/ 0 w 129"/>
                <a:gd name="T5" fmla="*/ 35 h 37"/>
                <a:gd name="T6" fmla="*/ 31 w 129"/>
                <a:gd name="T7" fmla="*/ 27 h 37"/>
                <a:gd name="T8" fmla="*/ 72 w 129"/>
                <a:gd name="T9" fmla="*/ 20 h 37"/>
                <a:gd name="T10" fmla="*/ 111 w 129"/>
                <a:gd name="T11" fmla="*/ 10 h 37"/>
                <a:gd name="T12" fmla="*/ 125 w 129"/>
                <a:gd name="T13" fmla="*/ 2 h 37"/>
                <a:gd name="T14" fmla="*/ 129 w 129"/>
                <a:gd name="T15" fmla="*/ 1 h 37"/>
                <a:gd name="T16" fmla="*/ 129 w 129"/>
                <a:gd name="T17" fmla="*/ 3 h 37"/>
                <a:gd name="T18" fmla="*/ 123 w 129"/>
                <a:gd name="T19" fmla="*/ 7 h 37"/>
                <a:gd name="T20" fmla="*/ 76 w 129"/>
                <a:gd name="T21" fmla="*/ 22 h 37"/>
                <a:gd name="T22" fmla="*/ 34 w 129"/>
                <a:gd name="T23" fmla="*/ 30 h 37"/>
                <a:gd name="T24" fmla="*/ 4 w 129"/>
                <a:gd name="T25" fmla="*/ 37 h 37"/>
                <a:gd name="T26" fmla="*/ 3 w 129"/>
                <a:gd name="T27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9" h="37">
                  <a:moveTo>
                    <a:pt x="3" y="37"/>
                  </a:moveTo>
                  <a:cubicBezTo>
                    <a:pt x="3" y="36"/>
                    <a:pt x="2" y="36"/>
                    <a:pt x="2" y="35"/>
                  </a:cubicBezTo>
                  <a:cubicBezTo>
                    <a:pt x="1" y="35"/>
                    <a:pt x="0" y="35"/>
                    <a:pt x="0" y="35"/>
                  </a:cubicBezTo>
                  <a:cubicBezTo>
                    <a:pt x="10" y="32"/>
                    <a:pt x="21" y="29"/>
                    <a:pt x="31" y="27"/>
                  </a:cubicBezTo>
                  <a:cubicBezTo>
                    <a:pt x="45" y="24"/>
                    <a:pt x="59" y="22"/>
                    <a:pt x="72" y="20"/>
                  </a:cubicBezTo>
                  <a:cubicBezTo>
                    <a:pt x="85" y="17"/>
                    <a:pt x="99" y="15"/>
                    <a:pt x="111" y="10"/>
                  </a:cubicBezTo>
                  <a:cubicBezTo>
                    <a:pt x="116" y="8"/>
                    <a:pt x="121" y="5"/>
                    <a:pt x="125" y="2"/>
                  </a:cubicBezTo>
                  <a:cubicBezTo>
                    <a:pt x="126" y="1"/>
                    <a:pt x="128" y="0"/>
                    <a:pt x="129" y="1"/>
                  </a:cubicBezTo>
                  <a:cubicBezTo>
                    <a:pt x="129" y="2"/>
                    <a:pt x="129" y="3"/>
                    <a:pt x="129" y="3"/>
                  </a:cubicBezTo>
                  <a:cubicBezTo>
                    <a:pt x="127" y="5"/>
                    <a:pt x="125" y="6"/>
                    <a:pt x="123" y="7"/>
                  </a:cubicBezTo>
                  <a:cubicBezTo>
                    <a:pt x="109" y="17"/>
                    <a:pt x="92" y="19"/>
                    <a:pt x="76" y="22"/>
                  </a:cubicBezTo>
                  <a:cubicBezTo>
                    <a:pt x="62" y="25"/>
                    <a:pt x="48" y="27"/>
                    <a:pt x="34" y="30"/>
                  </a:cubicBezTo>
                  <a:cubicBezTo>
                    <a:pt x="24" y="32"/>
                    <a:pt x="14" y="34"/>
                    <a:pt x="4" y="37"/>
                  </a:cubicBezTo>
                  <a:cubicBezTo>
                    <a:pt x="4" y="37"/>
                    <a:pt x="4" y="37"/>
                    <a:pt x="3" y="37"/>
                  </a:cubicBezTo>
                  <a:close/>
                </a:path>
              </a:pathLst>
            </a:custGeom>
            <a:solidFill>
              <a:srgbClr val="5044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125" name="Freeform 89"/>
            <p:cNvSpPr/>
            <p:nvPr userDrawn="1"/>
          </p:nvSpPr>
          <p:spPr bwMode="auto">
            <a:xfrm>
              <a:off x="5229" y="2903"/>
              <a:ext cx="73" cy="190"/>
            </a:xfrm>
            <a:custGeom>
              <a:avLst/>
              <a:gdLst>
                <a:gd name="T0" fmla="*/ 12 w 15"/>
                <a:gd name="T1" fmla="*/ 39 h 39"/>
                <a:gd name="T2" fmla="*/ 0 w 15"/>
                <a:gd name="T3" fmla="*/ 1 h 39"/>
                <a:gd name="T4" fmla="*/ 3 w 15"/>
                <a:gd name="T5" fmla="*/ 0 h 39"/>
                <a:gd name="T6" fmla="*/ 15 w 15"/>
                <a:gd name="T7" fmla="*/ 38 h 39"/>
                <a:gd name="T8" fmla="*/ 15 w 15"/>
                <a:gd name="T9" fmla="*/ 39 h 39"/>
                <a:gd name="T10" fmla="*/ 12 w 15"/>
                <a:gd name="T11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39">
                  <a:moveTo>
                    <a:pt x="12" y="39"/>
                  </a:moveTo>
                  <a:cubicBezTo>
                    <a:pt x="8" y="26"/>
                    <a:pt x="4" y="14"/>
                    <a:pt x="0" y="1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7" y="13"/>
                    <a:pt x="11" y="25"/>
                    <a:pt x="15" y="38"/>
                  </a:cubicBezTo>
                  <a:cubicBezTo>
                    <a:pt x="15" y="38"/>
                    <a:pt x="15" y="39"/>
                    <a:pt x="15" y="39"/>
                  </a:cubicBezTo>
                  <a:lnTo>
                    <a:pt x="12" y="39"/>
                  </a:lnTo>
                  <a:close/>
                </a:path>
              </a:pathLst>
            </a:custGeom>
            <a:solidFill>
              <a:srgbClr val="5044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126" name="Freeform 90"/>
            <p:cNvSpPr/>
            <p:nvPr userDrawn="1"/>
          </p:nvSpPr>
          <p:spPr bwMode="auto">
            <a:xfrm>
              <a:off x="4867" y="1801"/>
              <a:ext cx="309" cy="903"/>
            </a:xfrm>
            <a:custGeom>
              <a:avLst/>
              <a:gdLst>
                <a:gd name="T0" fmla="*/ 37 w 64"/>
                <a:gd name="T1" fmla="*/ 104 h 186"/>
                <a:gd name="T2" fmla="*/ 15 w 64"/>
                <a:gd name="T3" fmla="*/ 39 h 186"/>
                <a:gd name="T4" fmla="*/ 6 w 64"/>
                <a:gd name="T5" fmla="*/ 14 h 186"/>
                <a:gd name="T6" fmla="*/ 1 w 64"/>
                <a:gd name="T7" fmla="*/ 4 h 186"/>
                <a:gd name="T8" fmla="*/ 2 w 64"/>
                <a:gd name="T9" fmla="*/ 1 h 186"/>
                <a:gd name="T10" fmla="*/ 8 w 64"/>
                <a:gd name="T11" fmla="*/ 10 h 186"/>
                <a:gd name="T12" fmla="*/ 25 w 64"/>
                <a:gd name="T13" fmla="*/ 58 h 186"/>
                <a:gd name="T14" fmla="*/ 64 w 64"/>
                <a:gd name="T15" fmla="*/ 182 h 186"/>
                <a:gd name="T16" fmla="*/ 62 w 64"/>
                <a:gd name="T17" fmla="*/ 186 h 186"/>
                <a:gd name="T18" fmla="*/ 37 w 64"/>
                <a:gd name="T19" fmla="*/ 104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4" h="186">
                  <a:moveTo>
                    <a:pt x="37" y="104"/>
                  </a:moveTo>
                  <a:cubicBezTo>
                    <a:pt x="30" y="82"/>
                    <a:pt x="22" y="61"/>
                    <a:pt x="15" y="39"/>
                  </a:cubicBezTo>
                  <a:cubicBezTo>
                    <a:pt x="12" y="30"/>
                    <a:pt x="9" y="22"/>
                    <a:pt x="6" y="14"/>
                  </a:cubicBezTo>
                  <a:cubicBezTo>
                    <a:pt x="5" y="11"/>
                    <a:pt x="3" y="7"/>
                    <a:pt x="1" y="4"/>
                  </a:cubicBezTo>
                  <a:cubicBezTo>
                    <a:pt x="0" y="3"/>
                    <a:pt x="1" y="1"/>
                    <a:pt x="2" y="1"/>
                  </a:cubicBezTo>
                  <a:cubicBezTo>
                    <a:pt x="4" y="0"/>
                    <a:pt x="7" y="8"/>
                    <a:pt x="8" y="10"/>
                  </a:cubicBezTo>
                  <a:cubicBezTo>
                    <a:pt x="15" y="26"/>
                    <a:pt x="19" y="42"/>
                    <a:pt x="25" y="58"/>
                  </a:cubicBezTo>
                  <a:cubicBezTo>
                    <a:pt x="40" y="99"/>
                    <a:pt x="52" y="140"/>
                    <a:pt x="64" y="182"/>
                  </a:cubicBezTo>
                  <a:cubicBezTo>
                    <a:pt x="63" y="183"/>
                    <a:pt x="63" y="185"/>
                    <a:pt x="62" y="186"/>
                  </a:cubicBezTo>
                  <a:cubicBezTo>
                    <a:pt x="54" y="159"/>
                    <a:pt x="46" y="131"/>
                    <a:pt x="37" y="104"/>
                  </a:cubicBezTo>
                  <a:close/>
                </a:path>
              </a:pathLst>
            </a:custGeom>
            <a:solidFill>
              <a:srgbClr val="5044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127" name="Freeform 91"/>
            <p:cNvSpPr/>
            <p:nvPr userDrawn="1"/>
          </p:nvSpPr>
          <p:spPr bwMode="auto">
            <a:xfrm>
              <a:off x="5311" y="2874"/>
              <a:ext cx="82" cy="219"/>
            </a:xfrm>
            <a:custGeom>
              <a:avLst/>
              <a:gdLst>
                <a:gd name="T0" fmla="*/ 14 w 17"/>
                <a:gd name="T1" fmla="*/ 45 h 45"/>
                <a:gd name="T2" fmla="*/ 0 w 17"/>
                <a:gd name="T3" fmla="*/ 2 h 45"/>
                <a:gd name="T4" fmla="*/ 0 w 17"/>
                <a:gd name="T5" fmla="*/ 1 h 45"/>
                <a:gd name="T6" fmla="*/ 2 w 17"/>
                <a:gd name="T7" fmla="*/ 0 h 45"/>
                <a:gd name="T8" fmla="*/ 3 w 17"/>
                <a:gd name="T9" fmla="*/ 0 h 45"/>
                <a:gd name="T10" fmla="*/ 6 w 17"/>
                <a:gd name="T11" fmla="*/ 11 h 45"/>
                <a:gd name="T12" fmla="*/ 14 w 17"/>
                <a:gd name="T13" fmla="*/ 37 h 45"/>
                <a:gd name="T14" fmla="*/ 17 w 17"/>
                <a:gd name="T15" fmla="*/ 45 h 45"/>
                <a:gd name="T16" fmla="*/ 14 w 17"/>
                <a:gd name="T17" fmla="*/ 45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" h="45">
                  <a:moveTo>
                    <a:pt x="14" y="45"/>
                  </a:moveTo>
                  <a:cubicBezTo>
                    <a:pt x="9" y="31"/>
                    <a:pt x="5" y="16"/>
                    <a:pt x="0" y="2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1" y="1"/>
                    <a:pt x="1" y="0"/>
                    <a:pt x="2" y="0"/>
                  </a:cubicBezTo>
                  <a:cubicBezTo>
                    <a:pt x="2" y="0"/>
                    <a:pt x="3" y="0"/>
                    <a:pt x="3" y="0"/>
                  </a:cubicBezTo>
                  <a:cubicBezTo>
                    <a:pt x="4" y="3"/>
                    <a:pt x="5" y="7"/>
                    <a:pt x="6" y="11"/>
                  </a:cubicBezTo>
                  <a:cubicBezTo>
                    <a:pt x="9" y="19"/>
                    <a:pt x="12" y="28"/>
                    <a:pt x="14" y="37"/>
                  </a:cubicBezTo>
                  <a:cubicBezTo>
                    <a:pt x="15" y="39"/>
                    <a:pt x="16" y="42"/>
                    <a:pt x="17" y="45"/>
                  </a:cubicBezTo>
                  <a:lnTo>
                    <a:pt x="14" y="45"/>
                  </a:lnTo>
                  <a:close/>
                </a:path>
              </a:pathLst>
            </a:custGeom>
            <a:solidFill>
              <a:srgbClr val="5044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128" name="Freeform 92"/>
            <p:cNvSpPr/>
            <p:nvPr userDrawn="1"/>
          </p:nvSpPr>
          <p:spPr bwMode="auto">
            <a:xfrm>
              <a:off x="5302" y="2801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5044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129" name="Freeform 93"/>
            <p:cNvSpPr/>
            <p:nvPr userDrawn="1"/>
          </p:nvSpPr>
          <p:spPr bwMode="auto">
            <a:xfrm>
              <a:off x="5302" y="2801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5044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130" name="Oval 94"/>
            <p:cNvSpPr>
              <a:spLocks noChangeArrowheads="1"/>
            </p:cNvSpPr>
            <p:nvPr userDrawn="1"/>
          </p:nvSpPr>
          <p:spPr bwMode="auto">
            <a:xfrm>
              <a:off x="5302" y="2801"/>
              <a:ext cx="1" cy="1"/>
            </a:xfrm>
            <a:prstGeom prst="ellipse">
              <a:avLst/>
            </a:prstGeom>
            <a:solidFill>
              <a:srgbClr val="5044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131" name="Freeform 95"/>
            <p:cNvSpPr/>
            <p:nvPr userDrawn="1"/>
          </p:nvSpPr>
          <p:spPr bwMode="auto">
            <a:xfrm>
              <a:off x="5302" y="2801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5044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132" name="Freeform 96"/>
            <p:cNvSpPr/>
            <p:nvPr userDrawn="1"/>
          </p:nvSpPr>
          <p:spPr bwMode="auto">
            <a:xfrm>
              <a:off x="5302" y="2801"/>
              <a:ext cx="5" cy="0"/>
            </a:xfrm>
            <a:custGeom>
              <a:avLst/>
              <a:gdLst>
                <a:gd name="T0" fmla="*/ 1 w 1"/>
                <a:gd name="T1" fmla="*/ 1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solidFill>
              <a:srgbClr val="5044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133" name="Freeform 97"/>
            <p:cNvSpPr/>
            <p:nvPr userDrawn="1"/>
          </p:nvSpPr>
          <p:spPr bwMode="auto">
            <a:xfrm>
              <a:off x="5307" y="2801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5044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134" name="Freeform 98"/>
            <p:cNvSpPr/>
            <p:nvPr userDrawn="1"/>
          </p:nvSpPr>
          <p:spPr bwMode="auto">
            <a:xfrm>
              <a:off x="5307" y="2801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5044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135" name="Oval 99"/>
            <p:cNvSpPr>
              <a:spLocks noChangeArrowheads="1"/>
            </p:cNvSpPr>
            <p:nvPr userDrawn="1"/>
          </p:nvSpPr>
          <p:spPr bwMode="auto">
            <a:xfrm>
              <a:off x="5307" y="2801"/>
              <a:ext cx="1" cy="1"/>
            </a:xfrm>
            <a:prstGeom prst="ellipse">
              <a:avLst/>
            </a:prstGeom>
            <a:solidFill>
              <a:srgbClr val="5044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136" name="Freeform 100"/>
            <p:cNvSpPr/>
            <p:nvPr userDrawn="1"/>
          </p:nvSpPr>
          <p:spPr bwMode="auto">
            <a:xfrm>
              <a:off x="5307" y="2801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5044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137" name="Freeform 101"/>
            <p:cNvSpPr/>
            <p:nvPr userDrawn="1"/>
          </p:nvSpPr>
          <p:spPr bwMode="auto">
            <a:xfrm>
              <a:off x="4906" y="1786"/>
              <a:ext cx="333" cy="806"/>
            </a:xfrm>
            <a:custGeom>
              <a:avLst/>
              <a:gdLst>
                <a:gd name="T0" fmla="*/ 61 w 69"/>
                <a:gd name="T1" fmla="*/ 143 h 166"/>
                <a:gd name="T2" fmla="*/ 28 w 69"/>
                <a:gd name="T3" fmla="*/ 46 h 166"/>
                <a:gd name="T4" fmla="*/ 16 w 69"/>
                <a:gd name="T5" fmla="*/ 9 h 166"/>
                <a:gd name="T6" fmla="*/ 4 w 69"/>
                <a:gd name="T7" fmla="*/ 23 h 166"/>
                <a:gd name="T8" fmla="*/ 3 w 69"/>
                <a:gd name="T9" fmla="*/ 24 h 166"/>
                <a:gd name="T10" fmla="*/ 1 w 69"/>
                <a:gd name="T11" fmla="*/ 23 h 166"/>
                <a:gd name="T12" fmla="*/ 3 w 69"/>
                <a:gd name="T13" fmla="*/ 18 h 166"/>
                <a:gd name="T14" fmla="*/ 12 w 69"/>
                <a:gd name="T15" fmla="*/ 8 h 166"/>
                <a:gd name="T16" fmla="*/ 21 w 69"/>
                <a:gd name="T17" fmla="*/ 13 h 166"/>
                <a:gd name="T18" fmla="*/ 31 w 69"/>
                <a:gd name="T19" fmla="*/ 44 h 166"/>
                <a:gd name="T20" fmla="*/ 52 w 69"/>
                <a:gd name="T21" fmla="*/ 107 h 166"/>
                <a:gd name="T22" fmla="*/ 69 w 69"/>
                <a:gd name="T23" fmla="*/ 162 h 166"/>
                <a:gd name="T24" fmla="*/ 67 w 69"/>
                <a:gd name="T25" fmla="*/ 166 h 166"/>
                <a:gd name="T26" fmla="*/ 61 w 69"/>
                <a:gd name="T27" fmla="*/ 143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9" h="166">
                  <a:moveTo>
                    <a:pt x="61" y="143"/>
                  </a:moveTo>
                  <a:cubicBezTo>
                    <a:pt x="51" y="110"/>
                    <a:pt x="39" y="78"/>
                    <a:pt x="28" y="46"/>
                  </a:cubicBezTo>
                  <a:cubicBezTo>
                    <a:pt x="24" y="34"/>
                    <a:pt x="21" y="21"/>
                    <a:pt x="16" y="9"/>
                  </a:cubicBezTo>
                  <a:cubicBezTo>
                    <a:pt x="12" y="13"/>
                    <a:pt x="8" y="18"/>
                    <a:pt x="4" y="23"/>
                  </a:cubicBezTo>
                  <a:cubicBezTo>
                    <a:pt x="4" y="23"/>
                    <a:pt x="4" y="24"/>
                    <a:pt x="3" y="24"/>
                  </a:cubicBezTo>
                  <a:cubicBezTo>
                    <a:pt x="2" y="24"/>
                    <a:pt x="1" y="24"/>
                    <a:pt x="1" y="23"/>
                  </a:cubicBezTo>
                  <a:cubicBezTo>
                    <a:pt x="0" y="21"/>
                    <a:pt x="2" y="20"/>
                    <a:pt x="3" y="18"/>
                  </a:cubicBezTo>
                  <a:cubicBezTo>
                    <a:pt x="6" y="15"/>
                    <a:pt x="9" y="11"/>
                    <a:pt x="12" y="8"/>
                  </a:cubicBezTo>
                  <a:cubicBezTo>
                    <a:pt x="17" y="0"/>
                    <a:pt x="19" y="8"/>
                    <a:pt x="21" y="13"/>
                  </a:cubicBezTo>
                  <a:cubicBezTo>
                    <a:pt x="25" y="23"/>
                    <a:pt x="27" y="33"/>
                    <a:pt x="31" y="44"/>
                  </a:cubicBezTo>
                  <a:cubicBezTo>
                    <a:pt x="38" y="64"/>
                    <a:pt x="45" y="86"/>
                    <a:pt x="52" y="107"/>
                  </a:cubicBezTo>
                  <a:cubicBezTo>
                    <a:pt x="59" y="125"/>
                    <a:pt x="64" y="143"/>
                    <a:pt x="69" y="162"/>
                  </a:cubicBezTo>
                  <a:cubicBezTo>
                    <a:pt x="69" y="163"/>
                    <a:pt x="68" y="164"/>
                    <a:pt x="67" y="166"/>
                  </a:cubicBezTo>
                  <a:cubicBezTo>
                    <a:pt x="65" y="158"/>
                    <a:pt x="63" y="150"/>
                    <a:pt x="61" y="143"/>
                  </a:cubicBezTo>
                  <a:close/>
                </a:path>
              </a:pathLst>
            </a:custGeom>
            <a:solidFill>
              <a:srgbClr val="5044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138" name="Freeform 102"/>
            <p:cNvSpPr/>
            <p:nvPr userDrawn="1"/>
          </p:nvSpPr>
          <p:spPr bwMode="auto">
            <a:xfrm>
              <a:off x="5374" y="2850"/>
              <a:ext cx="92" cy="243"/>
            </a:xfrm>
            <a:custGeom>
              <a:avLst/>
              <a:gdLst>
                <a:gd name="T0" fmla="*/ 15 w 19"/>
                <a:gd name="T1" fmla="*/ 50 h 50"/>
                <a:gd name="T2" fmla="*/ 0 w 19"/>
                <a:gd name="T3" fmla="*/ 1 h 50"/>
                <a:gd name="T4" fmla="*/ 3 w 19"/>
                <a:gd name="T5" fmla="*/ 0 h 50"/>
                <a:gd name="T6" fmla="*/ 8 w 19"/>
                <a:gd name="T7" fmla="*/ 16 h 50"/>
                <a:gd name="T8" fmla="*/ 18 w 19"/>
                <a:gd name="T9" fmla="*/ 47 h 50"/>
                <a:gd name="T10" fmla="*/ 19 w 19"/>
                <a:gd name="T11" fmla="*/ 50 h 50"/>
                <a:gd name="T12" fmla="*/ 15 w 19"/>
                <a:gd name="T13" fmla="*/ 5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" h="50">
                  <a:moveTo>
                    <a:pt x="15" y="50"/>
                  </a:moveTo>
                  <a:cubicBezTo>
                    <a:pt x="10" y="34"/>
                    <a:pt x="5" y="17"/>
                    <a:pt x="0" y="1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5" y="5"/>
                    <a:pt x="6" y="11"/>
                    <a:pt x="8" y="16"/>
                  </a:cubicBezTo>
                  <a:cubicBezTo>
                    <a:pt x="11" y="26"/>
                    <a:pt x="14" y="37"/>
                    <a:pt x="18" y="47"/>
                  </a:cubicBezTo>
                  <a:cubicBezTo>
                    <a:pt x="18" y="48"/>
                    <a:pt x="18" y="49"/>
                    <a:pt x="19" y="50"/>
                  </a:cubicBezTo>
                  <a:lnTo>
                    <a:pt x="15" y="50"/>
                  </a:lnTo>
                  <a:close/>
                </a:path>
              </a:pathLst>
            </a:custGeom>
            <a:solidFill>
              <a:srgbClr val="5044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139" name="Freeform 103"/>
            <p:cNvSpPr/>
            <p:nvPr userDrawn="1"/>
          </p:nvSpPr>
          <p:spPr bwMode="auto">
            <a:xfrm>
              <a:off x="5379" y="284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5044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140" name="Freeform 104"/>
            <p:cNvSpPr/>
            <p:nvPr userDrawn="1"/>
          </p:nvSpPr>
          <p:spPr bwMode="auto">
            <a:xfrm>
              <a:off x="5355" y="2767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5044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141" name="Freeform 105"/>
            <p:cNvSpPr/>
            <p:nvPr userDrawn="1"/>
          </p:nvSpPr>
          <p:spPr bwMode="auto">
            <a:xfrm>
              <a:off x="5355" y="2767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5044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142" name="Freeform 106"/>
            <p:cNvSpPr/>
            <p:nvPr userDrawn="1"/>
          </p:nvSpPr>
          <p:spPr bwMode="auto">
            <a:xfrm>
              <a:off x="5003" y="1883"/>
              <a:ext cx="279" cy="641"/>
            </a:xfrm>
            <a:custGeom>
              <a:avLst/>
              <a:gdLst>
                <a:gd name="T0" fmla="*/ 45 w 58"/>
                <a:gd name="T1" fmla="*/ 105 h 132"/>
                <a:gd name="T2" fmla="*/ 36 w 58"/>
                <a:gd name="T3" fmla="*/ 77 h 132"/>
                <a:gd name="T4" fmla="*/ 22 w 58"/>
                <a:gd name="T5" fmla="*/ 30 h 132"/>
                <a:gd name="T6" fmla="*/ 14 w 58"/>
                <a:gd name="T7" fmla="*/ 11 h 132"/>
                <a:gd name="T8" fmla="*/ 10 w 58"/>
                <a:gd name="T9" fmla="*/ 4 h 132"/>
                <a:gd name="T10" fmla="*/ 4 w 58"/>
                <a:gd name="T11" fmla="*/ 4 h 132"/>
                <a:gd name="T12" fmla="*/ 4 w 58"/>
                <a:gd name="T13" fmla="*/ 4 h 132"/>
                <a:gd name="T14" fmla="*/ 4 w 58"/>
                <a:gd name="T15" fmla="*/ 4 h 132"/>
                <a:gd name="T16" fmla="*/ 4 w 58"/>
                <a:gd name="T17" fmla="*/ 4 h 132"/>
                <a:gd name="T18" fmla="*/ 1 w 58"/>
                <a:gd name="T19" fmla="*/ 2 h 132"/>
                <a:gd name="T20" fmla="*/ 8 w 58"/>
                <a:gd name="T21" fmla="*/ 0 h 132"/>
                <a:gd name="T22" fmla="*/ 15 w 58"/>
                <a:gd name="T23" fmla="*/ 6 h 132"/>
                <a:gd name="T24" fmla="*/ 29 w 58"/>
                <a:gd name="T25" fmla="*/ 44 h 132"/>
                <a:gd name="T26" fmla="*/ 39 w 58"/>
                <a:gd name="T27" fmla="*/ 74 h 132"/>
                <a:gd name="T28" fmla="*/ 50 w 58"/>
                <a:gd name="T29" fmla="*/ 108 h 132"/>
                <a:gd name="T30" fmla="*/ 58 w 58"/>
                <a:gd name="T31" fmla="*/ 128 h 132"/>
                <a:gd name="T32" fmla="*/ 56 w 58"/>
                <a:gd name="T33" fmla="*/ 131 h 132"/>
                <a:gd name="T34" fmla="*/ 55 w 58"/>
                <a:gd name="T35" fmla="*/ 132 h 132"/>
                <a:gd name="T36" fmla="*/ 45 w 58"/>
                <a:gd name="T37" fmla="*/ 105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8" h="132">
                  <a:moveTo>
                    <a:pt x="45" y="105"/>
                  </a:moveTo>
                  <a:cubicBezTo>
                    <a:pt x="42" y="96"/>
                    <a:pt x="39" y="86"/>
                    <a:pt x="36" y="77"/>
                  </a:cubicBezTo>
                  <a:cubicBezTo>
                    <a:pt x="31" y="61"/>
                    <a:pt x="26" y="46"/>
                    <a:pt x="22" y="30"/>
                  </a:cubicBezTo>
                  <a:cubicBezTo>
                    <a:pt x="19" y="24"/>
                    <a:pt x="17" y="17"/>
                    <a:pt x="14" y="11"/>
                  </a:cubicBezTo>
                  <a:cubicBezTo>
                    <a:pt x="13" y="9"/>
                    <a:pt x="12" y="6"/>
                    <a:pt x="10" y="4"/>
                  </a:cubicBezTo>
                  <a:cubicBezTo>
                    <a:pt x="8" y="3"/>
                    <a:pt x="6" y="3"/>
                    <a:pt x="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3" y="6"/>
                    <a:pt x="0" y="4"/>
                    <a:pt x="1" y="2"/>
                  </a:cubicBezTo>
                  <a:cubicBezTo>
                    <a:pt x="2" y="0"/>
                    <a:pt x="5" y="0"/>
                    <a:pt x="8" y="0"/>
                  </a:cubicBezTo>
                  <a:cubicBezTo>
                    <a:pt x="11" y="0"/>
                    <a:pt x="14" y="3"/>
                    <a:pt x="15" y="6"/>
                  </a:cubicBezTo>
                  <a:cubicBezTo>
                    <a:pt x="22" y="18"/>
                    <a:pt x="25" y="31"/>
                    <a:pt x="29" y="44"/>
                  </a:cubicBezTo>
                  <a:cubicBezTo>
                    <a:pt x="32" y="54"/>
                    <a:pt x="36" y="64"/>
                    <a:pt x="39" y="74"/>
                  </a:cubicBezTo>
                  <a:cubicBezTo>
                    <a:pt x="42" y="86"/>
                    <a:pt x="46" y="97"/>
                    <a:pt x="50" y="108"/>
                  </a:cubicBezTo>
                  <a:cubicBezTo>
                    <a:pt x="53" y="115"/>
                    <a:pt x="55" y="121"/>
                    <a:pt x="58" y="128"/>
                  </a:cubicBezTo>
                  <a:cubicBezTo>
                    <a:pt x="57" y="129"/>
                    <a:pt x="56" y="130"/>
                    <a:pt x="56" y="131"/>
                  </a:cubicBezTo>
                  <a:cubicBezTo>
                    <a:pt x="55" y="132"/>
                    <a:pt x="55" y="132"/>
                    <a:pt x="55" y="132"/>
                  </a:cubicBezTo>
                  <a:cubicBezTo>
                    <a:pt x="52" y="123"/>
                    <a:pt x="49" y="114"/>
                    <a:pt x="45" y="105"/>
                  </a:cubicBezTo>
                  <a:close/>
                </a:path>
              </a:pathLst>
            </a:custGeom>
            <a:solidFill>
              <a:srgbClr val="5044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143" name="Freeform 107"/>
            <p:cNvSpPr/>
            <p:nvPr userDrawn="1"/>
          </p:nvSpPr>
          <p:spPr bwMode="auto">
            <a:xfrm>
              <a:off x="3994" y="2015"/>
              <a:ext cx="357" cy="655"/>
            </a:xfrm>
            <a:custGeom>
              <a:avLst/>
              <a:gdLst>
                <a:gd name="T0" fmla="*/ 70 w 74"/>
                <a:gd name="T1" fmla="*/ 133 h 135"/>
                <a:gd name="T2" fmla="*/ 65 w 74"/>
                <a:gd name="T3" fmla="*/ 109 h 135"/>
                <a:gd name="T4" fmla="*/ 55 w 74"/>
                <a:gd name="T5" fmla="*/ 71 h 135"/>
                <a:gd name="T6" fmla="*/ 36 w 74"/>
                <a:gd name="T7" fmla="*/ 22 h 135"/>
                <a:gd name="T8" fmla="*/ 14 w 74"/>
                <a:gd name="T9" fmla="*/ 5 h 135"/>
                <a:gd name="T10" fmla="*/ 6 w 74"/>
                <a:gd name="T11" fmla="*/ 12 h 135"/>
                <a:gd name="T12" fmla="*/ 5 w 74"/>
                <a:gd name="T13" fmla="*/ 14 h 135"/>
                <a:gd name="T14" fmla="*/ 4 w 74"/>
                <a:gd name="T15" fmla="*/ 14 h 135"/>
                <a:gd name="T16" fmla="*/ 13 w 74"/>
                <a:gd name="T17" fmla="*/ 2 h 135"/>
                <a:gd name="T18" fmla="*/ 21 w 74"/>
                <a:gd name="T19" fmla="*/ 1 h 135"/>
                <a:gd name="T20" fmla="*/ 21 w 74"/>
                <a:gd name="T21" fmla="*/ 1 h 135"/>
                <a:gd name="T22" fmla="*/ 21 w 74"/>
                <a:gd name="T23" fmla="*/ 1 h 135"/>
                <a:gd name="T24" fmla="*/ 22 w 74"/>
                <a:gd name="T25" fmla="*/ 2 h 135"/>
                <a:gd name="T26" fmla="*/ 23 w 74"/>
                <a:gd name="T27" fmla="*/ 2 h 135"/>
                <a:gd name="T28" fmla="*/ 23 w 74"/>
                <a:gd name="T29" fmla="*/ 2 h 135"/>
                <a:gd name="T30" fmla="*/ 26 w 74"/>
                <a:gd name="T31" fmla="*/ 3 h 135"/>
                <a:gd name="T32" fmla="*/ 52 w 74"/>
                <a:gd name="T33" fmla="*/ 53 h 135"/>
                <a:gd name="T34" fmla="*/ 64 w 74"/>
                <a:gd name="T35" fmla="*/ 93 h 135"/>
                <a:gd name="T36" fmla="*/ 70 w 74"/>
                <a:gd name="T37" fmla="*/ 119 h 135"/>
                <a:gd name="T38" fmla="*/ 73 w 74"/>
                <a:gd name="T39" fmla="*/ 129 h 135"/>
                <a:gd name="T40" fmla="*/ 73 w 74"/>
                <a:gd name="T41" fmla="*/ 134 h 135"/>
                <a:gd name="T42" fmla="*/ 72 w 74"/>
                <a:gd name="T43" fmla="*/ 135 h 135"/>
                <a:gd name="T44" fmla="*/ 70 w 74"/>
                <a:gd name="T45" fmla="*/ 133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74" h="135">
                  <a:moveTo>
                    <a:pt x="70" y="133"/>
                  </a:moveTo>
                  <a:cubicBezTo>
                    <a:pt x="68" y="125"/>
                    <a:pt x="66" y="117"/>
                    <a:pt x="65" y="109"/>
                  </a:cubicBezTo>
                  <a:cubicBezTo>
                    <a:pt x="62" y="96"/>
                    <a:pt x="59" y="84"/>
                    <a:pt x="55" y="71"/>
                  </a:cubicBezTo>
                  <a:cubicBezTo>
                    <a:pt x="50" y="55"/>
                    <a:pt x="45" y="38"/>
                    <a:pt x="36" y="22"/>
                  </a:cubicBezTo>
                  <a:cubicBezTo>
                    <a:pt x="32" y="15"/>
                    <a:pt x="24" y="0"/>
                    <a:pt x="14" y="5"/>
                  </a:cubicBezTo>
                  <a:cubicBezTo>
                    <a:pt x="11" y="6"/>
                    <a:pt x="8" y="9"/>
                    <a:pt x="6" y="12"/>
                  </a:cubicBezTo>
                  <a:cubicBezTo>
                    <a:pt x="6" y="12"/>
                    <a:pt x="6" y="13"/>
                    <a:pt x="5" y="14"/>
                  </a:cubicBezTo>
                  <a:cubicBezTo>
                    <a:pt x="5" y="14"/>
                    <a:pt x="4" y="14"/>
                    <a:pt x="4" y="14"/>
                  </a:cubicBezTo>
                  <a:cubicBezTo>
                    <a:pt x="0" y="11"/>
                    <a:pt x="10" y="2"/>
                    <a:pt x="13" y="2"/>
                  </a:cubicBezTo>
                  <a:cubicBezTo>
                    <a:pt x="16" y="0"/>
                    <a:pt x="19" y="0"/>
                    <a:pt x="21" y="1"/>
                  </a:cubicBezTo>
                  <a:cubicBezTo>
                    <a:pt x="21" y="1"/>
                    <a:pt x="21" y="1"/>
                    <a:pt x="21" y="1"/>
                  </a:cubicBezTo>
                  <a:cubicBezTo>
                    <a:pt x="21" y="1"/>
                    <a:pt x="21" y="1"/>
                    <a:pt x="21" y="1"/>
                  </a:cubicBezTo>
                  <a:cubicBezTo>
                    <a:pt x="22" y="1"/>
                    <a:pt x="22" y="2"/>
                    <a:pt x="22" y="2"/>
                  </a:cubicBezTo>
                  <a:cubicBezTo>
                    <a:pt x="22" y="2"/>
                    <a:pt x="23" y="2"/>
                    <a:pt x="23" y="2"/>
                  </a:cubicBezTo>
                  <a:cubicBezTo>
                    <a:pt x="23" y="2"/>
                    <a:pt x="23" y="2"/>
                    <a:pt x="23" y="2"/>
                  </a:cubicBezTo>
                  <a:cubicBezTo>
                    <a:pt x="24" y="2"/>
                    <a:pt x="25" y="3"/>
                    <a:pt x="26" y="3"/>
                  </a:cubicBezTo>
                  <a:cubicBezTo>
                    <a:pt x="39" y="12"/>
                    <a:pt x="49" y="42"/>
                    <a:pt x="52" y="53"/>
                  </a:cubicBezTo>
                  <a:cubicBezTo>
                    <a:pt x="57" y="66"/>
                    <a:pt x="61" y="79"/>
                    <a:pt x="64" y="93"/>
                  </a:cubicBezTo>
                  <a:cubicBezTo>
                    <a:pt x="66" y="102"/>
                    <a:pt x="68" y="111"/>
                    <a:pt x="70" y="119"/>
                  </a:cubicBezTo>
                  <a:cubicBezTo>
                    <a:pt x="71" y="122"/>
                    <a:pt x="72" y="126"/>
                    <a:pt x="73" y="129"/>
                  </a:cubicBezTo>
                  <a:cubicBezTo>
                    <a:pt x="73" y="130"/>
                    <a:pt x="74" y="132"/>
                    <a:pt x="73" y="134"/>
                  </a:cubicBezTo>
                  <a:cubicBezTo>
                    <a:pt x="73" y="134"/>
                    <a:pt x="73" y="135"/>
                    <a:pt x="72" y="135"/>
                  </a:cubicBezTo>
                  <a:cubicBezTo>
                    <a:pt x="71" y="135"/>
                    <a:pt x="71" y="134"/>
                    <a:pt x="70" y="133"/>
                  </a:cubicBezTo>
                  <a:close/>
                </a:path>
              </a:pathLst>
            </a:custGeom>
            <a:solidFill>
              <a:srgbClr val="5044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144" name="Freeform 108"/>
            <p:cNvSpPr/>
            <p:nvPr userDrawn="1"/>
          </p:nvSpPr>
          <p:spPr bwMode="auto">
            <a:xfrm>
              <a:off x="4033" y="1908"/>
              <a:ext cx="473" cy="757"/>
            </a:xfrm>
            <a:custGeom>
              <a:avLst/>
              <a:gdLst>
                <a:gd name="T0" fmla="*/ 63 w 98"/>
                <a:gd name="T1" fmla="*/ 155 h 156"/>
                <a:gd name="T2" fmla="*/ 63 w 98"/>
                <a:gd name="T3" fmla="*/ 151 h 156"/>
                <a:gd name="T4" fmla="*/ 64 w 98"/>
                <a:gd name="T5" fmla="*/ 146 h 156"/>
                <a:gd name="T6" fmla="*/ 71 w 98"/>
                <a:gd name="T7" fmla="*/ 121 h 156"/>
                <a:gd name="T8" fmla="*/ 81 w 98"/>
                <a:gd name="T9" fmla="*/ 125 h 156"/>
                <a:gd name="T10" fmla="*/ 94 w 98"/>
                <a:gd name="T11" fmla="*/ 143 h 156"/>
                <a:gd name="T12" fmla="*/ 88 w 98"/>
                <a:gd name="T13" fmla="*/ 109 h 156"/>
                <a:gd name="T14" fmla="*/ 79 w 98"/>
                <a:gd name="T15" fmla="*/ 68 h 156"/>
                <a:gd name="T16" fmla="*/ 68 w 98"/>
                <a:gd name="T17" fmla="*/ 34 h 156"/>
                <a:gd name="T18" fmla="*/ 56 w 98"/>
                <a:gd name="T19" fmla="*/ 17 h 156"/>
                <a:gd name="T20" fmla="*/ 36 w 98"/>
                <a:gd name="T21" fmla="*/ 10 h 156"/>
                <a:gd name="T22" fmla="*/ 24 w 98"/>
                <a:gd name="T23" fmla="*/ 15 h 156"/>
                <a:gd name="T24" fmla="*/ 9 w 98"/>
                <a:gd name="T25" fmla="*/ 23 h 156"/>
                <a:gd name="T26" fmla="*/ 3 w 98"/>
                <a:gd name="T27" fmla="*/ 28 h 156"/>
                <a:gd name="T28" fmla="*/ 1 w 98"/>
                <a:gd name="T29" fmla="*/ 28 h 156"/>
                <a:gd name="T30" fmla="*/ 0 w 98"/>
                <a:gd name="T31" fmla="*/ 26 h 156"/>
                <a:gd name="T32" fmla="*/ 8 w 98"/>
                <a:gd name="T33" fmla="*/ 19 h 156"/>
                <a:gd name="T34" fmla="*/ 32 w 98"/>
                <a:gd name="T35" fmla="*/ 8 h 156"/>
                <a:gd name="T36" fmla="*/ 70 w 98"/>
                <a:gd name="T37" fmla="*/ 32 h 156"/>
                <a:gd name="T38" fmla="*/ 86 w 98"/>
                <a:gd name="T39" fmla="*/ 85 h 156"/>
                <a:gd name="T40" fmla="*/ 93 w 98"/>
                <a:gd name="T41" fmla="*/ 120 h 156"/>
                <a:gd name="T42" fmla="*/ 97 w 98"/>
                <a:gd name="T43" fmla="*/ 143 h 156"/>
                <a:gd name="T44" fmla="*/ 96 w 98"/>
                <a:gd name="T45" fmla="*/ 149 h 156"/>
                <a:gd name="T46" fmla="*/ 94 w 98"/>
                <a:gd name="T47" fmla="*/ 149 h 156"/>
                <a:gd name="T48" fmla="*/ 91 w 98"/>
                <a:gd name="T49" fmla="*/ 145 h 156"/>
                <a:gd name="T50" fmla="*/ 74 w 98"/>
                <a:gd name="T51" fmla="*/ 122 h 156"/>
                <a:gd name="T52" fmla="*/ 74 w 98"/>
                <a:gd name="T53" fmla="*/ 122 h 156"/>
                <a:gd name="T54" fmla="*/ 67 w 98"/>
                <a:gd name="T55" fmla="*/ 147 h 156"/>
                <a:gd name="T56" fmla="*/ 66 w 98"/>
                <a:gd name="T57" fmla="*/ 153 h 156"/>
                <a:gd name="T58" fmla="*/ 63 w 98"/>
                <a:gd name="T59" fmla="*/ 155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98" h="156">
                  <a:moveTo>
                    <a:pt x="63" y="155"/>
                  </a:moveTo>
                  <a:cubicBezTo>
                    <a:pt x="62" y="154"/>
                    <a:pt x="63" y="152"/>
                    <a:pt x="63" y="151"/>
                  </a:cubicBezTo>
                  <a:cubicBezTo>
                    <a:pt x="63" y="149"/>
                    <a:pt x="64" y="148"/>
                    <a:pt x="64" y="146"/>
                  </a:cubicBezTo>
                  <a:cubicBezTo>
                    <a:pt x="66" y="138"/>
                    <a:pt x="68" y="129"/>
                    <a:pt x="71" y="121"/>
                  </a:cubicBezTo>
                  <a:cubicBezTo>
                    <a:pt x="73" y="113"/>
                    <a:pt x="78" y="122"/>
                    <a:pt x="81" y="125"/>
                  </a:cubicBezTo>
                  <a:cubicBezTo>
                    <a:pt x="85" y="131"/>
                    <a:pt x="89" y="137"/>
                    <a:pt x="94" y="143"/>
                  </a:cubicBezTo>
                  <a:cubicBezTo>
                    <a:pt x="92" y="131"/>
                    <a:pt x="90" y="120"/>
                    <a:pt x="88" y="109"/>
                  </a:cubicBezTo>
                  <a:cubicBezTo>
                    <a:pt x="85" y="95"/>
                    <a:pt x="82" y="82"/>
                    <a:pt x="79" y="68"/>
                  </a:cubicBezTo>
                  <a:cubicBezTo>
                    <a:pt x="77" y="56"/>
                    <a:pt x="73" y="44"/>
                    <a:pt x="68" y="34"/>
                  </a:cubicBezTo>
                  <a:cubicBezTo>
                    <a:pt x="64" y="28"/>
                    <a:pt x="60" y="22"/>
                    <a:pt x="56" y="17"/>
                  </a:cubicBezTo>
                  <a:cubicBezTo>
                    <a:pt x="50" y="12"/>
                    <a:pt x="44" y="8"/>
                    <a:pt x="36" y="10"/>
                  </a:cubicBezTo>
                  <a:cubicBezTo>
                    <a:pt x="32" y="11"/>
                    <a:pt x="28" y="13"/>
                    <a:pt x="24" y="15"/>
                  </a:cubicBezTo>
                  <a:cubicBezTo>
                    <a:pt x="18" y="17"/>
                    <a:pt x="13" y="19"/>
                    <a:pt x="9" y="23"/>
                  </a:cubicBezTo>
                  <a:cubicBezTo>
                    <a:pt x="7" y="24"/>
                    <a:pt x="5" y="26"/>
                    <a:pt x="3" y="28"/>
                  </a:cubicBezTo>
                  <a:cubicBezTo>
                    <a:pt x="2" y="29"/>
                    <a:pt x="1" y="29"/>
                    <a:pt x="1" y="28"/>
                  </a:cubicBezTo>
                  <a:cubicBezTo>
                    <a:pt x="0" y="28"/>
                    <a:pt x="0" y="27"/>
                    <a:pt x="0" y="26"/>
                  </a:cubicBezTo>
                  <a:cubicBezTo>
                    <a:pt x="3" y="23"/>
                    <a:pt x="5" y="21"/>
                    <a:pt x="8" y="19"/>
                  </a:cubicBezTo>
                  <a:cubicBezTo>
                    <a:pt x="15" y="14"/>
                    <a:pt x="24" y="11"/>
                    <a:pt x="32" y="8"/>
                  </a:cubicBezTo>
                  <a:cubicBezTo>
                    <a:pt x="51" y="0"/>
                    <a:pt x="62" y="18"/>
                    <a:pt x="70" y="32"/>
                  </a:cubicBezTo>
                  <a:cubicBezTo>
                    <a:pt x="79" y="48"/>
                    <a:pt x="82" y="67"/>
                    <a:pt x="86" y="85"/>
                  </a:cubicBezTo>
                  <a:cubicBezTo>
                    <a:pt x="88" y="96"/>
                    <a:pt x="91" y="108"/>
                    <a:pt x="93" y="120"/>
                  </a:cubicBezTo>
                  <a:cubicBezTo>
                    <a:pt x="95" y="127"/>
                    <a:pt x="96" y="135"/>
                    <a:pt x="97" y="143"/>
                  </a:cubicBezTo>
                  <a:cubicBezTo>
                    <a:pt x="97" y="145"/>
                    <a:pt x="98" y="148"/>
                    <a:pt x="96" y="149"/>
                  </a:cubicBezTo>
                  <a:cubicBezTo>
                    <a:pt x="95" y="149"/>
                    <a:pt x="95" y="149"/>
                    <a:pt x="94" y="149"/>
                  </a:cubicBezTo>
                  <a:cubicBezTo>
                    <a:pt x="93" y="147"/>
                    <a:pt x="92" y="146"/>
                    <a:pt x="91" y="145"/>
                  </a:cubicBezTo>
                  <a:cubicBezTo>
                    <a:pt x="85" y="138"/>
                    <a:pt x="80" y="129"/>
                    <a:pt x="74" y="122"/>
                  </a:cubicBezTo>
                  <a:cubicBezTo>
                    <a:pt x="74" y="122"/>
                    <a:pt x="74" y="122"/>
                    <a:pt x="74" y="122"/>
                  </a:cubicBezTo>
                  <a:cubicBezTo>
                    <a:pt x="71" y="130"/>
                    <a:pt x="69" y="139"/>
                    <a:pt x="67" y="147"/>
                  </a:cubicBezTo>
                  <a:cubicBezTo>
                    <a:pt x="67" y="149"/>
                    <a:pt x="66" y="151"/>
                    <a:pt x="66" y="153"/>
                  </a:cubicBezTo>
                  <a:cubicBezTo>
                    <a:pt x="66" y="155"/>
                    <a:pt x="65" y="156"/>
                    <a:pt x="63" y="155"/>
                  </a:cubicBezTo>
                  <a:close/>
                </a:path>
              </a:pathLst>
            </a:custGeom>
            <a:solidFill>
              <a:srgbClr val="5044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145" name="Freeform 109"/>
            <p:cNvSpPr/>
            <p:nvPr userDrawn="1"/>
          </p:nvSpPr>
          <p:spPr bwMode="auto">
            <a:xfrm>
              <a:off x="2745" y="2554"/>
              <a:ext cx="91" cy="223"/>
            </a:xfrm>
            <a:custGeom>
              <a:avLst/>
              <a:gdLst>
                <a:gd name="T0" fmla="*/ 16 w 19"/>
                <a:gd name="T1" fmla="*/ 45 h 46"/>
                <a:gd name="T2" fmla="*/ 4 w 19"/>
                <a:gd name="T3" fmla="*/ 14 h 46"/>
                <a:gd name="T4" fmla="*/ 1 w 19"/>
                <a:gd name="T5" fmla="*/ 3 h 46"/>
                <a:gd name="T6" fmla="*/ 4 w 19"/>
                <a:gd name="T7" fmla="*/ 2 h 46"/>
                <a:gd name="T8" fmla="*/ 8 w 19"/>
                <a:gd name="T9" fmla="*/ 14 h 46"/>
                <a:gd name="T10" fmla="*/ 15 w 19"/>
                <a:gd name="T11" fmla="*/ 33 h 46"/>
                <a:gd name="T12" fmla="*/ 19 w 19"/>
                <a:gd name="T13" fmla="*/ 44 h 46"/>
                <a:gd name="T14" fmla="*/ 18 w 19"/>
                <a:gd name="T15" fmla="*/ 46 h 46"/>
                <a:gd name="T16" fmla="*/ 16 w 19"/>
                <a:gd name="T17" fmla="*/ 45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" h="46">
                  <a:moveTo>
                    <a:pt x="16" y="45"/>
                  </a:moveTo>
                  <a:cubicBezTo>
                    <a:pt x="12" y="34"/>
                    <a:pt x="8" y="24"/>
                    <a:pt x="4" y="14"/>
                  </a:cubicBezTo>
                  <a:cubicBezTo>
                    <a:pt x="3" y="10"/>
                    <a:pt x="1" y="7"/>
                    <a:pt x="1" y="3"/>
                  </a:cubicBezTo>
                  <a:cubicBezTo>
                    <a:pt x="0" y="1"/>
                    <a:pt x="3" y="0"/>
                    <a:pt x="4" y="2"/>
                  </a:cubicBezTo>
                  <a:cubicBezTo>
                    <a:pt x="5" y="6"/>
                    <a:pt x="6" y="10"/>
                    <a:pt x="8" y="14"/>
                  </a:cubicBezTo>
                  <a:cubicBezTo>
                    <a:pt x="10" y="20"/>
                    <a:pt x="13" y="27"/>
                    <a:pt x="15" y="33"/>
                  </a:cubicBezTo>
                  <a:cubicBezTo>
                    <a:pt x="16" y="37"/>
                    <a:pt x="18" y="40"/>
                    <a:pt x="19" y="44"/>
                  </a:cubicBezTo>
                  <a:cubicBezTo>
                    <a:pt x="19" y="44"/>
                    <a:pt x="19" y="45"/>
                    <a:pt x="18" y="46"/>
                  </a:cubicBezTo>
                  <a:cubicBezTo>
                    <a:pt x="17" y="46"/>
                    <a:pt x="16" y="45"/>
                    <a:pt x="16" y="45"/>
                  </a:cubicBezTo>
                  <a:close/>
                </a:path>
              </a:pathLst>
            </a:custGeom>
            <a:solidFill>
              <a:srgbClr val="5044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146" name="Freeform 110"/>
            <p:cNvSpPr/>
            <p:nvPr userDrawn="1"/>
          </p:nvSpPr>
          <p:spPr bwMode="auto">
            <a:xfrm>
              <a:off x="2754" y="2495"/>
              <a:ext cx="198" cy="78"/>
            </a:xfrm>
            <a:custGeom>
              <a:avLst/>
              <a:gdLst>
                <a:gd name="T0" fmla="*/ 2 w 41"/>
                <a:gd name="T1" fmla="*/ 16 h 16"/>
                <a:gd name="T2" fmla="*/ 1 w 41"/>
                <a:gd name="T3" fmla="*/ 15 h 16"/>
                <a:gd name="T4" fmla="*/ 3 w 41"/>
                <a:gd name="T5" fmla="*/ 12 h 16"/>
                <a:gd name="T6" fmla="*/ 20 w 41"/>
                <a:gd name="T7" fmla="*/ 6 h 16"/>
                <a:gd name="T8" fmla="*/ 38 w 41"/>
                <a:gd name="T9" fmla="*/ 0 h 16"/>
                <a:gd name="T10" fmla="*/ 39 w 41"/>
                <a:gd name="T11" fmla="*/ 3 h 16"/>
                <a:gd name="T12" fmla="*/ 19 w 41"/>
                <a:gd name="T13" fmla="*/ 10 h 16"/>
                <a:gd name="T14" fmla="*/ 6 w 41"/>
                <a:gd name="T15" fmla="*/ 14 h 16"/>
                <a:gd name="T16" fmla="*/ 3 w 41"/>
                <a:gd name="T17" fmla="*/ 15 h 16"/>
                <a:gd name="T18" fmla="*/ 2 w 41"/>
                <a:gd name="T19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1" h="16">
                  <a:moveTo>
                    <a:pt x="2" y="16"/>
                  </a:moveTo>
                  <a:cubicBezTo>
                    <a:pt x="1" y="16"/>
                    <a:pt x="1" y="15"/>
                    <a:pt x="1" y="15"/>
                  </a:cubicBezTo>
                  <a:cubicBezTo>
                    <a:pt x="0" y="13"/>
                    <a:pt x="2" y="13"/>
                    <a:pt x="3" y="12"/>
                  </a:cubicBezTo>
                  <a:cubicBezTo>
                    <a:pt x="8" y="10"/>
                    <a:pt x="14" y="8"/>
                    <a:pt x="20" y="6"/>
                  </a:cubicBezTo>
                  <a:cubicBezTo>
                    <a:pt x="26" y="5"/>
                    <a:pt x="32" y="3"/>
                    <a:pt x="38" y="0"/>
                  </a:cubicBezTo>
                  <a:cubicBezTo>
                    <a:pt x="40" y="0"/>
                    <a:pt x="41" y="3"/>
                    <a:pt x="39" y="3"/>
                  </a:cubicBezTo>
                  <a:cubicBezTo>
                    <a:pt x="32" y="6"/>
                    <a:pt x="26" y="8"/>
                    <a:pt x="19" y="10"/>
                  </a:cubicBezTo>
                  <a:cubicBezTo>
                    <a:pt x="15" y="11"/>
                    <a:pt x="10" y="12"/>
                    <a:pt x="6" y="14"/>
                  </a:cubicBezTo>
                  <a:cubicBezTo>
                    <a:pt x="5" y="14"/>
                    <a:pt x="4" y="15"/>
                    <a:pt x="3" y="15"/>
                  </a:cubicBezTo>
                  <a:cubicBezTo>
                    <a:pt x="3" y="16"/>
                    <a:pt x="2" y="16"/>
                    <a:pt x="2" y="16"/>
                  </a:cubicBezTo>
                  <a:close/>
                </a:path>
              </a:pathLst>
            </a:custGeom>
            <a:solidFill>
              <a:srgbClr val="5044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147" name="Freeform 111"/>
            <p:cNvSpPr/>
            <p:nvPr userDrawn="1"/>
          </p:nvSpPr>
          <p:spPr bwMode="auto">
            <a:xfrm>
              <a:off x="2947" y="2490"/>
              <a:ext cx="78" cy="224"/>
            </a:xfrm>
            <a:custGeom>
              <a:avLst/>
              <a:gdLst>
                <a:gd name="T0" fmla="*/ 12 w 16"/>
                <a:gd name="T1" fmla="*/ 45 h 46"/>
                <a:gd name="T2" fmla="*/ 3 w 16"/>
                <a:gd name="T3" fmla="*/ 15 h 46"/>
                <a:gd name="T4" fmla="*/ 0 w 16"/>
                <a:gd name="T5" fmla="*/ 3 h 46"/>
                <a:gd name="T6" fmla="*/ 3 w 16"/>
                <a:gd name="T7" fmla="*/ 2 h 46"/>
                <a:gd name="T8" fmla="*/ 15 w 16"/>
                <a:gd name="T9" fmla="*/ 42 h 46"/>
                <a:gd name="T10" fmla="*/ 14 w 16"/>
                <a:gd name="T11" fmla="*/ 46 h 46"/>
                <a:gd name="T12" fmla="*/ 12 w 16"/>
                <a:gd name="T13" fmla="*/ 45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" h="46">
                  <a:moveTo>
                    <a:pt x="12" y="45"/>
                  </a:moveTo>
                  <a:cubicBezTo>
                    <a:pt x="9" y="35"/>
                    <a:pt x="7" y="25"/>
                    <a:pt x="3" y="15"/>
                  </a:cubicBezTo>
                  <a:cubicBezTo>
                    <a:pt x="2" y="11"/>
                    <a:pt x="1" y="7"/>
                    <a:pt x="0" y="3"/>
                  </a:cubicBezTo>
                  <a:cubicBezTo>
                    <a:pt x="0" y="1"/>
                    <a:pt x="2" y="0"/>
                    <a:pt x="3" y="2"/>
                  </a:cubicBezTo>
                  <a:cubicBezTo>
                    <a:pt x="7" y="15"/>
                    <a:pt x="11" y="28"/>
                    <a:pt x="15" y="42"/>
                  </a:cubicBezTo>
                  <a:cubicBezTo>
                    <a:pt x="15" y="43"/>
                    <a:pt x="16" y="45"/>
                    <a:pt x="14" y="46"/>
                  </a:cubicBezTo>
                  <a:cubicBezTo>
                    <a:pt x="13" y="46"/>
                    <a:pt x="12" y="46"/>
                    <a:pt x="12" y="45"/>
                  </a:cubicBezTo>
                  <a:close/>
                </a:path>
              </a:pathLst>
            </a:custGeom>
            <a:solidFill>
              <a:srgbClr val="5044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148" name="Freeform 112"/>
            <p:cNvSpPr/>
            <p:nvPr userDrawn="1"/>
          </p:nvSpPr>
          <p:spPr bwMode="auto">
            <a:xfrm>
              <a:off x="2812" y="2699"/>
              <a:ext cx="208" cy="73"/>
            </a:xfrm>
            <a:custGeom>
              <a:avLst/>
              <a:gdLst>
                <a:gd name="T0" fmla="*/ 4 w 43"/>
                <a:gd name="T1" fmla="*/ 15 h 15"/>
                <a:gd name="T2" fmla="*/ 1 w 43"/>
                <a:gd name="T3" fmla="*/ 12 h 15"/>
                <a:gd name="T4" fmla="*/ 4 w 43"/>
                <a:gd name="T5" fmla="*/ 11 h 15"/>
                <a:gd name="T6" fmla="*/ 11 w 43"/>
                <a:gd name="T7" fmla="*/ 11 h 15"/>
                <a:gd name="T8" fmla="*/ 35 w 43"/>
                <a:gd name="T9" fmla="*/ 4 h 15"/>
                <a:gd name="T10" fmla="*/ 41 w 43"/>
                <a:gd name="T11" fmla="*/ 0 h 15"/>
                <a:gd name="T12" fmla="*/ 43 w 43"/>
                <a:gd name="T13" fmla="*/ 1 h 15"/>
                <a:gd name="T14" fmla="*/ 42 w 43"/>
                <a:gd name="T15" fmla="*/ 3 h 15"/>
                <a:gd name="T16" fmla="*/ 4 w 43"/>
                <a:gd name="T17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3" h="15">
                  <a:moveTo>
                    <a:pt x="4" y="15"/>
                  </a:moveTo>
                  <a:cubicBezTo>
                    <a:pt x="2" y="15"/>
                    <a:pt x="0" y="14"/>
                    <a:pt x="1" y="12"/>
                  </a:cubicBezTo>
                  <a:cubicBezTo>
                    <a:pt x="2" y="11"/>
                    <a:pt x="3" y="11"/>
                    <a:pt x="4" y="11"/>
                  </a:cubicBezTo>
                  <a:cubicBezTo>
                    <a:pt x="6" y="11"/>
                    <a:pt x="8" y="11"/>
                    <a:pt x="11" y="11"/>
                  </a:cubicBezTo>
                  <a:cubicBezTo>
                    <a:pt x="19" y="10"/>
                    <a:pt x="27" y="8"/>
                    <a:pt x="35" y="4"/>
                  </a:cubicBezTo>
                  <a:cubicBezTo>
                    <a:pt x="37" y="3"/>
                    <a:pt x="39" y="2"/>
                    <a:pt x="41" y="0"/>
                  </a:cubicBezTo>
                  <a:cubicBezTo>
                    <a:pt x="42" y="0"/>
                    <a:pt x="43" y="0"/>
                    <a:pt x="43" y="1"/>
                  </a:cubicBezTo>
                  <a:cubicBezTo>
                    <a:pt x="43" y="2"/>
                    <a:pt x="43" y="3"/>
                    <a:pt x="42" y="3"/>
                  </a:cubicBezTo>
                  <a:cubicBezTo>
                    <a:pt x="31" y="10"/>
                    <a:pt x="17" y="15"/>
                    <a:pt x="4" y="15"/>
                  </a:cubicBezTo>
                  <a:close/>
                </a:path>
              </a:pathLst>
            </a:custGeom>
            <a:solidFill>
              <a:srgbClr val="5044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149" name="Freeform 113"/>
            <p:cNvSpPr/>
            <p:nvPr userDrawn="1"/>
          </p:nvSpPr>
          <p:spPr bwMode="auto">
            <a:xfrm>
              <a:off x="3025" y="2359"/>
              <a:ext cx="689" cy="156"/>
            </a:xfrm>
            <a:custGeom>
              <a:avLst/>
              <a:gdLst>
                <a:gd name="T0" fmla="*/ 1 w 143"/>
                <a:gd name="T1" fmla="*/ 31 h 32"/>
                <a:gd name="T2" fmla="*/ 4 w 143"/>
                <a:gd name="T3" fmla="*/ 28 h 32"/>
                <a:gd name="T4" fmla="*/ 11 w 143"/>
                <a:gd name="T5" fmla="*/ 25 h 32"/>
                <a:gd name="T6" fmla="*/ 41 w 143"/>
                <a:gd name="T7" fmla="*/ 15 h 32"/>
                <a:gd name="T8" fmla="*/ 92 w 143"/>
                <a:gd name="T9" fmla="*/ 1 h 32"/>
                <a:gd name="T10" fmla="*/ 133 w 143"/>
                <a:gd name="T11" fmla="*/ 5 h 32"/>
                <a:gd name="T12" fmla="*/ 142 w 143"/>
                <a:gd name="T13" fmla="*/ 8 h 32"/>
                <a:gd name="T14" fmla="*/ 143 w 143"/>
                <a:gd name="T15" fmla="*/ 10 h 32"/>
                <a:gd name="T16" fmla="*/ 141 w 143"/>
                <a:gd name="T17" fmla="*/ 11 h 32"/>
                <a:gd name="T18" fmla="*/ 131 w 143"/>
                <a:gd name="T19" fmla="*/ 8 h 32"/>
                <a:gd name="T20" fmla="*/ 97 w 143"/>
                <a:gd name="T21" fmla="*/ 4 h 32"/>
                <a:gd name="T22" fmla="*/ 81 w 143"/>
                <a:gd name="T23" fmla="*/ 6 h 32"/>
                <a:gd name="T24" fmla="*/ 43 w 143"/>
                <a:gd name="T25" fmla="*/ 18 h 32"/>
                <a:gd name="T26" fmla="*/ 13 w 143"/>
                <a:gd name="T27" fmla="*/ 28 h 32"/>
                <a:gd name="T28" fmla="*/ 4 w 143"/>
                <a:gd name="T29" fmla="*/ 31 h 32"/>
                <a:gd name="T30" fmla="*/ 1 w 143"/>
                <a:gd name="T31" fmla="*/ 3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43" h="32">
                  <a:moveTo>
                    <a:pt x="1" y="31"/>
                  </a:moveTo>
                  <a:cubicBezTo>
                    <a:pt x="0" y="29"/>
                    <a:pt x="2" y="28"/>
                    <a:pt x="4" y="28"/>
                  </a:cubicBezTo>
                  <a:cubicBezTo>
                    <a:pt x="6" y="27"/>
                    <a:pt x="9" y="26"/>
                    <a:pt x="11" y="25"/>
                  </a:cubicBezTo>
                  <a:cubicBezTo>
                    <a:pt x="21" y="22"/>
                    <a:pt x="31" y="19"/>
                    <a:pt x="41" y="15"/>
                  </a:cubicBezTo>
                  <a:cubicBezTo>
                    <a:pt x="58" y="10"/>
                    <a:pt x="75" y="2"/>
                    <a:pt x="92" y="1"/>
                  </a:cubicBezTo>
                  <a:cubicBezTo>
                    <a:pt x="106" y="0"/>
                    <a:pt x="120" y="2"/>
                    <a:pt x="133" y="5"/>
                  </a:cubicBezTo>
                  <a:cubicBezTo>
                    <a:pt x="136" y="6"/>
                    <a:pt x="139" y="7"/>
                    <a:pt x="142" y="8"/>
                  </a:cubicBezTo>
                  <a:cubicBezTo>
                    <a:pt x="143" y="8"/>
                    <a:pt x="143" y="9"/>
                    <a:pt x="143" y="10"/>
                  </a:cubicBezTo>
                  <a:cubicBezTo>
                    <a:pt x="143" y="11"/>
                    <a:pt x="142" y="11"/>
                    <a:pt x="141" y="11"/>
                  </a:cubicBezTo>
                  <a:cubicBezTo>
                    <a:pt x="138" y="10"/>
                    <a:pt x="135" y="9"/>
                    <a:pt x="131" y="8"/>
                  </a:cubicBezTo>
                  <a:cubicBezTo>
                    <a:pt x="120" y="5"/>
                    <a:pt x="109" y="4"/>
                    <a:pt x="97" y="4"/>
                  </a:cubicBezTo>
                  <a:cubicBezTo>
                    <a:pt x="92" y="4"/>
                    <a:pt x="86" y="4"/>
                    <a:pt x="81" y="6"/>
                  </a:cubicBezTo>
                  <a:cubicBezTo>
                    <a:pt x="68" y="9"/>
                    <a:pt x="55" y="14"/>
                    <a:pt x="43" y="18"/>
                  </a:cubicBezTo>
                  <a:cubicBezTo>
                    <a:pt x="33" y="22"/>
                    <a:pt x="23" y="25"/>
                    <a:pt x="13" y="28"/>
                  </a:cubicBezTo>
                  <a:cubicBezTo>
                    <a:pt x="10" y="29"/>
                    <a:pt x="7" y="30"/>
                    <a:pt x="4" y="31"/>
                  </a:cubicBezTo>
                  <a:cubicBezTo>
                    <a:pt x="3" y="32"/>
                    <a:pt x="2" y="32"/>
                    <a:pt x="1" y="31"/>
                  </a:cubicBezTo>
                  <a:close/>
                </a:path>
              </a:pathLst>
            </a:custGeom>
            <a:solidFill>
              <a:srgbClr val="5044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150" name="Freeform 114"/>
            <p:cNvSpPr/>
            <p:nvPr userDrawn="1"/>
          </p:nvSpPr>
          <p:spPr bwMode="auto">
            <a:xfrm>
              <a:off x="3063" y="2457"/>
              <a:ext cx="656" cy="131"/>
            </a:xfrm>
            <a:custGeom>
              <a:avLst/>
              <a:gdLst>
                <a:gd name="T0" fmla="*/ 1 w 136"/>
                <a:gd name="T1" fmla="*/ 26 h 27"/>
                <a:gd name="T2" fmla="*/ 4 w 136"/>
                <a:gd name="T3" fmla="*/ 23 h 27"/>
                <a:gd name="T4" fmla="*/ 12 w 136"/>
                <a:gd name="T5" fmla="*/ 21 h 27"/>
                <a:gd name="T6" fmla="*/ 32 w 136"/>
                <a:gd name="T7" fmla="*/ 15 h 27"/>
                <a:gd name="T8" fmla="*/ 62 w 136"/>
                <a:gd name="T9" fmla="*/ 6 h 27"/>
                <a:gd name="T10" fmla="*/ 124 w 136"/>
                <a:gd name="T11" fmla="*/ 5 h 27"/>
                <a:gd name="T12" fmla="*/ 135 w 136"/>
                <a:gd name="T13" fmla="*/ 7 h 27"/>
                <a:gd name="T14" fmla="*/ 136 w 136"/>
                <a:gd name="T15" fmla="*/ 9 h 27"/>
                <a:gd name="T16" fmla="*/ 134 w 136"/>
                <a:gd name="T17" fmla="*/ 10 h 27"/>
                <a:gd name="T18" fmla="*/ 124 w 136"/>
                <a:gd name="T19" fmla="*/ 8 h 27"/>
                <a:gd name="T20" fmla="*/ 41 w 136"/>
                <a:gd name="T21" fmla="*/ 16 h 27"/>
                <a:gd name="T22" fmla="*/ 4 w 136"/>
                <a:gd name="T23" fmla="*/ 26 h 27"/>
                <a:gd name="T24" fmla="*/ 1 w 136"/>
                <a:gd name="T25" fmla="*/ 26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6" h="27">
                  <a:moveTo>
                    <a:pt x="1" y="26"/>
                  </a:moveTo>
                  <a:cubicBezTo>
                    <a:pt x="0" y="24"/>
                    <a:pt x="3" y="23"/>
                    <a:pt x="4" y="23"/>
                  </a:cubicBezTo>
                  <a:cubicBezTo>
                    <a:pt x="7" y="22"/>
                    <a:pt x="9" y="22"/>
                    <a:pt x="12" y="21"/>
                  </a:cubicBezTo>
                  <a:cubicBezTo>
                    <a:pt x="19" y="19"/>
                    <a:pt x="26" y="17"/>
                    <a:pt x="32" y="15"/>
                  </a:cubicBezTo>
                  <a:cubicBezTo>
                    <a:pt x="42" y="12"/>
                    <a:pt x="52" y="8"/>
                    <a:pt x="62" y="6"/>
                  </a:cubicBezTo>
                  <a:cubicBezTo>
                    <a:pt x="82" y="0"/>
                    <a:pt x="104" y="1"/>
                    <a:pt x="124" y="5"/>
                  </a:cubicBezTo>
                  <a:cubicBezTo>
                    <a:pt x="128" y="6"/>
                    <a:pt x="131" y="6"/>
                    <a:pt x="135" y="7"/>
                  </a:cubicBezTo>
                  <a:cubicBezTo>
                    <a:pt x="136" y="7"/>
                    <a:pt x="136" y="8"/>
                    <a:pt x="136" y="9"/>
                  </a:cubicBezTo>
                  <a:cubicBezTo>
                    <a:pt x="136" y="10"/>
                    <a:pt x="135" y="10"/>
                    <a:pt x="134" y="10"/>
                  </a:cubicBezTo>
                  <a:cubicBezTo>
                    <a:pt x="131" y="10"/>
                    <a:pt x="127" y="9"/>
                    <a:pt x="124" y="8"/>
                  </a:cubicBezTo>
                  <a:cubicBezTo>
                    <a:pt x="92" y="2"/>
                    <a:pt x="71" y="5"/>
                    <a:pt x="41" y="16"/>
                  </a:cubicBezTo>
                  <a:cubicBezTo>
                    <a:pt x="29" y="20"/>
                    <a:pt x="17" y="23"/>
                    <a:pt x="4" y="26"/>
                  </a:cubicBezTo>
                  <a:cubicBezTo>
                    <a:pt x="3" y="27"/>
                    <a:pt x="2" y="27"/>
                    <a:pt x="1" y="26"/>
                  </a:cubicBezTo>
                  <a:close/>
                </a:path>
              </a:pathLst>
            </a:custGeom>
            <a:solidFill>
              <a:srgbClr val="5044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151" name="Freeform 115"/>
            <p:cNvSpPr/>
            <p:nvPr userDrawn="1"/>
          </p:nvSpPr>
          <p:spPr bwMode="auto">
            <a:xfrm>
              <a:off x="3078" y="2558"/>
              <a:ext cx="545" cy="112"/>
            </a:xfrm>
            <a:custGeom>
              <a:avLst/>
              <a:gdLst>
                <a:gd name="T0" fmla="*/ 1 w 113"/>
                <a:gd name="T1" fmla="*/ 22 h 23"/>
                <a:gd name="T2" fmla="*/ 3 w 113"/>
                <a:gd name="T3" fmla="*/ 19 h 23"/>
                <a:gd name="T4" fmla="*/ 11 w 113"/>
                <a:gd name="T5" fmla="*/ 17 h 23"/>
                <a:gd name="T6" fmla="*/ 23 w 113"/>
                <a:gd name="T7" fmla="*/ 14 h 23"/>
                <a:gd name="T8" fmla="*/ 74 w 113"/>
                <a:gd name="T9" fmla="*/ 1 h 23"/>
                <a:gd name="T10" fmla="*/ 111 w 113"/>
                <a:gd name="T11" fmla="*/ 1 h 23"/>
                <a:gd name="T12" fmla="*/ 110 w 113"/>
                <a:gd name="T13" fmla="*/ 4 h 23"/>
                <a:gd name="T14" fmla="*/ 61 w 113"/>
                <a:gd name="T15" fmla="*/ 6 h 23"/>
                <a:gd name="T16" fmla="*/ 13 w 113"/>
                <a:gd name="T17" fmla="*/ 20 h 23"/>
                <a:gd name="T18" fmla="*/ 4 w 113"/>
                <a:gd name="T19" fmla="*/ 22 h 23"/>
                <a:gd name="T20" fmla="*/ 1 w 113"/>
                <a:gd name="T21" fmla="*/ 2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13" h="23">
                  <a:moveTo>
                    <a:pt x="1" y="22"/>
                  </a:moveTo>
                  <a:cubicBezTo>
                    <a:pt x="0" y="20"/>
                    <a:pt x="2" y="19"/>
                    <a:pt x="3" y="19"/>
                  </a:cubicBezTo>
                  <a:cubicBezTo>
                    <a:pt x="6" y="18"/>
                    <a:pt x="8" y="18"/>
                    <a:pt x="11" y="17"/>
                  </a:cubicBezTo>
                  <a:cubicBezTo>
                    <a:pt x="15" y="16"/>
                    <a:pt x="19" y="15"/>
                    <a:pt x="23" y="14"/>
                  </a:cubicBezTo>
                  <a:cubicBezTo>
                    <a:pt x="40" y="9"/>
                    <a:pt x="57" y="3"/>
                    <a:pt x="74" y="1"/>
                  </a:cubicBezTo>
                  <a:cubicBezTo>
                    <a:pt x="86" y="0"/>
                    <a:pt x="99" y="0"/>
                    <a:pt x="111" y="1"/>
                  </a:cubicBezTo>
                  <a:cubicBezTo>
                    <a:pt x="113" y="1"/>
                    <a:pt x="113" y="4"/>
                    <a:pt x="110" y="4"/>
                  </a:cubicBezTo>
                  <a:cubicBezTo>
                    <a:pt x="94" y="3"/>
                    <a:pt x="77" y="2"/>
                    <a:pt x="61" y="6"/>
                  </a:cubicBezTo>
                  <a:cubicBezTo>
                    <a:pt x="45" y="10"/>
                    <a:pt x="29" y="16"/>
                    <a:pt x="13" y="20"/>
                  </a:cubicBezTo>
                  <a:cubicBezTo>
                    <a:pt x="10" y="21"/>
                    <a:pt x="7" y="21"/>
                    <a:pt x="4" y="22"/>
                  </a:cubicBezTo>
                  <a:cubicBezTo>
                    <a:pt x="3" y="22"/>
                    <a:pt x="1" y="23"/>
                    <a:pt x="1" y="22"/>
                  </a:cubicBezTo>
                  <a:close/>
                </a:path>
              </a:pathLst>
            </a:custGeom>
            <a:solidFill>
              <a:srgbClr val="5044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152" name="Freeform 116"/>
            <p:cNvSpPr/>
            <p:nvPr userDrawn="1"/>
          </p:nvSpPr>
          <p:spPr bwMode="auto">
            <a:xfrm>
              <a:off x="3666" y="2573"/>
              <a:ext cx="92" cy="29"/>
            </a:xfrm>
            <a:custGeom>
              <a:avLst/>
              <a:gdLst>
                <a:gd name="T0" fmla="*/ 16 w 19"/>
                <a:gd name="T1" fmla="*/ 6 h 6"/>
                <a:gd name="T2" fmla="*/ 5 w 19"/>
                <a:gd name="T3" fmla="*/ 3 h 6"/>
                <a:gd name="T4" fmla="*/ 2 w 19"/>
                <a:gd name="T5" fmla="*/ 3 h 6"/>
                <a:gd name="T6" fmla="*/ 2 w 19"/>
                <a:gd name="T7" fmla="*/ 0 h 6"/>
                <a:gd name="T8" fmla="*/ 12 w 19"/>
                <a:gd name="T9" fmla="*/ 1 h 6"/>
                <a:gd name="T10" fmla="*/ 17 w 19"/>
                <a:gd name="T11" fmla="*/ 3 h 6"/>
                <a:gd name="T12" fmla="*/ 18 w 19"/>
                <a:gd name="T13" fmla="*/ 5 h 6"/>
                <a:gd name="T14" fmla="*/ 16 w 19"/>
                <a:gd name="T15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9" h="6">
                  <a:moveTo>
                    <a:pt x="16" y="6"/>
                  </a:moveTo>
                  <a:cubicBezTo>
                    <a:pt x="12" y="5"/>
                    <a:pt x="8" y="4"/>
                    <a:pt x="5" y="3"/>
                  </a:cubicBezTo>
                  <a:cubicBezTo>
                    <a:pt x="4" y="3"/>
                    <a:pt x="3" y="3"/>
                    <a:pt x="2" y="3"/>
                  </a:cubicBezTo>
                  <a:cubicBezTo>
                    <a:pt x="0" y="3"/>
                    <a:pt x="1" y="0"/>
                    <a:pt x="2" y="0"/>
                  </a:cubicBezTo>
                  <a:cubicBezTo>
                    <a:pt x="6" y="0"/>
                    <a:pt x="9" y="1"/>
                    <a:pt x="12" y="1"/>
                  </a:cubicBezTo>
                  <a:cubicBezTo>
                    <a:pt x="14" y="2"/>
                    <a:pt x="16" y="2"/>
                    <a:pt x="17" y="3"/>
                  </a:cubicBezTo>
                  <a:cubicBezTo>
                    <a:pt x="18" y="3"/>
                    <a:pt x="19" y="4"/>
                    <a:pt x="18" y="5"/>
                  </a:cubicBezTo>
                  <a:cubicBezTo>
                    <a:pt x="18" y="6"/>
                    <a:pt x="17" y="6"/>
                    <a:pt x="16" y="6"/>
                  </a:cubicBezTo>
                  <a:close/>
                </a:path>
              </a:pathLst>
            </a:custGeom>
            <a:solidFill>
              <a:srgbClr val="5044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153" name="Freeform 117"/>
            <p:cNvSpPr/>
            <p:nvPr userDrawn="1"/>
          </p:nvSpPr>
          <p:spPr bwMode="auto">
            <a:xfrm>
              <a:off x="2861" y="2782"/>
              <a:ext cx="902" cy="184"/>
            </a:xfrm>
            <a:custGeom>
              <a:avLst/>
              <a:gdLst>
                <a:gd name="T0" fmla="*/ 1 w 187"/>
                <a:gd name="T1" fmla="*/ 37 h 38"/>
                <a:gd name="T2" fmla="*/ 3 w 187"/>
                <a:gd name="T3" fmla="*/ 34 h 38"/>
                <a:gd name="T4" fmla="*/ 12 w 187"/>
                <a:gd name="T5" fmla="*/ 33 h 38"/>
                <a:gd name="T6" fmla="*/ 49 w 187"/>
                <a:gd name="T7" fmla="*/ 25 h 38"/>
                <a:gd name="T8" fmla="*/ 93 w 187"/>
                <a:gd name="T9" fmla="*/ 11 h 38"/>
                <a:gd name="T10" fmla="*/ 128 w 187"/>
                <a:gd name="T11" fmla="*/ 2 h 38"/>
                <a:gd name="T12" fmla="*/ 175 w 187"/>
                <a:gd name="T13" fmla="*/ 1 h 38"/>
                <a:gd name="T14" fmla="*/ 185 w 187"/>
                <a:gd name="T15" fmla="*/ 2 h 38"/>
                <a:gd name="T16" fmla="*/ 186 w 187"/>
                <a:gd name="T17" fmla="*/ 4 h 38"/>
                <a:gd name="T18" fmla="*/ 182 w 187"/>
                <a:gd name="T19" fmla="*/ 5 h 38"/>
                <a:gd name="T20" fmla="*/ 170 w 187"/>
                <a:gd name="T21" fmla="*/ 4 h 38"/>
                <a:gd name="T22" fmla="*/ 130 w 187"/>
                <a:gd name="T23" fmla="*/ 5 h 38"/>
                <a:gd name="T24" fmla="*/ 87 w 187"/>
                <a:gd name="T25" fmla="*/ 16 h 38"/>
                <a:gd name="T26" fmla="*/ 26 w 187"/>
                <a:gd name="T27" fmla="*/ 34 h 38"/>
                <a:gd name="T28" fmla="*/ 6 w 187"/>
                <a:gd name="T29" fmla="*/ 37 h 38"/>
                <a:gd name="T30" fmla="*/ 3 w 187"/>
                <a:gd name="T31" fmla="*/ 38 h 38"/>
                <a:gd name="T32" fmla="*/ 1 w 187"/>
                <a:gd name="T33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7" h="38">
                  <a:moveTo>
                    <a:pt x="1" y="37"/>
                  </a:moveTo>
                  <a:cubicBezTo>
                    <a:pt x="0" y="36"/>
                    <a:pt x="1" y="34"/>
                    <a:pt x="3" y="34"/>
                  </a:cubicBezTo>
                  <a:cubicBezTo>
                    <a:pt x="6" y="34"/>
                    <a:pt x="9" y="34"/>
                    <a:pt x="12" y="33"/>
                  </a:cubicBezTo>
                  <a:cubicBezTo>
                    <a:pt x="24" y="32"/>
                    <a:pt x="36" y="29"/>
                    <a:pt x="49" y="25"/>
                  </a:cubicBezTo>
                  <a:cubicBezTo>
                    <a:pt x="63" y="20"/>
                    <a:pt x="78" y="15"/>
                    <a:pt x="93" y="11"/>
                  </a:cubicBezTo>
                  <a:cubicBezTo>
                    <a:pt x="104" y="8"/>
                    <a:pt x="116" y="4"/>
                    <a:pt x="128" y="2"/>
                  </a:cubicBezTo>
                  <a:cubicBezTo>
                    <a:pt x="143" y="0"/>
                    <a:pt x="159" y="0"/>
                    <a:pt x="175" y="1"/>
                  </a:cubicBezTo>
                  <a:cubicBezTo>
                    <a:pt x="178" y="2"/>
                    <a:pt x="182" y="2"/>
                    <a:pt x="185" y="2"/>
                  </a:cubicBezTo>
                  <a:cubicBezTo>
                    <a:pt x="186" y="2"/>
                    <a:pt x="187" y="3"/>
                    <a:pt x="186" y="4"/>
                  </a:cubicBezTo>
                  <a:cubicBezTo>
                    <a:pt x="186" y="6"/>
                    <a:pt x="183" y="5"/>
                    <a:pt x="182" y="5"/>
                  </a:cubicBezTo>
                  <a:cubicBezTo>
                    <a:pt x="178" y="5"/>
                    <a:pt x="174" y="5"/>
                    <a:pt x="170" y="4"/>
                  </a:cubicBezTo>
                  <a:cubicBezTo>
                    <a:pt x="157" y="4"/>
                    <a:pt x="143" y="4"/>
                    <a:pt x="130" y="5"/>
                  </a:cubicBezTo>
                  <a:cubicBezTo>
                    <a:pt x="115" y="7"/>
                    <a:pt x="101" y="12"/>
                    <a:pt x="87" y="16"/>
                  </a:cubicBezTo>
                  <a:cubicBezTo>
                    <a:pt x="67" y="22"/>
                    <a:pt x="47" y="30"/>
                    <a:pt x="26" y="34"/>
                  </a:cubicBezTo>
                  <a:cubicBezTo>
                    <a:pt x="20" y="35"/>
                    <a:pt x="13" y="36"/>
                    <a:pt x="6" y="37"/>
                  </a:cubicBezTo>
                  <a:cubicBezTo>
                    <a:pt x="5" y="37"/>
                    <a:pt x="4" y="37"/>
                    <a:pt x="3" y="38"/>
                  </a:cubicBezTo>
                  <a:cubicBezTo>
                    <a:pt x="2" y="38"/>
                    <a:pt x="1" y="38"/>
                    <a:pt x="1" y="37"/>
                  </a:cubicBezTo>
                  <a:close/>
                </a:path>
              </a:pathLst>
            </a:custGeom>
            <a:solidFill>
              <a:srgbClr val="5044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154" name="Freeform 118"/>
            <p:cNvSpPr/>
            <p:nvPr userDrawn="1"/>
          </p:nvSpPr>
          <p:spPr bwMode="auto">
            <a:xfrm>
              <a:off x="2923" y="2894"/>
              <a:ext cx="854" cy="145"/>
            </a:xfrm>
            <a:custGeom>
              <a:avLst/>
              <a:gdLst>
                <a:gd name="T0" fmla="*/ 0 w 177"/>
                <a:gd name="T1" fmla="*/ 29 h 30"/>
                <a:gd name="T2" fmla="*/ 8 w 177"/>
                <a:gd name="T3" fmla="*/ 26 h 30"/>
                <a:gd name="T4" fmla="*/ 39 w 177"/>
                <a:gd name="T5" fmla="*/ 23 h 30"/>
                <a:gd name="T6" fmla="*/ 72 w 177"/>
                <a:gd name="T7" fmla="*/ 14 h 30"/>
                <a:gd name="T8" fmla="*/ 99 w 177"/>
                <a:gd name="T9" fmla="*/ 7 h 30"/>
                <a:gd name="T10" fmla="*/ 144 w 177"/>
                <a:gd name="T11" fmla="*/ 1 h 30"/>
                <a:gd name="T12" fmla="*/ 175 w 177"/>
                <a:gd name="T13" fmla="*/ 1 h 30"/>
                <a:gd name="T14" fmla="*/ 177 w 177"/>
                <a:gd name="T15" fmla="*/ 3 h 30"/>
                <a:gd name="T16" fmla="*/ 175 w 177"/>
                <a:gd name="T17" fmla="*/ 4 h 30"/>
                <a:gd name="T18" fmla="*/ 167 w 177"/>
                <a:gd name="T19" fmla="*/ 4 h 30"/>
                <a:gd name="T20" fmla="*/ 131 w 177"/>
                <a:gd name="T21" fmla="*/ 6 h 30"/>
                <a:gd name="T22" fmla="*/ 86 w 177"/>
                <a:gd name="T23" fmla="*/ 14 h 30"/>
                <a:gd name="T24" fmla="*/ 14 w 177"/>
                <a:gd name="T25" fmla="*/ 29 h 30"/>
                <a:gd name="T26" fmla="*/ 3 w 177"/>
                <a:gd name="T27" fmla="*/ 30 h 30"/>
                <a:gd name="T28" fmla="*/ 0 w 177"/>
                <a:gd name="T29" fmla="*/ 29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77" h="30">
                  <a:moveTo>
                    <a:pt x="0" y="29"/>
                  </a:moveTo>
                  <a:cubicBezTo>
                    <a:pt x="0" y="26"/>
                    <a:pt x="6" y="27"/>
                    <a:pt x="8" y="26"/>
                  </a:cubicBezTo>
                  <a:cubicBezTo>
                    <a:pt x="19" y="26"/>
                    <a:pt x="29" y="25"/>
                    <a:pt x="39" y="23"/>
                  </a:cubicBezTo>
                  <a:cubicBezTo>
                    <a:pt x="50" y="20"/>
                    <a:pt x="61" y="17"/>
                    <a:pt x="72" y="14"/>
                  </a:cubicBezTo>
                  <a:cubicBezTo>
                    <a:pt x="81" y="12"/>
                    <a:pt x="90" y="9"/>
                    <a:pt x="99" y="7"/>
                  </a:cubicBezTo>
                  <a:cubicBezTo>
                    <a:pt x="114" y="5"/>
                    <a:pt x="129" y="3"/>
                    <a:pt x="144" y="1"/>
                  </a:cubicBezTo>
                  <a:cubicBezTo>
                    <a:pt x="154" y="0"/>
                    <a:pt x="165" y="0"/>
                    <a:pt x="175" y="1"/>
                  </a:cubicBezTo>
                  <a:cubicBezTo>
                    <a:pt x="176" y="1"/>
                    <a:pt x="177" y="2"/>
                    <a:pt x="177" y="3"/>
                  </a:cubicBezTo>
                  <a:cubicBezTo>
                    <a:pt x="177" y="4"/>
                    <a:pt x="176" y="5"/>
                    <a:pt x="175" y="4"/>
                  </a:cubicBezTo>
                  <a:cubicBezTo>
                    <a:pt x="172" y="4"/>
                    <a:pt x="169" y="4"/>
                    <a:pt x="167" y="4"/>
                  </a:cubicBezTo>
                  <a:cubicBezTo>
                    <a:pt x="155" y="3"/>
                    <a:pt x="143" y="4"/>
                    <a:pt x="131" y="6"/>
                  </a:cubicBezTo>
                  <a:cubicBezTo>
                    <a:pt x="116" y="8"/>
                    <a:pt x="101" y="10"/>
                    <a:pt x="86" y="14"/>
                  </a:cubicBezTo>
                  <a:cubicBezTo>
                    <a:pt x="63" y="20"/>
                    <a:pt x="39" y="28"/>
                    <a:pt x="14" y="29"/>
                  </a:cubicBezTo>
                  <a:cubicBezTo>
                    <a:pt x="10" y="29"/>
                    <a:pt x="7" y="29"/>
                    <a:pt x="3" y="30"/>
                  </a:cubicBezTo>
                  <a:cubicBezTo>
                    <a:pt x="2" y="30"/>
                    <a:pt x="1" y="30"/>
                    <a:pt x="0" y="29"/>
                  </a:cubicBezTo>
                  <a:close/>
                </a:path>
              </a:pathLst>
            </a:custGeom>
            <a:solidFill>
              <a:srgbClr val="5044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155" name="Freeform 119"/>
            <p:cNvSpPr/>
            <p:nvPr userDrawn="1"/>
          </p:nvSpPr>
          <p:spPr bwMode="auto">
            <a:xfrm>
              <a:off x="3271" y="2991"/>
              <a:ext cx="545" cy="102"/>
            </a:xfrm>
            <a:custGeom>
              <a:avLst/>
              <a:gdLst>
                <a:gd name="T0" fmla="*/ 0 w 113"/>
                <a:gd name="T1" fmla="*/ 21 h 21"/>
                <a:gd name="T2" fmla="*/ 20 w 113"/>
                <a:gd name="T3" fmla="*/ 17 h 21"/>
                <a:gd name="T4" fmla="*/ 61 w 113"/>
                <a:gd name="T5" fmla="*/ 6 h 21"/>
                <a:gd name="T6" fmla="*/ 111 w 113"/>
                <a:gd name="T7" fmla="*/ 0 h 21"/>
                <a:gd name="T8" fmla="*/ 111 w 113"/>
                <a:gd name="T9" fmla="*/ 4 h 21"/>
                <a:gd name="T10" fmla="*/ 85 w 113"/>
                <a:gd name="T11" fmla="*/ 5 h 21"/>
                <a:gd name="T12" fmla="*/ 49 w 113"/>
                <a:gd name="T13" fmla="*/ 13 h 21"/>
                <a:gd name="T14" fmla="*/ 18 w 113"/>
                <a:gd name="T15" fmla="*/ 21 h 21"/>
                <a:gd name="T16" fmla="*/ 0 w 113"/>
                <a:gd name="T17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3" h="21">
                  <a:moveTo>
                    <a:pt x="0" y="21"/>
                  </a:moveTo>
                  <a:cubicBezTo>
                    <a:pt x="7" y="20"/>
                    <a:pt x="13" y="19"/>
                    <a:pt x="20" y="17"/>
                  </a:cubicBezTo>
                  <a:cubicBezTo>
                    <a:pt x="34" y="14"/>
                    <a:pt x="47" y="10"/>
                    <a:pt x="61" y="6"/>
                  </a:cubicBezTo>
                  <a:cubicBezTo>
                    <a:pt x="77" y="2"/>
                    <a:pt x="94" y="0"/>
                    <a:pt x="111" y="0"/>
                  </a:cubicBezTo>
                  <a:cubicBezTo>
                    <a:pt x="113" y="1"/>
                    <a:pt x="113" y="4"/>
                    <a:pt x="111" y="4"/>
                  </a:cubicBezTo>
                  <a:cubicBezTo>
                    <a:pt x="102" y="4"/>
                    <a:pt x="93" y="4"/>
                    <a:pt x="85" y="5"/>
                  </a:cubicBezTo>
                  <a:cubicBezTo>
                    <a:pt x="72" y="7"/>
                    <a:pt x="61" y="10"/>
                    <a:pt x="49" y="13"/>
                  </a:cubicBezTo>
                  <a:cubicBezTo>
                    <a:pt x="39" y="16"/>
                    <a:pt x="29" y="19"/>
                    <a:pt x="18" y="21"/>
                  </a:cubicBezTo>
                  <a:lnTo>
                    <a:pt x="0" y="21"/>
                  </a:lnTo>
                  <a:close/>
                </a:path>
              </a:pathLst>
            </a:custGeom>
            <a:solidFill>
              <a:srgbClr val="5044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156" name="Freeform 120"/>
            <p:cNvSpPr/>
            <p:nvPr userDrawn="1"/>
          </p:nvSpPr>
          <p:spPr bwMode="auto">
            <a:xfrm>
              <a:off x="4009" y="2267"/>
              <a:ext cx="207" cy="107"/>
            </a:xfrm>
            <a:custGeom>
              <a:avLst/>
              <a:gdLst>
                <a:gd name="T0" fmla="*/ 0 w 43"/>
                <a:gd name="T1" fmla="*/ 21 h 22"/>
                <a:gd name="T2" fmla="*/ 1 w 43"/>
                <a:gd name="T3" fmla="*/ 19 h 22"/>
                <a:gd name="T4" fmla="*/ 6 w 43"/>
                <a:gd name="T5" fmla="*/ 16 h 22"/>
                <a:gd name="T6" fmla="*/ 31 w 43"/>
                <a:gd name="T7" fmla="*/ 4 h 22"/>
                <a:gd name="T8" fmla="*/ 41 w 43"/>
                <a:gd name="T9" fmla="*/ 1 h 22"/>
                <a:gd name="T10" fmla="*/ 43 w 43"/>
                <a:gd name="T11" fmla="*/ 1 h 22"/>
                <a:gd name="T12" fmla="*/ 42 w 43"/>
                <a:gd name="T13" fmla="*/ 4 h 22"/>
                <a:gd name="T14" fmla="*/ 23 w 43"/>
                <a:gd name="T15" fmla="*/ 11 h 22"/>
                <a:gd name="T16" fmla="*/ 3 w 43"/>
                <a:gd name="T17" fmla="*/ 21 h 22"/>
                <a:gd name="T18" fmla="*/ 0 w 43"/>
                <a:gd name="T19" fmla="*/ 2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3" h="22">
                  <a:moveTo>
                    <a:pt x="0" y="21"/>
                  </a:moveTo>
                  <a:cubicBezTo>
                    <a:pt x="0" y="20"/>
                    <a:pt x="0" y="19"/>
                    <a:pt x="1" y="19"/>
                  </a:cubicBezTo>
                  <a:cubicBezTo>
                    <a:pt x="2" y="18"/>
                    <a:pt x="4" y="17"/>
                    <a:pt x="6" y="16"/>
                  </a:cubicBezTo>
                  <a:cubicBezTo>
                    <a:pt x="14" y="11"/>
                    <a:pt x="22" y="8"/>
                    <a:pt x="31" y="4"/>
                  </a:cubicBezTo>
                  <a:cubicBezTo>
                    <a:pt x="34" y="3"/>
                    <a:pt x="37" y="2"/>
                    <a:pt x="41" y="1"/>
                  </a:cubicBezTo>
                  <a:cubicBezTo>
                    <a:pt x="42" y="0"/>
                    <a:pt x="43" y="1"/>
                    <a:pt x="43" y="1"/>
                  </a:cubicBezTo>
                  <a:cubicBezTo>
                    <a:pt x="43" y="2"/>
                    <a:pt x="43" y="3"/>
                    <a:pt x="42" y="4"/>
                  </a:cubicBezTo>
                  <a:cubicBezTo>
                    <a:pt x="36" y="6"/>
                    <a:pt x="29" y="8"/>
                    <a:pt x="23" y="11"/>
                  </a:cubicBezTo>
                  <a:cubicBezTo>
                    <a:pt x="16" y="14"/>
                    <a:pt x="9" y="17"/>
                    <a:pt x="3" y="21"/>
                  </a:cubicBezTo>
                  <a:cubicBezTo>
                    <a:pt x="2" y="22"/>
                    <a:pt x="1" y="22"/>
                    <a:pt x="0" y="21"/>
                  </a:cubicBezTo>
                  <a:close/>
                </a:path>
              </a:pathLst>
            </a:custGeom>
            <a:solidFill>
              <a:srgbClr val="5044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157" name="Freeform 121"/>
            <p:cNvSpPr/>
            <p:nvPr userDrawn="1"/>
          </p:nvSpPr>
          <p:spPr bwMode="auto">
            <a:xfrm>
              <a:off x="4428" y="2141"/>
              <a:ext cx="372" cy="78"/>
            </a:xfrm>
            <a:custGeom>
              <a:avLst/>
              <a:gdLst>
                <a:gd name="T0" fmla="*/ 1 w 77"/>
                <a:gd name="T1" fmla="*/ 16 h 16"/>
                <a:gd name="T2" fmla="*/ 0 w 77"/>
                <a:gd name="T3" fmla="*/ 14 h 16"/>
                <a:gd name="T4" fmla="*/ 2 w 77"/>
                <a:gd name="T5" fmla="*/ 12 h 16"/>
                <a:gd name="T6" fmla="*/ 26 w 77"/>
                <a:gd name="T7" fmla="*/ 5 h 16"/>
                <a:gd name="T8" fmla="*/ 26 w 77"/>
                <a:gd name="T9" fmla="*/ 5 h 16"/>
                <a:gd name="T10" fmla="*/ 75 w 77"/>
                <a:gd name="T11" fmla="*/ 1 h 16"/>
                <a:gd name="T12" fmla="*/ 75 w 77"/>
                <a:gd name="T13" fmla="*/ 4 h 16"/>
                <a:gd name="T14" fmla="*/ 34 w 77"/>
                <a:gd name="T15" fmla="*/ 7 h 16"/>
                <a:gd name="T16" fmla="*/ 3 w 77"/>
                <a:gd name="T17" fmla="*/ 15 h 16"/>
                <a:gd name="T18" fmla="*/ 1 w 77"/>
                <a:gd name="T19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7" h="16">
                  <a:moveTo>
                    <a:pt x="1" y="16"/>
                  </a:moveTo>
                  <a:cubicBezTo>
                    <a:pt x="0" y="15"/>
                    <a:pt x="0" y="15"/>
                    <a:pt x="0" y="14"/>
                  </a:cubicBezTo>
                  <a:cubicBezTo>
                    <a:pt x="0" y="13"/>
                    <a:pt x="1" y="12"/>
                    <a:pt x="2" y="12"/>
                  </a:cubicBezTo>
                  <a:cubicBezTo>
                    <a:pt x="10" y="9"/>
                    <a:pt x="18" y="7"/>
                    <a:pt x="26" y="5"/>
                  </a:cubicBezTo>
                  <a:cubicBezTo>
                    <a:pt x="26" y="5"/>
                    <a:pt x="26" y="5"/>
                    <a:pt x="26" y="5"/>
                  </a:cubicBezTo>
                  <a:cubicBezTo>
                    <a:pt x="42" y="2"/>
                    <a:pt x="58" y="0"/>
                    <a:pt x="75" y="1"/>
                  </a:cubicBezTo>
                  <a:cubicBezTo>
                    <a:pt x="77" y="1"/>
                    <a:pt x="77" y="4"/>
                    <a:pt x="75" y="4"/>
                  </a:cubicBezTo>
                  <a:cubicBezTo>
                    <a:pt x="61" y="4"/>
                    <a:pt x="47" y="5"/>
                    <a:pt x="34" y="7"/>
                  </a:cubicBezTo>
                  <a:cubicBezTo>
                    <a:pt x="23" y="9"/>
                    <a:pt x="13" y="11"/>
                    <a:pt x="3" y="15"/>
                  </a:cubicBezTo>
                  <a:cubicBezTo>
                    <a:pt x="2" y="16"/>
                    <a:pt x="2" y="16"/>
                    <a:pt x="1" y="16"/>
                  </a:cubicBezTo>
                  <a:close/>
                </a:path>
              </a:pathLst>
            </a:custGeom>
            <a:solidFill>
              <a:srgbClr val="5044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158" name="Freeform 122"/>
            <p:cNvSpPr/>
            <p:nvPr userDrawn="1"/>
          </p:nvSpPr>
          <p:spPr bwMode="auto">
            <a:xfrm>
              <a:off x="4033" y="2359"/>
              <a:ext cx="231" cy="122"/>
            </a:xfrm>
            <a:custGeom>
              <a:avLst/>
              <a:gdLst>
                <a:gd name="T0" fmla="*/ 5 w 48"/>
                <a:gd name="T1" fmla="*/ 24 h 25"/>
                <a:gd name="T2" fmla="*/ 27 w 48"/>
                <a:gd name="T3" fmla="*/ 8 h 25"/>
                <a:gd name="T4" fmla="*/ 46 w 48"/>
                <a:gd name="T5" fmla="*/ 0 h 25"/>
                <a:gd name="T6" fmla="*/ 46 w 48"/>
                <a:gd name="T7" fmla="*/ 4 h 25"/>
                <a:gd name="T8" fmla="*/ 28 w 48"/>
                <a:gd name="T9" fmla="*/ 11 h 25"/>
                <a:gd name="T10" fmla="*/ 8 w 48"/>
                <a:gd name="T11" fmla="*/ 23 h 25"/>
                <a:gd name="T12" fmla="*/ 5 w 48"/>
                <a:gd name="T13" fmla="*/ 24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25">
                  <a:moveTo>
                    <a:pt x="5" y="24"/>
                  </a:moveTo>
                  <a:cubicBezTo>
                    <a:pt x="0" y="21"/>
                    <a:pt x="24" y="10"/>
                    <a:pt x="27" y="8"/>
                  </a:cubicBezTo>
                  <a:cubicBezTo>
                    <a:pt x="33" y="5"/>
                    <a:pt x="39" y="3"/>
                    <a:pt x="46" y="0"/>
                  </a:cubicBezTo>
                  <a:cubicBezTo>
                    <a:pt x="48" y="0"/>
                    <a:pt x="48" y="3"/>
                    <a:pt x="46" y="4"/>
                  </a:cubicBezTo>
                  <a:cubicBezTo>
                    <a:pt x="40" y="6"/>
                    <a:pt x="34" y="8"/>
                    <a:pt x="28" y="11"/>
                  </a:cubicBezTo>
                  <a:cubicBezTo>
                    <a:pt x="21" y="15"/>
                    <a:pt x="14" y="18"/>
                    <a:pt x="8" y="23"/>
                  </a:cubicBezTo>
                  <a:cubicBezTo>
                    <a:pt x="7" y="24"/>
                    <a:pt x="6" y="25"/>
                    <a:pt x="5" y="24"/>
                  </a:cubicBezTo>
                  <a:close/>
                </a:path>
              </a:pathLst>
            </a:custGeom>
            <a:solidFill>
              <a:srgbClr val="5044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159" name="Freeform 123"/>
            <p:cNvSpPr/>
            <p:nvPr userDrawn="1"/>
          </p:nvSpPr>
          <p:spPr bwMode="auto">
            <a:xfrm>
              <a:off x="4428" y="2243"/>
              <a:ext cx="391" cy="97"/>
            </a:xfrm>
            <a:custGeom>
              <a:avLst/>
              <a:gdLst>
                <a:gd name="T0" fmla="*/ 1 w 81"/>
                <a:gd name="T1" fmla="*/ 18 h 20"/>
                <a:gd name="T2" fmla="*/ 3 w 81"/>
                <a:gd name="T3" fmla="*/ 15 h 20"/>
                <a:gd name="T4" fmla="*/ 11 w 81"/>
                <a:gd name="T5" fmla="*/ 12 h 20"/>
                <a:gd name="T6" fmla="*/ 79 w 81"/>
                <a:gd name="T7" fmla="*/ 2 h 20"/>
                <a:gd name="T8" fmla="*/ 79 w 81"/>
                <a:gd name="T9" fmla="*/ 5 h 20"/>
                <a:gd name="T10" fmla="*/ 58 w 81"/>
                <a:gd name="T11" fmla="*/ 5 h 20"/>
                <a:gd name="T12" fmla="*/ 19 w 81"/>
                <a:gd name="T13" fmla="*/ 13 h 20"/>
                <a:gd name="T14" fmla="*/ 4 w 81"/>
                <a:gd name="T15" fmla="*/ 18 h 20"/>
                <a:gd name="T16" fmla="*/ 1 w 81"/>
                <a:gd name="T17" fmla="*/ 18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1" h="20">
                  <a:moveTo>
                    <a:pt x="1" y="18"/>
                  </a:moveTo>
                  <a:cubicBezTo>
                    <a:pt x="0" y="17"/>
                    <a:pt x="1" y="16"/>
                    <a:pt x="3" y="15"/>
                  </a:cubicBezTo>
                  <a:cubicBezTo>
                    <a:pt x="5" y="14"/>
                    <a:pt x="8" y="13"/>
                    <a:pt x="11" y="12"/>
                  </a:cubicBezTo>
                  <a:cubicBezTo>
                    <a:pt x="33" y="5"/>
                    <a:pt x="56" y="0"/>
                    <a:pt x="79" y="2"/>
                  </a:cubicBezTo>
                  <a:cubicBezTo>
                    <a:pt x="81" y="2"/>
                    <a:pt x="81" y="5"/>
                    <a:pt x="79" y="5"/>
                  </a:cubicBezTo>
                  <a:cubicBezTo>
                    <a:pt x="72" y="5"/>
                    <a:pt x="65" y="5"/>
                    <a:pt x="58" y="5"/>
                  </a:cubicBezTo>
                  <a:cubicBezTo>
                    <a:pt x="45" y="6"/>
                    <a:pt x="32" y="9"/>
                    <a:pt x="19" y="13"/>
                  </a:cubicBezTo>
                  <a:cubicBezTo>
                    <a:pt x="14" y="14"/>
                    <a:pt x="8" y="16"/>
                    <a:pt x="4" y="18"/>
                  </a:cubicBezTo>
                  <a:cubicBezTo>
                    <a:pt x="3" y="19"/>
                    <a:pt x="1" y="20"/>
                    <a:pt x="1" y="18"/>
                  </a:cubicBezTo>
                  <a:close/>
                </a:path>
              </a:pathLst>
            </a:custGeom>
            <a:solidFill>
              <a:srgbClr val="5044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160" name="Freeform 124"/>
            <p:cNvSpPr/>
            <p:nvPr userDrawn="1"/>
          </p:nvSpPr>
          <p:spPr bwMode="auto">
            <a:xfrm>
              <a:off x="4448" y="2350"/>
              <a:ext cx="294" cy="82"/>
            </a:xfrm>
            <a:custGeom>
              <a:avLst/>
              <a:gdLst>
                <a:gd name="T0" fmla="*/ 2 w 61"/>
                <a:gd name="T1" fmla="*/ 15 h 17"/>
                <a:gd name="T2" fmla="*/ 7 w 61"/>
                <a:gd name="T3" fmla="*/ 11 h 17"/>
                <a:gd name="T4" fmla="*/ 22 w 61"/>
                <a:gd name="T5" fmla="*/ 7 h 17"/>
                <a:gd name="T6" fmla="*/ 44 w 61"/>
                <a:gd name="T7" fmla="*/ 3 h 17"/>
                <a:gd name="T8" fmla="*/ 59 w 61"/>
                <a:gd name="T9" fmla="*/ 0 h 17"/>
                <a:gd name="T10" fmla="*/ 61 w 61"/>
                <a:gd name="T11" fmla="*/ 2 h 17"/>
                <a:gd name="T12" fmla="*/ 59 w 61"/>
                <a:gd name="T13" fmla="*/ 3 h 17"/>
                <a:gd name="T14" fmla="*/ 43 w 61"/>
                <a:gd name="T15" fmla="*/ 6 h 17"/>
                <a:gd name="T16" fmla="*/ 6 w 61"/>
                <a:gd name="T17" fmla="*/ 15 h 17"/>
                <a:gd name="T18" fmla="*/ 2 w 61"/>
                <a:gd name="T19" fmla="*/ 15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1" h="17">
                  <a:moveTo>
                    <a:pt x="2" y="15"/>
                  </a:moveTo>
                  <a:cubicBezTo>
                    <a:pt x="0" y="13"/>
                    <a:pt x="5" y="12"/>
                    <a:pt x="7" y="11"/>
                  </a:cubicBezTo>
                  <a:cubicBezTo>
                    <a:pt x="12" y="10"/>
                    <a:pt x="17" y="9"/>
                    <a:pt x="22" y="7"/>
                  </a:cubicBezTo>
                  <a:cubicBezTo>
                    <a:pt x="29" y="6"/>
                    <a:pt x="36" y="4"/>
                    <a:pt x="44" y="3"/>
                  </a:cubicBezTo>
                  <a:cubicBezTo>
                    <a:pt x="49" y="2"/>
                    <a:pt x="54" y="1"/>
                    <a:pt x="59" y="0"/>
                  </a:cubicBezTo>
                  <a:cubicBezTo>
                    <a:pt x="60" y="0"/>
                    <a:pt x="60" y="1"/>
                    <a:pt x="61" y="2"/>
                  </a:cubicBezTo>
                  <a:cubicBezTo>
                    <a:pt x="61" y="2"/>
                    <a:pt x="60" y="3"/>
                    <a:pt x="59" y="3"/>
                  </a:cubicBezTo>
                  <a:cubicBezTo>
                    <a:pt x="54" y="4"/>
                    <a:pt x="48" y="5"/>
                    <a:pt x="43" y="6"/>
                  </a:cubicBezTo>
                  <a:cubicBezTo>
                    <a:pt x="30" y="9"/>
                    <a:pt x="18" y="11"/>
                    <a:pt x="6" y="15"/>
                  </a:cubicBezTo>
                  <a:cubicBezTo>
                    <a:pt x="4" y="15"/>
                    <a:pt x="3" y="17"/>
                    <a:pt x="2" y="15"/>
                  </a:cubicBezTo>
                  <a:close/>
                </a:path>
              </a:pathLst>
            </a:custGeom>
            <a:solidFill>
              <a:srgbClr val="5044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161" name="Freeform 125"/>
            <p:cNvSpPr/>
            <p:nvPr userDrawn="1"/>
          </p:nvSpPr>
          <p:spPr bwMode="auto">
            <a:xfrm>
              <a:off x="4125" y="2660"/>
              <a:ext cx="878" cy="204"/>
            </a:xfrm>
            <a:custGeom>
              <a:avLst/>
              <a:gdLst>
                <a:gd name="T0" fmla="*/ 1 w 182"/>
                <a:gd name="T1" fmla="*/ 41 h 42"/>
                <a:gd name="T2" fmla="*/ 4 w 182"/>
                <a:gd name="T3" fmla="*/ 37 h 42"/>
                <a:gd name="T4" fmla="*/ 10 w 182"/>
                <a:gd name="T5" fmla="*/ 33 h 42"/>
                <a:gd name="T6" fmla="*/ 36 w 182"/>
                <a:gd name="T7" fmla="*/ 22 h 42"/>
                <a:gd name="T8" fmla="*/ 93 w 182"/>
                <a:gd name="T9" fmla="*/ 6 h 42"/>
                <a:gd name="T10" fmla="*/ 163 w 182"/>
                <a:gd name="T11" fmla="*/ 0 h 42"/>
                <a:gd name="T12" fmla="*/ 181 w 182"/>
                <a:gd name="T13" fmla="*/ 0 h 42"/>
                <a:gd name="T14" fmla="*/ 182 w 182"/>
                <a:gd name="T15" fmla="*/ 2 h 42"/>
                <a:gd name="T16" fmla="*/ 181 w 182"/>
                <a:gd name="T17" fmla="*/ 3 h 42"/>
                <a:gd name="T18" fmla="*/ 157 w 182"/>
                <a:gd name="T19" fmla="*/ 3 h 42"/>
                <a:gd name="T20" fmla="*/ 91 w 182"/>
                <a:gd name="T21" fmla="*/ 10 h 42"/>
                <a:gd name="T22" fmla="*/ 69 w 182"/>
                <a:gd name="T23" fmla="*/ 15 h 42"/>
                <a:gd name="T24" fmla="*/ 26 w 182"/>
                <a:gd name="T25" fmla="*/ 29 h 42"/>
                <a:gd name="T26" fmla="*/ 7 w 182"/>
                <a:gd name="T27" fmla="*/ 39 h 42"/>
                <a:gd name="T28" fmla="*/ 4 w 182"/>
                <a:gd name="T29" fmla="*/ 41 h 42"/>
                <a:gd name="T30" fmla="*/ 1 w 182"/>
                <a:gd name="T31" fmla="*/ 4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82" h="42">
                  <a:moveTo>
                    <a:pt x="1" y="41"/>
                  </a:moveTo>
                  <a:cubicBezTo>
                    <a:pt x="0" y="39"/>
                    <a:pt x="3" y="38"/>
                    <a:pt x="4" y="37"/>
                  </a:cubicBezTo>
                  <a:cubicBezTo>
                    <a:pt x="6" y="35"/>
                    <a:pt x="8" y="34"/>
                    <a:pt x="10" y="33"/>
                  </a:cubicBezTo>
                  <a:cubicBezTo>
                    <a:pt x="18" y="29"/>
                    <a:pt x="27" y="25"/>
                    <a:pt x="36" y="22"/>
                  </a:cubicBezTo>
                  <a:cubicBezTo>
                    <a:pt x="55" y="16"/>
                    <a:pt x="74" y="10"/>
                    <a:pt x="93" y="6"/>
                  </a:cubicBezTo>
                  <a:cubicBezTo>
                    <a:pt x="116" y="2"/>
                    <a:pt x="140" y="0"/>
                    <a:pt x="163" y="0"/>
                  </a:cubicBezTo>
                  <a:cubicBezTo>
                    <a:pt x="169" y="0"/>
                    <a:pt x="175" y="0"/>
                    <a:pt x="181" y="0"/>
                  </a:cubicBezTo>
                  <a:cubicBezTo>
                    <a:pt x="181" y="0"/>
                    <a:pt x="182" y="1"/>
                    <a:pt x="182" y="2"/>
                  </a:cubicBezTo>
                  <a:cubicBezTo>
                    <a:pt x="182" y="2"/>
                    <a:pt x="181" y="3"/>
                    <a:pt x="181" y="3"/>
                  </a:cubicBezTo>
                  <a:cubicBezTo>
                    <a:pt x="173" y="3"/>
                    <a:pt x="165" y="3"/>
                    <a:pt x="157" y="3"/>
                  </a:cubicBezTo>
                  <a:cubicBezTo>
                    <a:pt x="135" y="4"/>
                    <a:pt x="113" y="6"/>
                    <a:pt x="91" y="10"/>
                  </a:cubicBezTo>
                  <a:cubicBezTo>
                    <a:pt x="83" y="11"/>
                    <a:pt x="76" y="13"/>
                    <a:pt x="69" y="15"/>
                  </a:cubicBezTo>
                  <a:cubicBezTo>
                    <a:pt x="54" y="20"/>
                    <a:pt x="40" y="24"/>
                    <a:pt x="26" y="29"/>
                  </a:cubicBezTo>
                  <a:cubicBezTo>
                    <a:pt x="20" y="32"/>
                    <a:pt x="13" y="35"/>
                    <a:pt x="7" y="39"/>
                  </a:cubicBezTo>
                  <a:cubicBezTo>
                    <a:pt x="6" y="40"/>
                    <a:pt x="5" y="40"/>
                    <a:pt x="4" y="41"/>
                  </a:cubicBezTo>
                  <a:cubicBezTo>
                    <a:pt x="3" y="42"/>
                    <a:pt x="2" y="42"/>
                    <a:pt x="1" y="41"/>
                  </a:cubicBezTo>
                  <a:close/>
                </a:path>
              </a:pathLst>
            </a:custGeom>
            <a:solidFill>
              <a:srgbClr val="5044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162" name="Freeform 126"/>
            <p:cNvSpPr/>
            <p:nvPr userDrawn="1"/>
          </p:nvSpPr>
          <p:spPr bwMode="auto">
            <a:xfrm>
              <a:off x="4139" y="2767"/>
              <a:ext cx="883" cy="199"/>
            </a:xfrm>
            <a:custGeom>
              <a:avLst/>
              <a:gdLst>
                <a:gd name="T0" fmla="*/ 5 w 183"/>
                <a:gd name="T1" fmla="*/ 40 h 41"/>
                <a:gd name="T2" fmla="*/ 34 w 183"/>
                <a:gd name="T3" fmla="*/ 23 h 41"/>
                <a:gd name="T4" fmla="*/ 159 w 183"/>
                <a:gd name="T5" fmla="*/ 4 h 41"/>
                <a:gd name="T6" fmla="*/ 177 w 183"/>
                <a:gd name="T7" fmla="*/ 2 h 41"/>
                <a:gd name="T8" fmla="*/ 183 w 183"/>
                <a:gd name="T9" fmla="*/ 2 h 41"/>
                <a:gd name="T10" fmla="*/ 182 w 183"/>
                <a:gd name="T11" fmla="*/ 4 h 41"/>
                <a:gd name="T12" fmla="*/ 159 w 183"/>
                <a:gd name="T13" fmla="*/ 8 h 41"/>
                <a:gd name="T14" fmla="*/ 54 w 183"/>
                <a:gd name="T15" fmla="*/ 20 h 41"/>
                <a:gd name="T16" fmla="*/ 16 w 183"/>
                <a:gd name="T17" fmla="*/ 33 h 41"/>
                <a:gd name="T18" fmla="*/ 8 w 183"/>
                <a:gd name="T19" fmla="*/ 38 h 41"/>
                <a:gd name="T20" fmla="*/ 5 w 183"/>
                <a:gd name="T21" fmla="*/ 4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83" h="41">
                  <a:moveTo>
                    <a:pt x="5" y="40"/>
                  </a:moveTo>
                  <a:cubicBezTo>
                    <a:pt x="0" y="35"/>
                    <a:pt x="31" y="23"/>
                    <a:pt x="34" y="23"/>
                  </a:cubicBezTo>
                  <a:cubicBezTo>
                    <a:pt x="74" y="9"/>
                    <a:pt x="117" y="8"/>
                    <a:pt x="159" y="4"/>
                  </a:cubicBezTo>
                  <a:cubicBezTo>
                    <a:pt x="165" y="4"/>
                    <a:pt x="171" y="3"/>
                    <a:pt x="177" y="2"/>
                  </a:cubicBezTo>
                  <a:cubicBezTo>
                    <a:pt x="179" y="2"/>
                    <a:pt x="182" y="0"/>
                    <a:pt x="183" y="2"/>
                  </a:cubicBezTo>
                  <a:cubicBezTo>
                    <a:pt x="183" y="3"/>
                    <a:pt x="182" y="4"/>
                    <a:pt x="182" y="4"/>
                  </a:cubicBezTo>
                  <a:cubicBezTo>
                    <a:pt x="174" y="6"/>
                    <a:pt x="166" y="7"/>
                    <a:pt x="159" y="8"/>
                  </a:cubicBezTo>
                  <a:cubicBezTo>
                    <a:pt x="124" y="11"/>
                    <a:pt x="89" y="12"/>
                    <a:pt x="54" y="20"/>
                  </a:cubicBezTo>
                  <a:cubicBezTo>
                    <a:pt x="41" y="24"/>
                    <a:pt x="28" y="27"/>
                    <a:pt x="16" y="33"/>
                  </a:cubicBezTo>
                  <a:cubicBezTo>
                    <a:pt x="13" y="35"/>
                    <a:pt x="11" y="36"/>
                    <a:pt x="8" y="38"/>
                  </a:cubicBezTo>
                  <a:cubicBezTo>
                    <a:pt x="7" y="39"/>
                    <a:pt x="6" y="41"/>
                    <a:pt x="5" y="40"/>
                  </a:cubicBezTo>
                  <a:close/>
                </a:path>
              </a:pathLst>
            </a:custGeom>
            <a:solidFill>
              <a:srgbClr val="5044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163" name="Freeform 127"/>
            <p:cNvSpPr/>
            <p:nvPr userDrawn="1"/>
          </p:nvSpPr>
          <p:spPr bwMode="auto">
            <a:xfrm>
              <a:off x="4178" y="2908"/>
              <a:ext cx="670" cy="151"/>
            </a:xfrm>
            <a:custGeom>
              <a:avLst/>
              <a:gdLst>
                <a:gd name="T0" fmla="*/ 4 w 139"/>
                <a:gd name="T1" fmla="*/ 30 h 31"/>
                <a:gd name="T2" fmla="*/ 21 w 139"/>
                <a:gd name="T3" fmla="*/ 18 h 31"/>
                <a:gd name="T4" fmla="*/ 61 w 139"/>
                <a:gd name="T5" fmla="*/ 6 h 31"/>
                <a:gd name="T6" fmla="*/ 120 w 139"/>
                <a:gd name="T7" fmla="*/ 2 h 31"/>
                <a:gd name="T8" fmla="*/ 130 w 139"/>
                <a:gd name="T9" fmla="*/ 1 h 31"/>
                <a:gd name="T10" fmla="*/ 137 w 139"/>
                <a:gd name="T11" fmla="*/ 0 h 31"/>
                <a:gd name="T12" fmla="*/ 139 w 139"/>
                <a:gd name="T13" fmla="*/ 1 h 31"/>
                <a:gd name="T14" fmla="*/ 137 w 139"/>
                <a:gd name="T15" fmla="*/ 3 h 31"/>
                <a:gd name="T16" fmla="*/ 117 w 139"/>
                <a:gd name="T17" fmla="*/ 6 h 31"/>
                <a:gd name="T18" fmla="*/ 59 w 139"/>
                <a:gd name="T19" fmla="*/ 9 h 31"/>
                <a:gd name="T20" fmla="*/ 27 w 139"/>
                <a:gd name="T21" fmla="*/ 19 h 31"/>
                <a:gd name="T22" fmla="*/ 8 w 139"/>
                <a:gd name="T23" fmla="*/ 28 h 31"/>
                <a:gd name="T24" fmla="*/ 4 w 139"/>
                <a:gd name="T25" fmla="*/ 3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9" h="31">
                  <a:moveTo>
                    <a:pt x="4" y="30"/>
                  </a:moveTo>
                  <a:cubicBezTo>
                    <a:pt x="0" y="27"/>
                    <a:pt x="19" y="19"/>
                    <a:pt x="21" y="18"/>
                  </a:cubicBezTo>
                  <a:cubicBezTo>
                    <a:pt x="34" y="12"/>
                    <a:pt x="47" y="8"/>
                    <a:pt x="61" y="6"/>
                  </a:cubicBezTo>
                  <a:cubicBezTo>
                    <a:pt x="81" y="3"/>
                    <a:pt x="101" y="4"/>
                    <a:pt x="120" y="2"/>
                  </a:cubicBezTo>
                  <a:cubicBezTo>
                    <a:pt x="124" y="2"/>
                    <a:pt x="127" y="2"/>
                    <a:pt x="130" y="1"/>
                  </a:cubicBezTo>
                  <a:cubicBezTo>
                    <a:pt x="132" y="1"/>
                    <a:pt x="135" y="0"/>
                    <a:pt x="137" y="0"/>
                  </a:cubicBezTo>
                  <a:cubicBezTo>
                    <a:pt x="138" y="0"/>
                    <a:pt x="139" y="1"/>
                    <a:pt x="139" y="1"/>
                  </a:cubicBezTo>
                  <a:cubicBezTo>
                    <a:pt x="139" y="2"/>
                    <a:pt x="138" y="3"/>
                    <a:pt x="137" y="3"/>
                  </a:cubicBezTo>
                  <a:cubicBezTo>
                    <a:pt x="130" y="4"/>
                    <a:pt x="124" y="5"/>
                    <a:pt x="117" y="6"/>
                  </a:cubicBezTo>
                  <a:cubicBezTo>
                    <a:pt x="97" y="8"/>
                    <a:pt x="78" y="7"/>
                    <a:pt x="59" y="9"/>
                  </a:cubicBezTo>
                  <a:cubicBezTo>
                    <a:pt x="48" y="11"/>
                    <a:pt x="37" y="14"/>
                    <a:pt x="27" y="19"/>
                  </a:cubicBezTo>
                  <a:cubicBezTo>
                    <a:pt x="20" y="22"/>
                    <a:pt x="14" y="24"/>
                    <a:pt x="8" y="28"/>
                  </a:cubicBezTo>
                  <a:cubicBezTo>
                    <a:pt x="7" y="29"/>
                    <a:pt x="6" y="31"/>
                    <a:pt x="4" y="30"/>
                  </a:cubicBezTo>
                  <a:close/>
                </a:path>
              </a:pathLst>
            </a:custGeom>
            <a:solidFill>
              <a:srgbClr val="5044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164" name="Freeform 128"/>
            <p:cNvSpPr/>
            <p:nvPr userDrawn="1"/>
          </p:nvSpPr>
          <p:spPr bwMode="auto">
            <a:xfrm>
              <a:off x="4322" y="2991"/>
              <a:ext cx="574" cy="102"/>
            </a:xfrm>
            <a:custGeom>
              <a:avLst/>
              <a:gdLst>
                <a:gd name="T0" fmla="*/ 0 w 119"/>
                <a:gd name="T1" fmla="*/ 21 h 21"/>
                <a:gd name="T2" fmla="*/ 25 w 119"/>
                <a:gd name="T3" fmla="*/ 9 h 21"/>
                <a:gd name="T4" fmla="*/ 77 w 119"/>
                <a:gd name="T5" fmla="*/ 3 h 21"/>
                <a:gd name="T6" fmla="*/ 108 w 119"/>
                <a:gd name="T7" fmla="*/ 1 h 21"/>
                <a:gd name="T8" fmla="*/ 117 w 119"/>
                <a:gd name="T9" fmla="*/ 0 h 21"/>
                <a:gd name="T10" fmla="*/ 119 w 119"/>
                <a:gd name="T11" fmla="*/ 1 h 21"/>
                <a:gd name="T12" fmla="*/ 117 w 119"/>
                <a:gd name="T13" fmla="*/ 3 h 21"/>
                <a:gd name="T14" fmla="*/ 99 w 119"/>
                <a:gd name="T15" fmla="*/ 5 h 21"/>
                <a:gd name="T16" fmla="*/ 52 w 119"/>
                <a:gd name="T17" fmla="*/ 8 h 21"/>
                <a:gd name="T18" fmla="*/ 5 w 119"/>
                <a:gd name="T19" fmla="*/ 21 h 21"/>
                <a:gd name="T20" fmla="*/ 0 w 119"/>
                <a:gd name="T21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19" h="21">
                  <a:moveTo>
                    <a:pt x="0" y="21"/>
                  </a:moveTo>
                  <a:cubicBezTo>
                    <a:pt x="6" y="15"/>
                    <a:pt x="20" y="11"/>
                    <a:pt x="25" y="9"/>
                  </a:cubicBezTo>
                  <a:cubicBezTo>
                    <a:pt x="42" y="6"/>
                    <a:pt x="60" y="4"/>
                    <a:pt x="77" y="3"/>
                  </a:cubicBezTo>
                  <a:cubicBezTo>
                    <a:pt x="87" y="2"/>
                    <a:pt x="98" y="2"/>
                    <a:pt x="108" y="1"/>
                  </a:cubicBezTo>
                  <a:cubicBezTo>
                    <a:pt x="111" y="1"/>
                    <a:pt x="114" y="0"/>
                    <a:pt x="117" y="0"/>
                  </a:cubicBezTo>
                  <a:cubicBezTo>
                    <a:pt x="118" y="0"/>
                    <a:pt x="119" y="1"/>
                    <a:pt x="119" y="1"/>
                  </a:cubicBezTo>
                  <a:cubicBezTo>
                    <a:pt x="119" y="2"/>
                    <a:pt x="118" y="3"/>
                    <a:pt x="117" y="3"/>
                  </a:cubicBezTo>
                  <a:cubicBezTo>
                    <a:pt x="111" y="4"/>
                    <a:pt x="105" y="4"/>
                    <a:pt x="99" y="5"/>
                  </a:cubicBezTo>
                  <a:cubicBezTo>
                    <a:pt x="83" y="5"/>
                    <a:pt x="68" y="6"/>
                    <a:pt x="52" y="8"/>
                  </a:cubicBezTo>
                  <a:cubicBezTo>
                    <a:pt x="36" y="10"/>
                    <a:pt x="19" y="12"/>
                    <a:pt x="5" y="21"/>
                  </a:cubicBezTo>
                  <a:lnTo>
                    <a:pt x="0" y="21"/>
                  </a:lnTo>
                  <a:close/>
                </a:path>
              </a:pathLst>
            </a:custGeom>
            <a:solidFill>
              <a:srgbClr val="5044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165" name="Freeform 129"/>
            <p:cNvSpPr/>
            <p:nvPr userDrawn="1"/>
          </p:nvSpPr>
          <p:spPr bwMode="auto">
            <a:xfrm>
              <a:off x="4969" y="2971"/>
              <a:ext cx="58" cy="25"/>
            </a:xfrm>
            <a:custGeom>
              <a:avLst/>
              <a:gdLst>
                <a:gd name="T0" fmla="*/ 1 w 12"/>
                <a:gd name="T1" fmla="*/ 5 h 5"/>
                <a:gd name="T2" fmla="*/ 1 w 12"/>
                <a:gd name="T3" fmla="*/ 2 h 5"/>
                <a:gd name="T4" fmla="*/ 5 w 12"/>
                <a:gd name="T5" fmla="*/ 1 h 5"/>
                <a:gd name="T6" fmla="*/ 10 w 12"/>
                <a:gd name="T7" fmla="*/ 0 h 5"/>
                <a:gd name="T8" fmla="*/ 12 w 12"/>
                <a:gd name="T9" fmla="*/ 1 h 5"/>
                <a:gd name="T10" fmla="*/ 11 w 12"/>
                <a:gd name="T11" fmla="*/ 3 h 5"/>
                <a:gd name="T12" fmla="*/ 3 w 12"/>
                <a:gd name="T13" fmla="*/ 5 h 5"/>
                <a:gd name="T14" fmla="*/ 1 w 12"/>
                <a:gd name="T15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5">
                  <a:moveTo>
                    <a:pt x="1" y="5"/>
                  </a:moveTo>
                  <a:cubicBezTo>
                    <a:pt x="0" y="4"/>
                    <a:pt x="0" y="3"/>
                    <a:pt x="1" y="2"/>
                  </a:cubicBezTo>
                  <a:cubicBezTo>
                    <a:pt x="2" y="1"/>
                    <a:pt x="3" y="1"/>
                    <a:pt x="5" y="1"/>
                  </a:cubicBezTo>
                  <a:cubicBezTo>
                    <a:pt x="6" y="1"/>
                    <a:pt x="8" y="0"/>
                    <a:pt x="10" y="0"/>
                  </a:cubicBezTo>
                  <a:cubicBezTo>
                    <a:pt x="11" y="0"/>
                    <a:pt x="11" y="0"/>
                    <a:pt x="12" y="1"/>
                  </a:cubicBezTo>
                  <a:cubicBezTo>
                    <a:pt x="12" y="2"/>
                    <a:pt x="11" y="3"/>
                    <a:pt x="11" y="3"/>
                  </a:cubicBezTo>
                  <a:cubicBezTo>
                    <a:pt x="8" y="4"/>
                    <a:pt x="5" y="4"/>
                    <a:pt x="3" y="5"/>
                  </a:cubicBezTo>
                  <a:cubicBezTo>
                    <a:pt x="2" y="5"/>
                    <a:pt x="2" y="5"/>
                    <a:pt x="1" y="5"/>
                  </a:cubicBezTo>
                  <a:close/>
                </a:path>
              </a:pathLst>
            </a:custGeom>
            <a:solidFill>
              <a:srgbClr val="5044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166" name="Freeform 130"/>
            <p:cNvSpPr/>
            <p:nvPr userDrawn="1"/>
          </p:nvSpPr>
          <p:spPr bwMode="auto">
            <a:xfrm>
              <a:off x="2933" y="2087"/>
              <a:ext cx="424" cy="132"/>
            </a:xfrm>
            <a:custGeom>
              <a:avLst/>
              <a:gdLst>
                <a:gd name="T0" fmla="*/ 1 w 88"/>
                <a:gd name="T1" fmla="*/ 26 h 27"/>
                <a:gd name="T2" fmla="*/ 2 w 88"/>
                <a:gd name="T3" fmla="*/ 24 h 27"/>
                <a:gd name="T4" fmla="*/ 6 w 88"/>
                <a:gd name="T5" fmla="*/ 22 h 27"/>
                <a:gd name="T6" fmla="*/ 21 w 88"/>
                <a:gd name="T7" fmla="*/ 16 h 27"/>
                <a:gd name="T8" fmla="*/ 50 w 88"/>
                <a:gd name="T9" fmla="*/ 6 h 27"/>
                <a:gd name="T10" fmla="*/ 86 w 88"/>
                <a:gd name="T11" fmla="*/ 0 h 27"/>
                <a:gd name="T12" fmla="*/ 86 w 88"/>
                <a:gd name="T13" fmla="*/ 3 h 27"/>
                <a:gd name="T14" fmla="*/ 34 w 88"/>
                <a:gd name="T15" fmla="*/ 14 h 27"/>
                <a:gd name="T16" fmla="*/ 3 w 88"/>
                <a:gd name="T17" fmla="*/ 27 h 27"/>
                <a:gd name="T18" fmla="*/ 1 w 88"/>
                <a:gd name="T19" fmla="*/ 26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" h="27">
                  <a:moveTo>
                    <a:pt x="1" y="26"/>
                  </a:moveTo>
                  <a:cubicBezTo>
                    <a:pt x="0" y="25"/>
                    <a:pt x="1" y="24"/>
                    <a:pt x="2" y="24"/>
                  </a:cubicBezTo>
                  <a:cubicBezTo>
                    <a:pt x="3" y="23"/>
                    <a:pt x="5" y="23"/>
                    <a:pt x="6" y="22"/>
                  </a:cubicBezTo>
                  <a:cubicBezTo>
                    <a:pt x="11" y="20"/>
                    <a:pt x="16" y="18"/>
                    <a:pt x="21" y="16"/>
                  </a:cubicBezTo>
                  <a:cubicBezTo>
                    <a:pt x="30" y="12"/>
                    <a:pt x="40" y="8"/>
                    <a:pt x="50" y="6"/>
                  </a:cubicBezTo>
                  <a:cubicBezTo>
                    <a:pt x="62" y="3"/>
                    <a:pt x="74" y="1"/>
                    <a:pt x="86" y="0"/>
                  </a:cubicBezTo>
                  <a:cubicBezTo>
                    <a:pt x="88" y="0"/>
                    <a:pt x="88" y="3"/>
                    <a:pt x="86" y="3"/>
                  </a:cubicBezTo>
                  <a:cubicBezTo>
                    <a:pt x="69" y="5"/>
                    <a:pt x="51" y="8"/>
                    <a:pt x="34" y="14"/>
                  </a:cubicBezTo>
                  <a:cubicBezTo>
                    <a:pt x="23" y="18"/>
                    <a:pt x="13" y="23"/>
                    <a:pt x="3" y="27"/>
                  </a:cubicBezTo>
                  <a:cubicBezTo>
                    <a:pt x="2" y="27"/>
                    <a:pt x="1" y="27"/>
                    <a:pt x="1" y="26"/>
                  </a:cubicBezTo>
                  <a:close/>
                </a:path>
              </a:pathLst>
            </a:custGeom>
            <a:solidFill>
              <a:srgbClr val="5044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167" name="Freeform 131"/>
            <p:cNvSpPr/>
            <p:nvPr userDrawn="1"/>
          </p:nvSpPr>
          <p:spPr bwMode="auto">
            <a:xfrm>
              <a:off x="3435" y="2073"/>
              <a:ext cx="101" cy="29"/>
            </a:xfrm>
            <a:custGeom>
              <a:avLst/>
              <a:gdLst>
                <a:gd name="T0" fmla="*/ 19 w 21"/>
                <a:gd name="T1" fmla="*/ 6 h 6"/>
                <a:gd name="T2" fmla="*/ 6 w 21"/>
                <a:gd name="T3" fmla="*/ 4 h 6"/>
                <a:gd name="T4" fmla="*/ 2 w 21"/>
                <a:gd name="T5" fmla="*/ 3 h 6"/>
                <a:gd name="T6" fmla="*/ 0 w 21"/>
                <a:gd name="T7" fmla="*/ 2 h 6"/>
                <a:gd name="T8" fmla="*/ 3 w 21"/>
                <a:gd name="T9" fmla="*/ 0 h 6"/>
                <a:gd name="T10" fmla="*/ 19 w 21"/>
                <a:gd name="T11" fmla="*/ 3 h 6"/>
                <a:gd name="T12" fmla="*/ 19 w 21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" h="6">
                  <a:moveTo>
                    <a:pt x="19" y="6"/>
                  </a:moveTo>
                  <a:cubicBezTo>
                    <a:pt x="14" y="5"/>
                    <a:pt x="10" y="5"/>
                    <a:pt x="6" y="4"/>
                  </a:cubicBezTo>
                  <a:cubicBezTo>
                    <a:pt x="4" y="4"/>
                    <a:pt x="3" y="4"/>
                    <a:pt x="2" y="3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0"/>
                    <a:pt x="2" y="0"/>
                    <a:pt x="3" y="0"/>
                  </a:cubicBezTo>
                  <a:cubicBezTo>
                    <a:pt x="8" y="1"/>
                    <a:pt x="14" y="2"/>
                    <a:pt x="19" y="3"/>
                  </a:cubicBezTo>
                  <a:cubicBezTo>
                    <a:pt x="21" y="3"/>
                    <a:pt x="21" y="6"/>
                    <a:pt x="19" y="6"/>
                  </a:cubicBezTo>
                  <a:close/>
                </a:path>
              </a:pathLst>
            </a:custGeom>
            <a:solidFill>
              <a:srgbClr val="5044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168" name="Freeform 132"/>
            <p:cNvSpPr/>
            <p:nvPr userDrawn="1"/>
          </p:nvSpPr>
          <p:spPr bwMode="auto">
            <a:xfrm>
              <a:off x="4129" y="1961"/>
              <a:ext cx="145" cy="165"/>
            </a:xfrm>
            <a:custGeom>
              <a:avLst/>
              <a:gdLst>
                <a:gd name="T0" fmla="*/ 26 w 30"/>
                <a:gd name="T1" fmla="*/ 32 h 34"/>
                <a:gd name="T2" fmla="*/ 18 w 30"/>
                <a:gd name="T3" fmla="*/ 19 h 34"/>
                <a:gd name="T4" fmla="*/ 1 w 30"/>
                <a:gd name="T5" fmla="*/ 5 h 34"/>
                <a:gd name="T6" fmla="*/ 0 w 30"/>
                <a:gd name="T7" fmla="*/ 3 h 34"/>
                <a:gd name="T8" fmla="*/ 11 w 30"/>
                <a:gd name="T9" fmla="*/ 7 h 34"/>
                <a:gd name="T10" fmla="*/ 29 w 30"/>
                <a:gd name="T11" fmla="*/ 31 h 34"/>
                <a:gd name="T12" fmla="*/ 26 w 30"/>
                <a:gd name="T13" fmla="*/ 32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" h="34">
                  <a:moveTo>
                    <a:pt x="26" y="32"/>
                  </a:moveTo>
                  <a:cubicBezTo>
                    <a:pt x="23" y="28"/>
                    <a:pt x="21" y="24"/>
                    <a:pt x="18" y="19"/>
                  </a:cubicBezTo>
                  <a:cubicBezTo>
                    <a:pt x="13" y="14"/>
                    <a:pt x="9" y="7"/>
                    <a:pt x="1" y="5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1" y="0"/>
                    <a:pt x="9" y="5"/>
                    <a:pt x="11" y="7"/>
                  </a:cubicBezTo>
                  <a:cubicBezTo>
                    <a:pt x="18" y="14"/>
                    <a:pt x="24" y="22"/>
                    <a:pt x="29" y="31"/>
                  </a:cubicBezTo>
                  <a:cubicBezTo>
                    <a:pt x="30" y="33"/>
                    <a:pt x="27" y="34"/>
                    <a:pt x="26" y="32"/>
                  </a:cubicBezTo>
                  <a:close/>
                </a:path>
              </a:pathLst>
            </a:custGeom>
            <a:solidFill>
              <a:srgbClr val="5044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169" name="Freeform 133"/>
            <p:cNvSpPr/>
            <p:nvPr userDrawn="1"/>
          </p:nvSpPr>
          <p:spPr bwMode="auto">
            <a:xfrm>
              <a:off x="4274" y="2155"/>
              <a:ext cx="24" cy="49"/>
            </a:xfrm>
            <a:custGeom>
              <a:avLst/>
              <a:gdLst>
                <a:gd name="T0" fmla="*/ 2 w 5"/>
                <a:gd name="T1" fmla="*/ 8 h 10"/>
                <a:gd name="T2" fmla="*/ 1 w 5"/>
                <a:gd name="T3" fmla="*/ 3 h 10"/>
                <a:gd name="T4" fmla="*/ 2 w 5"/>
                <a:gd name="T5" fmla="*/ 1 h 10"/>
                <a:gd name="T6" fmla="*/ 4 w 5"/>
                <a:gd name="T7" fmla="*/ 2 h 10"/>
                <a:gd name="T8" fmla="*/ 5 w 5"/>
                <a:gd name="T9" fmla="*/ 7 h 10"/>
                <a:gd name="T10" fmla="*/ 2 w 5"/>
                <a:gd name="T11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10">
                  <a:moveTo>
                    <a:pt x="2" y="8"/>
                  </a:moveTo>
                  <a:cubicBezTo>
                    <a:pt x="1" y="6"/>
                    <a:pt x="1" y="5"/>
                    <a:pt x="1" y="3"/>
                  </a:cubicBezTo>
                  <a:cubicBezTo>
                    <a:pt x="0" y="2"/>
                    <a:pt x="0" y="1"/>
                    <a:pt x="2" y="1"/>
                  </a:cubicBezTo>
                  <a:cubicBezTo>
                    <a:pt x="2" y="0"/>
                    <a:pt x="3" y="1"/>
                    <a:pt x="4" y="2"/>
                  </a:cubicBezTo>
                  <a:cubicBezTo>
                    <a:pt x="4" y="4"/>
                    <a:pt x="4" y="5"/>
                    <a:pt x="5" y="7"/>
                  </a:cubicBezTo>
                  <a:cubicBezTo>
                    <a:pt x="5" y="9"/>
                    <a:pt x="2" y="10"/>
                    <a:pt x="2" y="8"/>
                  </a:cubicBezTo>
                  <a:close/>
                </a:path>
              </a:pathLst>
            </a:custGeom>
            <a:solidFill>
              <a:srgbClr val="5044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77" r="7877" b="15753"/>
          <a:stretch>
            <a:fillRect/>
          </a:stretch>
        </p:blipFill>
        <p:spPr>
          <a:xfrm>
            <a:off x="0" y="1"/>
            <a:ext cx="9144000" cy="514349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CA9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</a:defRPr>
            </a:lvl1pPr>
          </a:lstStyle>
          <a:p>
            <a:fld id="{67318C1C-C672-4301-8089-A21B59FAFCE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</a:defRPr>
            </a:lvl1pPr>
          </a:lstStyle>
          <a:p>
            <a:fld id="{0122ABE1-DC63-4442-8AD1-F6B398F9D8D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Open Sans" panose="020B0606030504020204" charset="0"/>
          <a:ea typeface="Open Sans" panose="020B0606030504020204" charset="0"/>
          <a:cs typeface="Open Sans" panose="020B0606030504020204" charset="0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Open Sans" panose="020B0606030504020204" charset="0"/>
          <a:ea typeface="Open Sans" panose="020B0606030504020204" charset="0"/>
          <a:cs typeface="Open Sans" panose="020B060603050402020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Open Sans" panose="020B0606030504020204" charset="0"/>
          <a:ea typeface="Open Sans" panose="020B0606030504020204" charset="0"/>
          <a:cs typeface="Open Sans" panose="020B0606030504020204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Open Sans" panose="020B0606030504020204" charset="0"/>
          <a:ea typeface="Open Sans" panose="020B0606030504020204" charset="0"/>
          <a:cs typeface="Open Sans" panose="020B060603050402020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Open Sans" panose="020B0606030504020204" charset="0"/>
          <a:ea typeface="Open Sans" panose="020B0606030504020204" charset="0"/>
          <a:cs typeface="Open Sans" panose="020B0606030504020204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Open Sans" panose="020B0606030504020204" charset="0"/>
          <a:ea typeface="Open Sans" panose="020B0606030504020204" charset="0"/>
          <a:cs typeface="Open Sans" panose="020B060603050402020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1" Type="http://schemas.openxmlformats.org/officeDocument/2006/relationships/slideLayout" Target="../slideLayouts/slideLayout5.xml"/><Relationship Id="rId30" Type="http://schemas.openxmlformats.org/officeDocument/2006/relationships/tags" Target="../tags/tag30.xml"/><Relationship Id="rId3" Type="http://schemas.openxmlformats.org/officeDocument/2006/relationships/tags" Target="../tags/tag3.xml"/><Relationship Id="rId29" Type="http://schemas.openxmlformats.org/officeDocument/2006/relationships/tags" Target="../tags/tag29.xml"/><Relationship Id="rId28" Type="http://schemas.openxmlformats.org/officeDocument/2006/relationships/tags" Target="../tags/tag28.xml"/><Relationship Id="rId27" Type="http://schemas.openxmlformats.org/officeDocument/2006/relationships/tags" Target="../tags/tag27.xml"/><Relationship Id="rId26" Type="http://schemas.openxmlformats.org/officeDocument/2006/relationships/tags" Target="../tags/tag26.xml"/><Relationship Id="rId25" Type="http://schemas.openxmlformats.org/officeDocument/2006/relationships/tags" Target="../tags/tag25.xml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39.xml"/><Relationship Id="rId8" Type="http://schemas.openxmlformats.org/officeDocument/2006/relationships/tags" Target="../tags/tag38.xml"/><Relationship Id="rId7" Type="http://schemas.openxmlformats.org/officeDocument/2006/relationships/tags" Target="../tags/tag37.xml"/><Relationship Id="rId68" Type="http://schemas.openxmlformats.org/officeDocument/2006/relationships/slideLayout" Target="../slideLayouts/slideLayout2.xml"/><Relationship Id="rId67" Type="http://schemas.openxmlformats.org/officeDocument/2006/relationships/tags" Target="../tags/tag97.xml"/><Relationship Id="rId66" Type="http://schemas.openxmlformats.org/officeDocument/2006/relationships/tags" Target="../tags/tag96.xml"/><Relationship Id="rId65" Type="http://schemas.openxmlformats.org/officeDocument/2006/relationships/tags" Target="../tags/tag95.xml"/><Relationship Id="rId64" Type="http://schemas.openxmlformats.org/officeDocument/2006/relationships/tags" Target="../tags/tag94.xml"/><Relationship Id="rId63" Type="http://schemas.openxmlformats.org/officeDocument/2006/relationships/tags" Target="../tags/tag93.xml"/><Relationship Id="rId62" Type="http://schemas.openxmlformats.org/officeDocument/2006/relationships/tags" Target="../tags/tag92.xml"/><Relationship Id="rId61" Type="http://schemas.openxmlformats.org/officeDocument/2006/relationships/tags" Target="../tags/tag91.xml"/><Relationship Id="rId60" Type="http://schemas.openxmlformats.org/officeDocument/2006/relationships/tags" Target="../tags/tag90.xml"/><Relationship Id="rId6" Type="http://schemas.openxmlformats.org/officeDocument/2006/relationships/tags" Target="../tags/tag36.xml"/><Relationship Id="rId59" Type="http://schemas.openxmlformats.org/officeDocument/2006/relationships/tags" Target="../tags/tag89.xml"/><Relationship Id="rId58" Type="http://schemas.openxmlformats.org/officeDocument/2006/relationships/tags" Target="../tags/tag88.xml"/><Relationship Id="rId57" Type="http://schemas.openxmlformats.org/officeDocument/2006/relationships/tags" Target="../tags/tag87.xml"/><Relationship Id="rId56" Type="http://schemas.openxmlformats.org/officeDocument/2006/relationships/tags" Target="../tags/tag86.xml"/><Relationship Id="rId55" Type="http://schemas.openxmlformats.org/officeDocument/2006/relationships/tags" Target="../tags/tag85.xml"/><Relationship Id="rId54" Type="http://schemas.openxmlformats.org/officeDocument/2006/relationships/tags" Target="../tags/tag84.xml"/><Relationship Id="rId53" Type="http://schemas.openxmlformats.org/officeDocument/2006/relationships/tags" Target="../tags/tag83.xml"/><Relationship Id="rId52" Type="http://schemas.openxmlformats.org/officeDocument/2006/relationships/tags" Target="../tags/tag82.xml"/><Relationship Id="rId51" Type="http://schemas.openxmlformats.org/officeDocument/2006/relationships/tags" Target="../tags/tag81.xml"/><Relationship Id="rId50" Type="http://schemas.openxmlformats.org/officeDocument/2006/relationships/tags" Target="../tags/tag80.xml"/><Relationship Id="rId5" Type="http://schemas.openxmlformats.org/officeDocument/2006/relationships/tags" Target="../tags/tag35.xml"/><Relationship Id="rId49" Type="http://schemas.openxmlformats.org/officeDocument/2006/relationships/tags" Target="../tags/tag79.xml"/><Relationship Id="rId48" Type="http://schemas.openxmlformats.org/officeDocument/2006/relationships/tags" Target="../tags/tag78.xml"/><Relationship Id="rId47" Type="http://schemas.openxmlformats.org/officeDocument/2006/relationships/tags" Target="../tags/tag77.xml"/><Relationship Id="rId46" Type="http://schemas.openxmlformats.org/officeDocument/2006/relationships/tags" Target="../tags/tag76.xml"/><Relationship Id="rId45" Type="http://schemas.openxmlformats.org/officeDocument/2006/relationships/tags" Target="../tags/tag75.xml"/><Relationship Id="rId44" Type="http://schemas.openxmlformats.org/officeDocument/2006/relationships/tags" Target="../tags/tag74.xml"/><Relationship Id="rId43" Type="http://schemas.openxmlformats.org/officeDocument/2006/relationships/tags" Target="../tags/tag73.xml"/><Relationship Id="rId42" Type="http://schemas.openxmlformats.org/officeDocument/2006/relationships/tags" Target="../tags/tag72.xml"/><Relationship Id="rId41" Type="http://schemas.openxmlformats.org/officeDocument/2006/relationships/tags" Target="../tags/tag71.xml"/><Relationship Id="rId40" Type="http://schemas.openxmlformats.org/officeDocument/2006/relationships/tags" Target="../tags/tag70.xml"/><Relationship Id="rId4" Type="http://schemas.openxmlformats.org/officeDocument/2006/relationships/tags" Target="../tags/tag34.xml"/><Relationship Id="rId39" Type="http://schemas.openxmlformats.org/officeDocument/2006/relationships/tags" Target="../tags/tag69.xml"/><Relationship Id="rId38" Type="http://schemas.openxmlformats.org/officeDocument/2006/relationships/tags" Target="../tags/tag68.xml"/><Relationship Id="rId37" Type="http://schemas.openxmlformats.org/officeDocument/2006/relationships/tags" Target="../tags/tag67.xml"/><Relationship Id="rId36" Type="http://schemas.openxmlformats.org/officeDocument/2006/relationships/tags" Target="../tags/tag66.xml"/><Relationship Id="rId35" Type="http://schemas.openxmlformats.org/officeDocument/2006/relationships/tags" Target="../tags/tag65.xml"/><Relationship Id="rId34" Type="http://schemas.openxmlformats.org/officeDocument/2006/relationships/tags" Target="../tags/tag64.xml"/><Relationship Id="rId33" Type="http://schemas.openxmlformats.org/officeDocument/2006/relationships/tags" Target="../tags/tag63.xml"/><Relationship Id="rId32" Type="http://schemas.openxmlformats.org/officeDocument/2006/relationships/tags" Target="../tags/tag62.xml"/><Relationship Id="rId31" Type="http://schemas.openxmlformats.org/officeDocument/2006/relationships/tags" Target="../tags/tag61.xml"/><Relationship Id="rId30" Type="http://schemas.openxmlformats.org/officeDocument/2006/relationships/tags" Target="../tags/tag60.xml"/><Relationship Id="rId3" Type="http://schemas.openxmlformats.org/officeDocument/2006/relationships/tags" Target="../tags/tag33.xml"/><Relationship Id="rId29" Type="http://schemas.openxmlformats.org/officeDocument/2006/relationships/tags" Target="../tags/tag59.xml"/><Relationship Id="rId28" Type="http://schemas.openxmlformats.org/officeDocument/2006/relationships/tags" Target="../tags/tag58.xml"/><Relationship Id="rId27" Type="http://schemas.openxmlformats.org/officeDocument/2006/relationships/tags" Target="../tags/tag57.xml"/><Relationship Id="rId26" Type="http://schemas.openxmlformats.org/officeDocument/2006/relationships/tags" Target="../tags/tag56.xml"/><Relationship Id="rId25" Type="http://schemas.openxmlformats.org/officeDocument/2006/relationships/tags" Target="../tags/tag55.xml"/><Relationship Id="rId24" Type="http://schemas.openxmlformats.org/officeDocument/2006/relationships/tags" Target="../tags/tag54.xml"/><Relationship Id="rId23" Type="http://schemas.openxmlformats.org/officeDocument/2006/relationships/tags" Target="../tags/tag53.xml"/><Relationship Id="rId22" Type="http://schemas.openxmlformats.org/officeDocument/2006/relationships/tags" Target="../tags/tag52.xml"/><Relationship Id="rId21" Type="http://schemas.openxmlformats.org/officeDocument/2006/relationships/tags" Target="../tags/tag51.xml"/><Relationship Id="rId20" Type="http://schemas.openxmlformats.org/officeDocument/2006/relationships/tags" Target="../tags/tag50.xml"/><Relationship Id="rId2" Type="http://schemas.openxmlformats.org/officeDocument/2006/relationships/tags" Target="../tags/tag32.xml"/><Relationship Id="rId19" Type="http://schemas.openxmlformats.org/officeDocument/2006/relationships/tags" Target="../tags/tag49.xml"/><Relationship Id="rId18" Type="http://schemas.openxmlformats.org/officeDocument/2006/relationships/tags" Target="../tags/tag48.xml"/><Relationship Id="rId17" Type="http://schemas.openxmlformats.org/officeDocument/2006/relationships/tags" Target="../tags/tag47.xml"/><Relationship Id="rId16" Type="http://schemas.openxmlformats.org/officeDocument/2006/relationships/tags" Target="../tags/tag46.xml"/><Relationship Id="rId15" Type="http://schemas.openxmlformats.org/officeDocument/2006/relationships/tags" Target="../tags/tag45.xml"/><Relationship Id="rId14" Type="http://schemas.openxmlformats.org/officeDocument/2006/relationships/tags" Target="../tags/tag44.xml"/><Relationship Id="rId13" Type="http://schemas.openxmlformats.org/officeDocument/2006/relationships/tags" Target="../tags/tag43.xml"/><Relationship Id="rId12" Type="http://schemas.openxmlformats.org/officeDocument/2006/relationships/tags" Target="../tags/tag42.xml"/><Relationship Id="rId11" Type="http://schemas.openxmlformats.org/officeDocument/2006/relationships/tags" Target="../tags/tag41.xml"/><Relationship Id="rId10" Type="http://schemas.openxmlformats.org/officeDocument/2006/relationships/tags" Target="../tags/tag40.xml"/><Relationship Id="rId1" Type="http://schemas.openxmlformats.org/officeDocument/2006/relationships/tags" Target="../tags/tag31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106.xml"/><Relationship Id="rId8" Type="http://schemas.openxmlformats.org/officeDocument/2006/relationships/tags" Target="../tags/tag105.xml"/><Relationship Id="rId7" Type="http://schemas.openxmlformats.org/officeDocument/2006/relationships/tags" Target="../tags/tag104.xml"/><Relationship Id="rId6" Type="http://schemas.openxmlformats.org/officeDocument/2006/relationships/tags" Target="../tags/tag103.xml"/><Relationship Id="rId5" Type="http://schemas.openxmlformats.org/officeDocument/2006/relationships/tags" Target="../tags/tag102.xml"/><Relationship Id="rId46" Type="http://schemas.openxmlformats.org/officeDocument/2006/relationships/slideLayout" Target="../slideLayouts/slideLayout2.xml"/><Relationship Id="rId45" Type="http://schemas.openxmlformats.org/officeDocument/2006/relationships/tags" Target="../tags/tag142.xml"/><Relationship Id="rId44" Type="http://schemas.openxmlformats.org/officeDocument/2006/relationships/tags" Target="../tags/tag141.xml"/><Relationship Id="rId43" Type="http://schemas.openxmlformats.org/officeDocument/2006/relationships/tags" Target="../tags/tag140.xml"/><Relationship Id="rId42" Type="http://schemas.openxmlformats.org/officeDocument/2006/relationships/tags" Target="../tags/tag139.xml"/><Relationship Id="rId41" Type="http://schemas.openxmlformats.org/officeDocument/2006/relationships/tags" Target="../tags/tag138.xml"/><Relationship Id="rId40" Type="http://schemas.openxmlformats.org/officeDocument/2006/relationships/tags" Target="../tags/tag137.xml"/><Relationship Id="rId4" Type="http://schemas.openxmlformats.org/officeDocument/2006/relationships/tags" Target="../tags/tag101.xml"/><Relationship Id="rId39" Type="http://schemas.openxmlformats.org/officeDocument/2006/relationships/tags" Target="../tags/tag136.xml"/><Relationship Id="rId38" Type="http://schemas.openxmlformats.org/officeDocument/2006/relationships/tags" Target="../tags/tag135.xml"/><Relationship Id="rId37" Type="http://schemas.openxmlformats.org/officeDocument/2006/relationships/tags" Target="../tags/tag134.xml"/><Relationship Id="rId36" Type="http://schemas.openxmlformats.org/officeDocument/2006/relationships/tags" Target="../tags/tag133.xml"/><Relationship Id="rId35" Type="http://schemas.openxmlformats.org/officeDocument/2006/relationships/tags" Target="../tags/tag132.xml"/><Relationship Id="rId34" Type="http://schemas.openxmlformats.org/officeDocument/2006/relationships/tags" Target="../tags/tag131.xml"/><Relationship Id="rId33" Type="http://schemas.openxmlformats.org/officeDocument/2006/relationships/tags" Target="../tags/tag130.xml"/><Relationship Id="rId32" Type="http://schemas.openxmlformats.org/officeDocument/2006/relationships/tags" Target="../tags/tag129.xml"/><Relationship Id="rId31" Type="http://schemas.openxmlformats.org/officeDocument/2006/relationships/tags" Target="../tags/tag128.xml"/><Relationship Id="rId30" Type="http://schemas.openxmlformats.org/officeDocument/2006/relationships/tags" Target="../tags/tag127.xml"/><Relationship Id="rId3" Type="http://schemas.openxmlformats.org/officeDocument/2006/relationships/tags" Target="../tags/tag100.xml"/><Relationship Id="rId29" Type="http://schemas.openxmlformats.org/officeDocument/2006/relationships/tags" Target="../tags/tag126.xml"/><Relationship Id="rId28" Type="http://schemas.openxmlformats.org/officeDocument/2006/relationships/tags" Target="../tags/tag125.xml"/><Relationship Id="rId27" Type="http://schemas.openxmlformats.org/officeDocument/2006/relationships/tags" Target="../tags/tag124.xml"/><Relationship Id="rId26" Type="http://schemas.openxmlformats.org/officeDocument/2006/relationships/tags" Target="../tags/tag123.xml"/><Relationship Id="rId25" Type="http://schemas.openxmlformats.org/officeDocument/2006/relationships/tags" Target="../tags/tag122.xml"/><Relationship Id="rId24" Type="http://schemas.openxmlformats.org/officeDocument/2006/relationships/tags" Target="../tags/tag121.xml"/><Relationship Id="rId23" Type="http://schemas.openxmlformats.org/officeDocument/2006/relationships/tags" Target="../tags/tag120.xml"/><Relationship Id="rId22" Type="http://schemas.openxmlformats.org/officeDocument/2006/relationships/tags" Target="../tags/tag119.xml"/><Relationship Id="rId21" Type="http://schemas.openxmlformats.org/officeDocument/2006/relationships/tags" Target="../tags/tag118.xml"/><Relationship Id="rId20" Type="http://schemas.openxmlformats.org/officeDocument/2006/relationships/tags" Target="../tags/tag117.xml"/><Relationship Id="rId2" Type="http://schemas.openxmlformats.org/officeDocument/2006/relationships/tags" Target="../tags/tag99.xml"/><Relationship Id="rId19" Type="http://schemas.openxmlformats.org/officeDocument/2006/relationships/tags" Target="../tags/tag116.xml"/><Relationship Id="rId18" Type="http://schemas.openxmlformats.org/officeDocument/2006/relationships/tags" Target="../tags/tag115.xml"/><Relationship Id="rId17" Type="http://schemas.openxmlformats.org/officeDocument/2006/relationships/tags" Target="../tags/tag114.xml"/><Relationship Id="rId16" Type="http://schemas.openxmlformats.org/officeDocument/2006/relationships/tags" Target="../tags/tag113.xml"/><Relationship Id="rId15" Type="http://schemas.openxmlformats.org/officeDocument/2006/relationships/tags" Target="../tags/tag112.xml"/><Relationship Id="rId14" Type="http://schemas.openxmlformats.org/officeDocument/2006/relationships/tags" Target="../tags/tag111.xml"/><Relationship Id="rId13" Type="http://schemas.openxmlformats.org/officeDocument/2006/relationships/tags" Target="../tags/tag110.xml"/><Relationship Id="rId12" Type="http://schemas.openxmlformats.org/officeDocument/2006/relationships/tags" Target="../tags/tag109.xml"/><Relationship Id="rId11" Type="http://schemas.openxmlformats.org/officeDocument/2006/relationships/tags" Target="../tags/tag108.xml"/><Relationship Id="rId10" Type="http://schemas.openxmlformats.org/officeDocument/2006/relationships/tags" Target="../tags/tag107.xml"/><Relationship Id="rId1" Type="http://schemas.openxmlformats.org/officeDocument/2006/relationships/tags" Target="../tags/tag9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pic>
        <p:nvPicPr>
          <p:cNvPr id="8" name="Picture 7" descr="istockphoto-517188688-612x612"/>
          <p:cNvPicPr>
            <a:picLocks noChangeAspect="1"/>
          </p:cNvPicPr>
          <p:nvPr/>
        </p:nvPicPr>
        <p:blipFill>
          <a:blip r:embed="rId1"/>
          <a:srcRect t="5164" b="5164"/>
          <a:stretch>
            <a:fillRect/>
          </a:stretch>
        </p:blipFill>
        <p:spPr>
          <a:xfrm>
            <a:off x="-135255" y="-76200"/>
            <a:ext cx="9279255" cy="5219700"/>
          </a:xfrm>
          <a:prstGeom prst="rect">
            <a:avLst/>
          </a:prstGeom>
        </p:spPr>
      </p:pic>
      <p:pic>
        <p:nvPicPr>
          <p:cNvPr id="9" name="Picture 8" descr="canh_dong_xanh_muot_tao_cam_giac_thu_thai_va_binh_yen_845456e2a6"/>
          <p:cNvPicPr>
            <a:picLocks noChangeAspect="1"/>
          </p:cNvPicPr>
          <p:nvPr/>
        </p:nvPicPr>
        <p:blipFill>
          <a:blip r:embed="rId2"/>
          <a:srcRect t="5000" b="5000"/>
          <a:stretch>
            <a:fillRect/>
          </a:stretch>
        </p:blipFill>
        <p:spPr>
          <a:xfrm>
            <a:off x="9740265" y="228600"/>
            <a:ext cx="9278620" cy="5219065"/>
          </a:xfrm>
          <a:prstGeom prst="rect">
            <a:avLst/>
          </a:prstGeom>
        </p:spPr>
      </p:pic>
      <p:sp>
        <p:nvSpPr>
          <p:cNvPr id="5" name="Freeform 4"/>
          <p:cNvSpPr/>
          <p:nvPr/>
        </p:nvSpPr>
        <p:spPr>
          <a:xfrm>
            <a:off x="-134620" y="-75565"/>
            <a:ext cx="9278620" cy="52190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4526" h="8112">
                <a:moveTo>
                  <a:pt x="8725" y="3648"/>
                </a:moveTo>
                <a:cubicBezTo>
                  <a:pt x="9001" y="3648"/>
                  <a:pt x="9139" y="3833"/>
                  <a:pt x="9139" y="4203"/>
                </a:cubicBezTo>
                <a:cubicBezTo>
                  <a:pt x="9139" y="4572"/>
                  <a:pt x="9000" y="4756"/>
                  <a:pt x="8722" y="4756"/>
                </a:cubicBezTo>
                <a:cubicBezTo>
                  <a:pt x="8584" y="4756"/>
                  <a:pt x="8480" y="4710"/>
                  <a:pt x="8410" y="4617"/>
                </a:cubicBezTo>
                <a:cubicBezTo>
                  <a:pt x="8340" y="4524"/>
                  <a:pt x="8306" y="4386"/>
                  <a:pt x="8306" y="4203"/>
                </a:cubicBezTo>
                <a:cubicBezTo>
                  <a:pt x="8306" y="4019"/>
                  <a:pt x="8341" y="3881"/>
                  <a:pt x="8411" y="3788"/>
                </a:cubicBezTo>
                <a:cubicBezTo>
                  <a:pt x="8482" y="3695"/>
                  <a:pt x="8586" y="3648"/>
                  <a:pt x="8725" y="3648"/>
                </a:cubicBezTo>
                <a:close/>
                <a:moveTo>
                  <a:pt x="12014" y="3384"/>
                </a:moveTo>
                <a:lnTo>
                  <a:pt x="12014" y="5026"/>
                </a:lnTo>
                <a:lnTo>
                  <a:pt x="12959" y="5026"/>
                </a:lnTo>
                <a:lnTo>
                  <a:pt x="12959" y="4739"/>
                </a:lnTo>
                <a:lnTo>
                  <a:pt x="12362" y="4739"/>
                </a:lnTo>
                <a:lnTo>
                  <a:pt x="12362" y="4315"/>
                </a:lnTo>
                <a:lnTo>
                  <a:pt x="12918" y="4315"/>
                </a:lnTo>
                <a:lnTo>
                  <a:pt x="12918" y="4030"/>
                </a:lnTo>
                <a:lnTo>
                  <a:pt x="12362" y="4030"/>
                </a:lnTo>
                <a:lnTo>
                  <a:pt x="12362" y="3669"/>
                </a:lnTo>
                <a:lnTo>
                  <a:pt x="12959" y="3669"/>
                </a:lnTo>
                <a:lnTo>
                  <a:pt x="12959" y="3384"/>
                </a:lnTo>
                <a:lnTo>
                  <a:pt x="12014" y="3384"/>
                </a:lnTo>
                <a:close/>
                <a:moveTo>
                  <a:pt x="9845" y="3384"/>
                </a:moveTo>
                <a:lnTo>
                  <a:pt x="9845" y="5026"/>
                </a:lnTo>
                <a:lnTo>
                  <a:pt x="10156" y="5026"/>
                </a:lnTo>
                <a:lnTo>
                  <a:pt x="10156" y="4262"/>
                </a:lnTo>
                <a:cubicBezTo>
                  <a:pt x="10156" y="4175"/>
                  <a:pt x="10149" y="4000"/>
                  <a:pt x="10134" y="3738"/>
                </a:cubicBezTo>
                <a:lnTo>
                  <a:pt x="10145" y="3738"/>
                </a:lnTo>
                <a:lnTo>
                  <a:pt x="10540" y="5026"/>
                </a:lnTo>
                <a:lnTo>
                  <a:pt x="10859" y="5026"/>
                </a:lnTo>
                <a:lnTo>
                  <a:pt x="11282" y="3740"/>
                </a:lnTo>
                <a:lnTo>
                  <a:pt x="11292" y="3740"/>
                </a:lnTo>
                <a:cubicBezTo>
                  <a:pt x="11283" y="3947"/>
                  <a:pt x="11278" y="4074"/>
                  <a:pt x="11277" y="4122"/>
                </a:cubicBezTo>
                <a:cubicBezTo>
                  <a:pt x="11276" y="4170"/>
                  <a:pt x="11275" y="4212"/>
                  <a:pt x="11275" y="4249"/>
                </a:cubicBezTo>
                <a:lnTo>
                  <a:pt x="11275" y="5026"/>
                </a:lnTo>
                <a:lnTo>
                  <a:pt x="11600" y="5026"/>
                </a:lnTo>
                <a:lnTo>
                  <a:pt x="11600" y="3384"/>
                </a:lnTo>
                <a:lnTo>
                  <a:pt x="11126" y="3384"/>
                </a:lnTo>
                <a:lnTo>
                  <a:pt x="10714" y="4640"/>
                </a:lnTo>
                <a:lnTo>
                  <a:pt x="10707" y="4640"/>
                </a:lnTo>
                <a:lnTo>
                  <a:pt x="10319" y="3384"/>
                </a:lnTo>
                <a:lnTo>
                  <a:pt x="9845" y="3384"/>
                </a:lnTo>
                <a:close/>
                <a:moveTo>
                  <a:pt x="5249" y="3384"/>
                </a:moveTo>
                <a:lnTo>
                  <a:pt x="5249" y="5026"/>
                </a:lnTo>
                <a:lnTo>
                  <a:pt x="6263" y="5026"/>
                </a:lnTo>
                <a:lnTo>
                  <a:pt x="6263" y="4739"/>
                </a:lnTo>
                <a:lnTo>
                  <a:pt x="5597" y="4739"/>
                </a:lnTo>
                <a:lnTo>
                  <a:pt x="5597" y="3384"/>
                </a:lnTo>
                <a:lnTo>
                  <a:pt x="5249" y="3384"/>
                </a:lnTo>
                <a:close/>
                <a:moveTo>
                  <a:pt x="3961" y="3384"/>
                </a:moveTo>
                <a:lnTo>
                  <a:pt x="3961" y="5026"/>
                </a:lnTo>
                <a:lnTo>
                  <a:pt x="4906" y="5026"/>
                </a:lnTo>
                <a:lnTo>
                  <a:pt x="4906" y="4739"/>
                </a:lnTo>
                <a:lnTo>
                  <a:pt x="4309" y="4739"/>
                </a:lnTo>
                <a:lnTo>
                  <a:pt x="4309" y="4315"/>
                </a:lnTo>
                <a:lnTo>
                  <a:pt x="4865" y="4315"/>
                </a:lnTo>
                <a:lnTo>
                  <a:pt x="4865" y="4030"/>
                </a:lnTo>
                <a:lnTo>
                  <a:pt x="4309" y="4030"/>
                </a:lnTo>
                <a:lnTo>
                  <a:pt x="4309" y="3669"/>
                </a:lnTo>
                <a:lnTo>
                  <a:pt x="4906" y="3669"/>
                </a:lnTo>
                <a:lnTo>
                  <a:pt x="4906" y="3384"/>
                </a:lnTo>
                <a:lnTo>
                  <a:pt x="3961" y="3384"/>
                </a:lnTo>
                <a:close/>
                <a:moveTo>
                  <a:pt x="1530" y="3384"/>
                </a:moveTo>
                <a:lnTo>
                  <a:pt x="1949" y="5026"/>
                </a:lnTo>
                <a:lnTo>
                  <a:pt x="2344" y="5026"/>
                </a:lnTo>
                <a:lnTo>
                  <a:pt x="2565" y="4166"/>
                </a:lnTo>
                <a:cubicBezTo>
                  <a:pt x="2575" y="4128"/>
                  <a:pt x="2589" y="4064"/>
                  <a:pt x="2607" y="3974"/>
                </a:cubicBezTo>
                <a:cubicBezTo>
                  <a:pt x="2625" y="3885"/>
                  <a:pt x="2636" y="3820"/>
                  <a:pt x="2641" y="3779"/>
                </a:cubicBezTo>
                <a:cubicBezTo>
                  <a:pt x="2644" y="3812"/>
                  <a:pt x="2655" y="3877"/>
                  <a:pt x="2675" y="3973"/>
                </a:cubicBezTo>
                <a:cubicBezTo>
                  <a:pt x="2695" y="4069"/>
                  <a:pt x="2709" y="4133"/>
                  <a:pt x="2717" y="4164"/>
                </a:cubicBezTo>
                <a:lnTo>
                  <a:pt x="2939" y="5026"/>
                </a:lnTo>
                <a:lnTo>
                  <a:pt x="3336" y="5026"/>
                </a:lnTo>
                <a:lnTo>
                  <a:pt x="3754" y="3384"/>
                </a:lnTo>
                <a:lnTo>
                  <a:pt x="3411" y="3384"/>
                </a:lnTo>
                <a:lnTo>
                  <a:pt x="3202" y="4280"/>
                </a:lnTo>
                <a:cubicBezTo>
                  <a:pt x="3189" y="4334"/>
                  <a:pt x="3174" y="4405"/>
                  <a:pt x="3157" y="4492"/>
                </a:cubicBezTo>
                <a:cubicBezTo>
                  <a:pt x="3141" y="4579"/>
                  <a:pt x="3129" y="4652"/>
                  <a:pt x="3121" y="4710"/>
                </a:cubicBezTo>
                <a:cubicBezTo>
                  <a:pt x="3113" y="4650"/>
                  <a:pt x="3101" y="4577"/>
                  <a:pt x="3085" y="4493"/>
                </a:cubicBezTo>
                <a:cubicBezTo>
                  <a:pt x="3070" y="4408"/>
                  <a:pt x="3057" y="4345"/>
                  <a:pt x="3046" y="4304"/>
                </a:cubicBezTo>
                <a:lnTo>
                  <a:pt x="2807" y="3384"/>
                </a:lnTo>
                <a:lnTo>
                  <a:pt x="2478" y="3384"/>
                </a:lnTo>
                <a:lnTo>
                  <a:pt x="2239" y="4304"/>
                </a:lnTo>
                <a:cubicBezTo>
                  <a:pt x="2224" y="4353"/>
                  <a:pt x="2209" y="4423"/>
                  <a:pt x="2193" y="4512"/>
                </a:cubicBezTo>
                <a:cubicBezTo>
                  <a:pt x="2177" y="4602"/>
                  <a:pt x="2167" y="4668"/>
                  <a:pt x="2162" y="4710"/>
                </a:cubicBezTo>
                <a:cubicBezTo>
                  <a:pt x="2146" y="4589"/>
                  <a:pt x="2119" y="4446"/>
                  <a:pt x="2083" y="4280"/>
                </a:cubicBezTo>
                <a:lnTo>
                  <a:pt x="1873" y="3384"/>
                </a:lnTo>
                <a:lnTo>
                  <a:pt x="1530" y="3384"/>
                </a:lnTo>
                <a:close/>
                <a:moveTo>
                  <a:pt x="7245" y="3361"/>
                </a:moveTo>
                <a:cubicBezTo>
                  <a:pt x="7089" y="3361"/>
                  <a:pt x="6952" y="3395"/>
                  <a:pt x="6836" y="3463"/>
                </a:cubicBezTo>
                <a:cubicBezTo>
                  <a:pt x="6719" y="3532"/>
                  <a:pt x="6630" y="3630"/>
                  <a:pt x="6568" y="3759"/>
                </a:cubicBezTo>
                <a:cubicBezTo>
                  <a:pt x="6506" y="3887"/>
                  <a:pt x="6475" y="4037"/>
                  <a:pt x="6475" y="4207"/>
                </a:cubicBezTo>
                <a:cubicBezTo>
                  <a:pt x="6475" y="4478"/>
                  <a:pt x="6538" y="4686"/>
                  <a:pt x="6664" y="4831"/>
                </a:cubicBezTo>
                <a:cubicBezTo>
                  <a:pt x="6791" y="4976"/>
                  <a:pt x="6974" y="5048"/>
                  <a:pt x="7212" y="5048"/>
                </a:cubicBezTo>
                <a:cubicBezTo>
                  <a:pt x="7379" y="5048"/>
                  <a:pt x="7529" y="5020"/>
                  <a:pt x="7664" y="4964"/>
                </a:cubicBezTo>
                <a:lnTo>
                  <a:pt x="7664" y="4672"/>
                </a:lnTo>
                <a:cubicBezTo>
                  <a:pt x="7500" y="4730"/>
                  <a:pt x="7360" y="4759"/>
                  <a:pt x="7245" y="4759"/>
                </a:cubicBezTo>
                <a:cubicBezTo>
                  <a:pt x="6970" y="4759"/>
                  <a:pt x="6833" y="4576"/>
                  <a:pt x="6833" y="4210"/>
                </a:cubicBezTo>
                <a:cubicBezTo>
                  <a:pt x="6833" y="4034"/>
                  <a:pt x="6869" y="3896"/>
                  <a:pt x="6941" y="3798"/>
                </a:cubicBezTo>
                <a:cubicBezTo>
                  <a:pt x="7013" y="3699"/>
                  <a:pt x="7114" y="3650"/>
                  <a:pt x="7245" y="3650"/>
                </a:cubicBezTo>
                <a:cubicBezTo>
                  <a:pt x="7305" y="3650"/>
                  <a:pt x="7366" y="3661"/>
                  <a:pt x="7428" y="3683"/>
                </a:cubicBezTo>
                <a:cubicBezTo>
                  <a:pt x="7490" y="3705"/>
                  <a:pt x="7552" y="3730"/>
                  <a:pt x="7613" y="3759"/>
                </a:cubicBezTo>
                <a:lnTo>
                  <a:pt x="7726" y="3476"/>
                </a:lnTo>
                <a:cubicBezTo>
                  <a:pt x="7565" y="3399"/>
                  <a:pt x="7405" y="3361"/>
                  <a:pt x="7245" y="3361"/>
                </a:cubicBezTo>
                <a:close/>
                <a:moveTo>
                  <a:pt x="8725" y="3358"/>
                </a:moveTo>
                <a:cubicBezTo>
                  <a:pt x="8472" y="3358"/>
                  <a:pt x="8278" y="3430"/>
                  <a:pt x="8143" y="3574"/>
                </a:cubicBezTo>
                <a:cubicBezTo>
                  <a:pt x="8008" y="3719"/>
                  <a:pt x="7941" y="3927"/>
                  <a:pt x="7941" y="4201"/>
                </a:cubicBezTo>
                <a:cubicBezTo>
                  <a:pt x="7941" y="4474"/>
                  <a:pt x="8008" y="4683"/>
                  <a:pt x="8143" y="4829"/>
                </a:cubicBezTo>
                <a:cubicBezTo>
                  <a:pt x="8278" y="4975"/>
                  <a:pt x="8471" y="5048"/>
                  <a:pt x="8722" y="5048"/>
                </a:cubicBezTo>
                <a:cubicBezTo>
                  <a:pt x="8974" y="5048"/>
                  <a:pt x="9167" y="4975"/>
                  <a:pt x="9302" y="4829"/>
                </a:cubicBezTo>
                <a:cubicBezTo>
                  <a:pt x="9437" y="4683"/>
                  <a:pt x="9504" y="4475"/>
                  <a:pt x="9504" y="4203"/>
                </a:cubicBezTo>
                <a:cubicBezTo>
                  <a:pt x="9504" y="3930"/>
                  <a:pt x="9437" y="3721"/>
                  <a:pt x="9303" y="3576"/>
                </a:cubicBezTo>
                <a:cubicBezTo>
                  <a:pt x="9170" y="3431"/>
                  <a:pt x="8977" y="3358"/>
                  <a:pt x="8725" y="3358"/>
                </a:cubicBezTo>
                <a:close/>
                <a:moveTo>
                  <a:pt x="0" y="0"/>
                </a:moveTo>
                <a:lnTo>
                  <a:pt x="14526" y="0"/>
                </a:lnTo>
                <a:lnTo>
                  <a:pt x="14526" y="8112"/>
                </a:lnTo>
                <a:lnTo>
                  <a:pt x="0" y="8112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en-US"/>
          </a:p>
        </p:txBody>
      </p:sp>
      <p:sp>
        <p:nvSpPr>
          <p:cNvPr id="10" name="Rectangles 9"/>
          <p:cNvSpPr/>
          <p:nvPr/>
        </p:nvSpPr>
        <p:spPr>
          <a:xfrm>
            <a:off x="9340850" y="1390015"/>
            <a:ext cx="202565" cy="243903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985417 -0.0111111 " pathEditMode="relative" ptsTypes="">
                                      <p:cBhvr>
                                        <p:cTn id="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985417 -0.0111111 " pathEditMode="relative" ptsTypes="">
                                      <p:cBhvr>
                                        <p:cTn id="8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文本框 103"/>
          <p:cNvSpPr txBox="1"/>
          <p:nvPr/>
        </p:nvSpPr>
        <p:spPr>
          <a:xfrm>
            <a:off x="1400175" y="1084580"/>
            <a:ext cx="6197600" cy="1283970"/>
          </a:xfrm>
          <a:prstGeom prst="rect">
            <a:avLst/>
          </a:prstGeom>
        </p:spPr>
        <p:txBody>
          <a:bodyPr wrap="none">
            <a:noAutofit/>
          </a:bodyPr>
          <a:lstStyle>
            <a:defPPr>
              <a:defRPr lang="en-US"/>
            </a:defPPr>
            <a:lvl1pPr marR="0" lvl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6000" b="0" i="0" u="none" strike="noStrike" cap="none" spc="0" normalizeH="0" baseline="0">
                <a:ln>
                  <a:noFill/>
                </a:ln>
                <a:gradFill>
                  <a:gsLst>
                    <a:gs pos="19000">
                      <a:srgbClr val="55A9FF"/>
                    </a:gs>
                    <a:gs pos="100000">
                      <a:srgbClr val="1E8EFE"/>
                    </a:gs>
                    <a:gs pos="53000">
                      <a:srgbClr val="168AFF"/>
                    </a:gs>
                  </a:gsLst>
                  <a:lin ang="18900000" scaled="1"/>
                </a:gradFill>
                <a:effectLst/>
                <a:uLnTx/>
                <a:uFillTx/>
                <a:latin typeface="汉仪雅酷黑 65W" panose="020B0604020202020204" charset="-122"/>
                <a:ea typeface="汉仪雅酷黑 65W" panose="020B0604020202020204" charset="-122"/>
              </a:defRPr>
            </a:lvl1pPr>
            <a:lvl2pPr defTabSz="914400"/>
            <a:lvl3pPr defTabSz="914400"/>
            <a:lvl4pPr defTabSz="914400"/>
            <a:lvl5pPr defTabSz="914400"/>
            <a:lvl6pPr defTabSz="914400"/>
            <a:lvl7pPr defTabSz="914400"/>
            <a:lvl8pPr defTabSz="914400"/>
            <a:lvl9pPr defTabSz="914400"/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4000">
                <a:solidFill>
                  <a:schemeClr val="bg1"/>
                </a:solidFill>
                <a:latin typeface="+mj-ea"/>
                <a:ea typeface="+mj-ea"/>
                <a:cs typeface="Open Sans" panose="020B0606030504020204" charset="0"/>
              </a:rPr>
              <a:t>CHẾ ĐỘ PHÂN BIỆT CHỦNG TỘC</a:t>
            </a:r>
            <a:endParaRPr lang="en-US" altLang="zh-CN" sz="4000">
              <a:solidFill>
                <a:schemeClr val="bg1"/>
              </a:solidFill>
              <a:latin typeface="+mj-ea"/>
              <a:ea typeface="+mj-ea"/>
              <a:cs typeface="Open Sans" panose="020B060603050402020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4000">
                <a:solidFill>
                  <a:schemeClr val="bg1"/>
                </a:solidFill>
                <a:latin typeface="+mj-ea"/>
                <a:ea typeface="+mj-ea"/>
                <a:cs typeface="Open Sans" panose="020B0606030504020204" charset="0"/>
              </a:rPr>
              <a:t>(A-PÁC-THAI)</a:t>
            </a:r>
            <a:endParaRPr lang="en-US" altLang="zh-CN" sz="4000">
              <a:solidFill>
                <a:schemeClr val="bg1"/>
              </a:solidFill>
              <a:latin typeface="+mj-ea"/>
              <a:ea typeface="+mj-ea"/>
              <a:cs typeface="Open Sans" panose="020B0606030504020204" charset="0"/>
            </a:endParaRPr>
          </a:p>
        </p:txBody>
      </p:sp>
      <p:sp>
        <p:nvSpPr>
          <p:cNvPr id="6" name="矩形: 圆角 5"/>
          <p:cNvSpPr/>
          <p:nvPr/>
        </p:nvSpPr>
        <p:spPr>
          <a:xfrm>
            <a:off x="4124661" y="3254641"/>
            <a:ext cx="894676" cy="239350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latin typeface="+mj-ea"/>
                <a:ea typeface="+mj-ea"/>
                <a:cs typeface="Open Sans" panose="020B0606030504020204" charset="0"/>
              </a:rPr>
              <a:t>NHÓM 4</a:t>
            </a:r>
            <a:r>
              <a:rPr lang="zh-CN" altLang="en-US" sz="1100">
                <a:latin typeface="+mj-ea"/>
                <a:ea typeface="+mj-ea"/>
                <a:cs typeface="Open Sans" panose="020B0606030504020204" charset="0"/>
              </a:rPr>
              <a:t> </a:t>
            </a:r>
            <a:endParaRPr lang="zh-CN" altLang="en-US" sz="1100">
              <a:latin typeface="+mj-ea"/>
              <a:ea typeface="+mj-ea"/>
              <a:cs typeface="Open Sans" panose="020B06060305040202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" grpId="0"/>
      <p:bldP spid="6" grpId="0" animBg="1"/>
      <p:bldP spid="104" grpId="1"/>
      <p:bldP spid="6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019106" y="199715"/>
            <a:ext cx="3105785" cy="76835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R="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ea"/>
                <a:ea typeface="+mj-ea"/>
              </a:defRPr>
            </a:lvl1pPr>
            <a:lvl2pPr defTabSz="914400"/>
            <a:lvl3pPr defTabSz="914400"/>
            <a:lvl4pPr defTabSz="914400"/>
            <a:lvl5pPr defTabSz="914400"/>
            <a:lvl6pPr defTabSz="914400"/>
            <a:lvl7pPr defTabSz="914400"/>
            <a:lvl8pPr defTabSz="914400"/>
            <a:lvl9pPr defTabSz="914400"/>
          </a:lstStyle>
          <a:p>
            <a:pPr algn="ctr"/>
            <a:r>
              <a:rPr lang="en-US" altLang="zh-CN" b="1">
                <a:cs typeface="Open Sans" panose="020B0606030504020204" charset="0"/>
              </a:rPr>
              <a:t>NỘI DUNG</a:t>
            </a:r>
            <a:endParaRPr lang="en-US" altLang="zh-CN" b="1">
              <a:cs typeface="Open Sans" panose="020B0606030504020204" charset="0"/>
            </a:endParaRPr>
          </a:p>
        </p:txBody>
      </p:sp>
      <p:grpSp>
        <p:nvGrpSpPr>
          <p:cNvPr id="7" name="组合 6"/>
          <p:cNvGrpSpPr/>
          <p:nvPr>
            <p:custDataLst>
              <p:tags r:id="rId1"/>
            </p:custDataLst>
          </p:nvPr>
        </p:nvGrpSpPr>
        <p:grpSpPr>
          <a:xfrm>
            <a:off x="450419" y="1608485"/>
            <a:ext cx="1907540" cy="2344354"/>
            <a:chOff x="428854" y="1618755"/>
            <a:chExt cx="1748084" cy="2148384"/>
          </a:xfrm>
        </p:grpSpPr>
        <p:sp>
          <p:nvSpPr>
            <p:cNvPr id="4" name="矩形: 圆角 3"/>
            <p:cNvSpPr/>
            <p:nvPr>
              <p:custDataLst>
                <p:tags r:id="rId2"/>
              </p:custDataLst>
            </p:nvPr>
          </p:nvSpPr>
          <p:spPr>
            <a:xfrm>
              <a:off x="451778" y="1618755"/>
              <a:ext cx="1702242" cy="2148384"/>
            </a:xfrm>
            <a:prstGeom prst="roundRect">
              <a:avLst>
                <a:gd name="adj" fmla="val 7021"/>
              </a:avLst>
            </a:prstGeom>
            <a:noFill/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17" name="文本框 16"/>
            <p:cNvSpPr txBox="1"/>
            <p:nvPr>
              <p:custDataLst>
                <p:tags r:id="rId3"/>
              </p:custDataLst>
            </p:nvPr>
          </p:nvSpPr>
          <p:spPr>
            <a:xfrm>
              <a:off x="459404" y="2645536"/>
              <a:ext cx="1686983" cy="4218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2400">
                  <a:solidFill>
                    <a:schemeClr val="bg1"/>
                  </a:solidFill>
                  <a:latin typeface="+mj-ea"/>
                  <a:ea typeface="+mj-ea"/>
                  <a:cs typeface="Open Sans" panose="020B0606030504020204" charset="0"/>
                </a:rPr>
                <a:t>GIỚI THIỆU</a:t>
              </a:r>
              <a:r>
                <a:rPr lang="zh-CN" altLang="en-US" sz="2400">
                  <a:solidFill>
                    <a:schemeClr val="bg1"/>
                  </a:solidFill>
                  <a:latin typeface="+mj-ea"/>
                  <a:ea typeface="+mj-ea"/>
                  <a:cs typeface="Open Sans" panose="020B0606030504020204" charset="0"/>
                </a:rPr>
                <a:t> </a:t>
              </a:r>
              <a:endParaRPr lang="zh-CN" altLang="en-US" sz="2400">
                <a:solidFill>
                  <a:schemeClr val="bg1"/>
                </a:solidFill>
                <a:latin typeface="+mj-ea"/>
                <a:ea typeface="+mj-ea"/>
                <a:cs typeface="Open Sans" panose="020B0606030504020204" charset="0"/>
              </a:endParaRPr>
            </a:p>
          </p:txBody>
        </p:sp>
        <p:sp>
          <p:nvSpPr>
            <p:cNvPr id="18" name="文本框 17"/>
            <p:cNvSpPr txBox="1"/>
            <p:nvPr>
              <p:custDataLst>
                <p:tags r:id="rId4"/>
              </p:custDataLst>
            </p:nvPr>
          </p:nvSpPr>
          <p:spPr>
            <a:xfrm>
              <a:off x="428854" y="3076575"/>
              <a:ext cx="1748084" cy="50685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000" b="1">
                  <a:solidFill>
                    <a:schemeClr val="bg1"/>
                  </a:solidFill>
                  <a:latin typeface="+mj-lt"/>
                  <a:ea typeface="Open Sans" panose="020B0606030504020204" charset="0"/>
                  <a:cs typeface="Open Sans" panose="020B0606030504020204" charset="0"/>
                </a:rPr>
                <a:t>Chế độ phân biệt chủng tộc</a:t>
              </a:r>
              <a:endParaRPr lang="en-US" altLang="zh-CN" sz="1000" b="1">
                <a:solidFill>
                  <a:schemeClr val="bg1"/>
                </a:solidFill>
                <a:latin typeface="+mj-lt"/>
                <a:ea typeface="Open Sans" panose="020B0606030504020204" charset="0"/>
                <a:cs typeface="Open Sans" panose="020B0606030504020204" charset="0"/>
              </a:endParaRPr>
            </a:p>
            <a:p>
              <a:pPr algn="ctr"/>
              <a:r>
                <a:rPr lang="en-US" altLang="zh-CN" sz="1000" b="1">
                  <a:solidFill>
                    <a:schemeClr val="bg1"/>
                  </a:solidFill>
                  <a:latin typeface="+mj-lt"/>
                  <a:ea typeface="Open Sans" panose="020B0606030504020204" charset="0"/>
                  <a:cs typeface="Open Sans" panose="020B0606030504020204" charset="0"/>
                </a:rPr>
                <a:t>(A-pác-thai)</a:t>
              </a:r>
              <a:endParaRPr lang="en-US" altLang="zh-CN" sz="1000" b="1">
                <a:solidFill>
                  <a:schemeClr val="bg1"/>
                </a:solidFill>
                <a:latin typeface="+mj-lt"/>
                <a:ea typeface="Open Sans" panose="020B0606030504020204" charset="0"/>
                <a:cs typeface="Open Sans" panose="020B0606030504020204" charset="0"/>
              </a:endParaRPr>
            </a:p>
            <a:p>
              <a:pPr algn="ctr"/>
              <a:r>
                <a:rPr lang="en-US" altLang="zh-CN" sz="1000" b="1">
                  <a:solidFill>
                    <a:schemeClr val="bg1"/>
                  </a:solidFill>
                  <a:latin typeface="+mj-lt"/>
                  <a:ea typeface="Open Sans" panose="020B0606030504020204" charset="0"/>
                  <a:cs typeface="Open Sans" panose="020B0606030504020204" charset="0"/>
                </a:rPr>
                <a:t>là gì</a:t>
              </a:r>
              <a:endParaRPr lang="en-US" altLang="zh-CN" sz="1000" b="1">
                <a:solidFill>
                  <a:schemeClr val="bg1"/>
                </a:solidFill>
                <a:latin typeface="+mj-lt"/>
                <a:ea typeface="Open Sans" panose="020B0606030504020204" charset="0"/>
                <a:cs typeface="Open Sans" panose="020B0606030504020204" charset="0"/>
              </a:endParaRPr>
            </a:p>
          </p:txBody>
        </p:sp>
        <p:sp>
          <p:nvSpPr>
            <p:cNvPr id="19" name="文本框 18"/>
            <p:cNvSpPr txBox="1"/>
            <p:nvPr>
              <p:custDataLst>
                <p:tags r:id="rId5"/>
              </p:custDataLst>
            </p:nvPr>
          </p:nvSpPr>
          <p:spPr>
            <a:xfrm>
              <a:off x="869952" y="1817488"/>
              <a:ext cx="865895" cy="76056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4800" b="1">
                  <a:solidFill>
                    <a:schemeClr val="bg1"/>
                  </a:solidFill>
                  <a:latin typeface="+mj-lt"/>
                  <a:ea typeface="Open Sans" panose="020B0606030504020204" charset="0"/>
                  <a:cs typeface="Open Sans" panose="020B0606030504020204" charset="0"/>
                </a:rPr>
                <a:t>01</a:t>
              </a:r>
              <a:endParaRPr lang="en-US" altLang="zh-CN" sz="4800" b="1">
                <a:solidFill>
                  <a:schemeClr val="bg1"/>
                </a:solidFill>
                <a:latin typeface="+mj-lt"/>
                <a:ea typeface="Open Sans" panose="020B0606030504020204" charset="0"/>
                <a:cs typeface="Open Sans" panose="020B0606030504020204" charset="0"/>
              </a:endParaRPr>
            </a:p>
          </p:txBody>
        </p:sp>
        <p:cxnSp>
          <p:nvCxnSpPr>
            <p:cNvPr id="6" name="直接连接符 5"/>
            <p:cNvCxnSpPr/>
            <p:nvPr>
              <p:custDataLst>
                <p:tags r:id="rId6"/>
              </p:custDataLst>
            </p:nvPr>
          </p:nvCxnSpPr>
          <p:spPr>
            <a:xfrm>
              <a:off x="1174312" y="3571875"/>
              <a:ext cx="257175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组合 22"/>
          <p:cNvGrpSpPr/>
          <p:nvPr>
            <p:custDataLst>
              <p:tags r:id="rId7"/>
            </p:custDataLst>
          </p:nvPr>
        </p:nvGrpSpPr>
        <p:grpSpPr>
          <a:xfrm>
            <a:off x="2568326" y="1608485"/>
            <a:ext cx="1895475" cy="2344354"/>
            <a:chOff x="434385" y="1618755"/>
            <a:chExt cx="1737028" cy="2148384"/>
          </a:xfrm>
        </p:grpSpPr>
        <p:sp>
          <p:nvSpPr>
            <p:cNvPr id="24" name="矩形: 圆角 23"/>
            <p:cNvSpPr/>
            <p:nvPr>
              <p:custDataLst>
                <p:tags r:id="rId8"/>
              </p:custDataLst>
            </p:nvPr>
          </p:nvSpPr>
          <p:spPr>
            <a:xfrm>
              <a:off x="451778" y="1618755"/>
              <a:ext cx="1702242" cy="2148384"/>
            </a:xfrm>
            <a:prstGeom prst="roundRect">
              <a:avLst>
                <a:gd name="adj" fmla="val 7021"/>
              </a:avLst>
            </a:prstGeom>
            <a:noFill/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25" name="文本框 24"/>
            <p:cNvSpPr txBox="1"/>
            <p:nvPr>
              <p:custDataLst>
                <p:tags r:id="rId9"/>
              </p:custDataLst>
            </p:nvPr>
          </p:nvSpPr>
          <p:spPr>
            <a:xfrm>
              <a:off x="571426" y="2645536"/>
              <a:ext cx="1462944" cy="4218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en-US" sz="2400">
                  <a:solidFill>
                    <a:schemeClr val="bg1"/>
                  </a:solidFill>
                  <a:latin typeface="+mj-ea"/>
                  <a:ea typeface="+mj-ea"/>
                  <a:cs typeface="Open Sans" panose="020B0606030504020204" charset="0"/>
                </a:rPr>
                <a:t>Trình bày</a:t>
              </a:r>
              <a:r>
                <a:rPr lang="zh-CN" altLang="en-US" sz="2400">
                  <a:solidFill>
                    <a:schemeClr val="bg1"/>
                  </a:solidFill>
                  <a:latin typeface="+mj-ea"/>
                  <a:ea typeface="+mj-ea"/>
                  <a:cs typeface="Open Sans" panose="020B0606030504020204" charset="0"/>
                </a:rPr>
                <a:t> </a:t>
              </a:r>
              <a:endParaRPr lang="zh-CN" altLang="en-US" sz="2400">
                <a:solidFill>
                  <a:schemeClr val="bg1"/>
                </a:solidFill>
                <a:latin typeface="+mj-ea"/>
                <a:ea typeface="+mj-ea"/>
                <a:cs typeface="Open Sans" panose="020B0606030504020204" charset="0"/>
              </a:endParaRPr>
            </a:p>
          </p:txBody>
        </p:sp>
        <p:sp>
          <p:nvSpPr>
            <p:cNvPr id="26" name="文本框 25"/>
            <p:cNvSpPr txBox="1"/>
            <p:nvPr>
              <p:custDataLst>
                <p:tags r:id="rId10"/>
              </p:custDataLst>
            </p:nvPr>
          </p:nvSpPr>
          <p:spPr>
            <a:xfrm>
              <a:off x="434385" y="3076575"/>
              <a:ext cx="1737028" cy="6476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000" b="1">
                  <a:solidFill>
                    <a:schemeClr val="bg1"/>
                  </a:solidFill>
                  <a:latin typeface="+mj-lt"/>
                  <a:ea typeface="Open Sans" panose="020B0606030504020204" charset="0"/>
                  <a:cs typeface="Open Sans" panose="020B0606030504020204" charset="0"/>
                </a:rPr>
                <a:t>một số thông tin về chế độ </a:t>
              </a:r>
              <a:endParaRPr lang="en-US" altLang="zh-CN" sz="1000" b="1">
                <a:solidFill>
                  <a:schemeClr val="bg1"/>
                </a:solidFill>
                <a:latin typeface="+mj-lt"/>
                <a:ea typeface="Open Sans" panose="020B0606030504020204" charset="0"/>
                <a:cs typeface="Open Sans" panose="020B0606030504020204" charset="0"/>
              </a:endParaRPr>
            </a:p>
            <a:p>
              <a:pPr algn="ctr"/>
              <a:r>
                <a:rPr lang="en-US" altLang="zh-CN" sz="1000" b="1">
                  <a:solidFill>
                    <a:schemeClr val="bg1"/>
                  </a:solidFill>
                  <a:latin typeface="+mj-lt"/>
                  <a:ea typeface="Open Sans" panose="020B0606030504020204" charset="0"/>
                  <a:cs typeface="Open Sans" panose="020B0606030504020204" charset="0"/>
                </a:rPr>
                <a:t>phân biệt chủng tộc</a:t>
              </a:r>
              <a:endParaRPr lang="en-US" altLang="zh-CN" sz="1000" b="1">
                <a:solidFill>
                  <a:schemeClr val="bg1"/>
                </a:solidFill>
                <a:latin typeface="+mj-lt"/>
                <a:ea typeface="Open Sans" panose="020B0606030504020204" charset="0"/>
                <a:cs typeface="Open Sans" panose="020B0606030504020204" charset="0"/>
              </a:endParaRPr>
            </a:p>
            <a:p>
              <a:pPr algn="ctr"/>
              <a:r>
                <a:rPr lang="en-US" altLang="zh-CN" sz="1000" b="1">
                  <a:solidFill>
                    <a:schemeClr val="bg1"/>
                  </a:solidFill>
                  <a:latin typeface="+mj-lt"/>
                  <a:ea typeface="Open Sans" panose="020B0606030504020204" charset="0"/>
                  <a:cs typeface="Open Sans" panose="020B0606030504020204" charset="0"/>
                </a:rPr>
                <a:t>(a-pác-thai)</a:t>
              </a:r>
              <a:endParaRPr lang="en-US" altLang="zh-CN" sz="1000" b="1">
                <a:solidFill>
                  <a:schemeClr val="bg1"/>
                </a:solidFill>
                <a:latin typeface="+mj-lt"/>
                <a:ea typeface="Open Sans" panose="020B0606030504020204" charset="0"/>
                <a:cs typeface="Open Sans" panose="020B0606030504020204" charset="0"/>
              </a:endParaRPr>
            </a:p>
            <a:p>
              <a:pPr algn="ctr"/>
              <a:endParaRPr lang="en-US" altLang="zh-CN" sz="1000" b="1">
                <a:solidFill>
                  <a:schemeClr val="bg1"/>
                </a:solidFill>
                <a:latin typeface="+mj-lt"/>
                <a:ea typeface="Open Sans" panose="020B0606030504020204" charset="0"/>
                <a:cs typeface="Open Sans" panose="020B0606030504020204" charset="0"/>
              </a:endParaRPr>
            </a:p>
          </p:txBody>
        </p:sp>
        <p:sp>
          <p:nvSpPr>
            <p:cNvPr id="30" name="文本框 29"/>
            <p:cNvSpPr txBox="1"/>
            <p:nvPr>
              <p:custDataLst>
                <p:tags r:id="rId11"/>
              </p:custDataLst>
            </p:nvPr>
          </p:nvSpPr>
          <p:spPr>
            <a:xfrm>
              <a:off x="869952" y="1817488"/>
              <a:ext cx="865895" cy="76056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4800" b="1">
                  <a:solidFill>
                    <a:schemeClr val="bg1"/>
                  </a:solidFill>
                  <a:latin typeface="+mj-lt"/>
                  <a:ea typeface="Open Sans" panose="020B0606030504020204" charset="0"/>
                  <a:cs typeface="Open Sans" panose="020B0606030504020204" charset="0"/>
                </a:rPr>
                <a:t>02</a:t>
              </a:r>
              <a:endParaRPr lang="en-US" altLang="zh-CN" sz="4800" b="1">
                <a:solidFill>
                  <a:schemeClr val="bg1"/>
                </a:solidFill>
                <a:latin typeface="+mj-lt"/>
                <a:ea typeface="Open Sans" panose="020B0606030504020204" charset="0"/>
                <a:cs typeface="Open Sans" panose="020B0606030504020204" charset="0"/>
              </a:endParaRPr>
            </a:p>
          </p:txBody>
        </p:sp>
        <p:cxnSp>
          <p:nvCxnSpPr>
            <p:cNvPr id="31" name="直接连接符 30"/>
            <p:cNvCxnSpPr/>
            <p:nvPr>
              <p:custDataLst>
                <p:tags r:id="rId12"/>
              </p:custDataLst>
            </p:nvPr>
          </p:nvCxnSpPr>
          <p:spPr>
            <a:xfrm>
              <a:off x="1174312" y="3571875"/>
              <a:ext cx="257175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组合 34"/>
          <p:cNvGrpSpPr/>
          <p:nvPr>
            <p:custDataLst>
              <p:tags r:id="rId13"/>
            </p:custDataLst>
          </p:nvPr>
        </p:nvGrpSpPr>
        <p:grpSpPr>
          <a:xfrm>
            <a:off x="4699177" y="1608485"/>
            <a:ext cx="1857516" cy="2344354"/>
            <a:chOff x="451778" y="1618755"/>
            <a:chExt cx="1702242" cy="2148384"/>
          </a:xfrm>
        </p:grpSpPr>
        <p:sp>
          <p:nvSpPr>
            <p:cNvPr id="39" name="矩形: 圆角 38"/>
            <p:cNvSpPr/>
            <p:nvPr>
              <p:custDataLst>
                <p:tags r:id="rId14"/>
              </p:custDataLst>
            </p:nvPr>
          </p:nvSpPr>
          <p:spPr>
            <a:xfrm>
              <a:off x="451778" y="1618755"/>
              <a:ext cx="1702242" cy="2148384"/>
            </a:xfrm>
            <a:prstGeom prst="roundRect">
              <a:avLst>
                <a:gd name="adj" fmla="val 7021"/>
              </a:avLst>
            </a:prstGeom>
            <a:noFill/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43" name="文本框 42"/>
            <p:cNvSpPr txBox="1"/>
            <p:nvPr>
              <p:custDataLst>
                <p:tags r:id="rId15"/>
              </p:custDataLst>
            </p:nvPr>
          </p:nvSpPr>
          <p:spPr>
            <a:xfrm>
              <a:off x="714288" y="2645536"/>
              <a:ext cx="1177222" cy="4218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en-US" sz="2400">
                  <a:solidFill>
                    <a:schemeClr val="bg1"/>
                  </a:solidFill>
                  <a:latin typeface="+mj-ea"/>
                  <a:ea typeface="+mj-ea"/>
                  <a:cs typeface="Open Sans" panose="020B0606030504020204" charset="0"/>
                </a:rPr>
                <a:t>sự kiện</a:t>
              </a:r>
              <a:r>
                <a:rPr lang="zh-CN" altLang="en-US" sz="2400">
                  <a:solidFill>
                    <a:schemeClr val="bg1"/>
                  </a:solidFill>
                  <a:latin typeface="+mj-ea"/>
                  <a:ea typeface="+mj-ea"/>
                  <a:cs typeface="Open Sans" panose="020B0606030504020204" charset="0"/>
                </a:rPr>
                <a:t> </a:t>
              </a:r>
              <a:endParaRPr lang="zh-CN" altLang="en-US" sz="2400">
                <a:solidFill>
                  <a:schemeClr val="bg1"/>
                </a:solidFill>
                <a:latin typeface="+mj-ea"/>
                <a:ea typeface="+mj-ea"/>
                <a:cs typeface="Open Sans" panose="020B0606030504020204" charset="0"/>
              </a:endParaRPr>
            </a:p>
          </p:txBody>
        </p:sp>
        <p:sp>
          <p:nvSpPr>
            <p:cNvPr id="44" name="文本框 43"/>
            <p:cNvSpPr txBox="1"/>
            <p:nvPr>
              <p:custDataLst>
                <p:tags r:id="rId16"/>
              </p:custDataLst>
            </p:nvPr>
          </p:nvSpPr>
          <p:spPr>
            <a:xfrm>
              <a:off x="504504" y="3076575"/>
              <a:ext cx="1596785" cy="2246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000" b="1">
                  <a:solidFill>
                    <a:schemeClr val="bg1"/>
                  </a:solidFill>
                  <a:latin typeface="+mj-lt"/>
                  <a:ea typeface="Open Sans" panose="020B0606030504020204" charset="0"/>
                  <a:cs typeface="Open Sans" panose="020B0606030504020204" charset="0"/>
                </a:rPr>
                <a:t>một số sự kiên liên quan</a:t>
              </a:r>
              <a:endParaRPr lang="en-US" altLang="zh-CN" sz="1000" b="1">
                <a:solidFill>
                  <a:schemeClr val="bg1"/>
                </a:solidFill>
                <a:latin typeface="+mj-lt"/>
                <a:ea typeface="Open Sans" panose="020B0606030504020204" charset="0"/>
                <a:cs typeface="Open Sans" panose="020B0606030504020204" charset="0"/>
              </a:endParaRPr>
            </a:p>
          </p:txBody>
        </p:sp>
        <p:sp>
          <p:nvSpPr>
            <p:cNvPr id="45" name="文本框 44"/>
            <p:cNvSpPr txBox="1"/>
            <p:nvPr>
              <p:custDataLst>
                <p:tags r:id="rId17"/>
              </p:custDataLst>
            </p:nvPr>
          </p:nvSpPr>
          <p:spPr>
            <a:xfrm>
              <a:off x="869952" y="1817488"/>
              <a:ext cx="865895" cy="76056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4800" b="1">
                  <a:solidFill>
                    <a:schemeClr val="bg1"/>
                  </a:solidFill>
                  <a:latin typeface="+mj-lt"/>
                  <a:ea typeface="Open Sans" panose="020B0606030504020204" charset="0"/>
                  <a:cs typeface="Open Sans" panose="020B0606030504020204" charset="0"/>
                </a:rPr>
                <a:t>03</a:t>
              </a:r>
              <a:endParaRPr lang="en-US" altLang="zh-CN" sz="4800" b="1">
                <a:solidFill>
                  <a:schemeClr val="bg1"/>
                </a:solidFill>
                <a:latin typeface="+mj-lt"/>
                <a:ea typeface="Open Sans" panose="020B0606030504020204" charset="0"/>
                <a:cs typeface="Open Sans" panose="020B0606030504020204" charset="0"/>
              </a:endParaRPr>
            </a:p>
          </p:txBody>
        </p:sp>
        <p:cxnSp>
          <p:nvCxnSpPr>
            <p:cNvPr id="46" name="直接连接符 45"/>
            <p:cNvCxnSpPr/>
            <p:nvPr>
              <p:custDataLst>
                <p:tags r:id="rId18"/>
              </p:custDataLst>
            </p:nvPr>
          </p:nvCxnSpPr>
          <p:spPr>
            <a:xfrm>
              <a:off x="1174312" y="3571875"/>
              <a:ext cx="257175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" name="组合 46"/>
          <p:cNvGrpSpPr/>
          <p:nvPr>
            <p:custDataLst>
              <p:tags r:id="rId19"/>
            </p:custDataLst>
          </p:nvPr>
        </p:nvGrpSpPr>
        <p:grpSpPr>
          <a:xfrm>
            <a:off x="6786039" y="1608485"/>
            <a:ext cx="1907540" cy="2344354"/>
            <a:chOff x="428858" y="1618755"/>
            <a:chExt cx="1748084" cy="2148384"/>
          </a:xfrm>
        </p:grpSpPr>
        <p:sp>
          <p:nvSpPr>
            <p:cNvPr id="48" name="矩形: 圆角 47"/>
            <p:cNvSpPr/>
            <p:nvPr>
              <p:custDataLst>
                <p:tags r:id="rId20"/>
              </p:custDataLst>
            </p:nvPr>
          </p:nvSpPr>
          <p:spPr>
            <a:xfrm>
              <a:off x="451778" y="1618755"/>
              <a:ext cx="1702242" cy="2148384"/>
            </a:xfrm>
            <a:prstGeom prst="roundRect">
              <a:avLst>
                <a:gd name="adj" fmla="val 7021"/>
              </a:avLst>
            </a:prstGeom>
            <a:noFill/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49" name="文本框 48"/>
            <p:cNvSpPr txBox="1"/>
            <p:nvPr>
              <p:custDataLst>
                <p:tags r:id="rId21"/>
              </p:custDataLst>
            </p:nvPr>
          </p:nvSpPr>
          <p:spPr>
            <a:xfrm>
              <a:off x="714870" y="2645536"/>
              <a:ext cx="1176058" cy="4218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2400">
                  <a:solidFill>
                    <a:schemeClr val="bg1"/>
                  </a:solidFill>
                  <a:latin typeface="+mj-ea"/>
                  <a:ea typeface="+mj-ea"/>
                  <a:cs typeface="Open Sans" panose="020B0606030504020204" charset="0"/>
                </a:rPr>
                <a:t>ý nghĩa</a:t>
              </a:r>
              <a:r>
                <a:rPr lang="zh-CN" altLang="en-US" sz="2400">
                  <a:solidFill>
                    <a:schemeClr val="bg1"/>
                  </a:solidFill>
                  <a:latin typeface="+mj-ea"/>
                  <a:ea typeface="+mj-ea"/>
                  <a:cs typeface="Open Sans" panose="020B0606030504020204" charset="0"/>
                </a:rPr>
                <a:t> </a:t>
              </a:r>
              <a:endParaRPr lang="zh-CN" altLang="en-US" sz="2400">
                <a:solidFill>
                  <a:schemeClr val="bg1"/>
                </a:solidFill>
                <a:latin typeface="+mj-ea"/>
                <a:ea typeface="+mj-ea"/>
                <a:cs typeface="Open Sans" panose="020B0606030504020204" charset="0"/>
              </a:endParaRPr>
            </a:p>
          </p:txBody>
        </p:sp>
        <p:sp>
          <p:nvSpPr>
            <p:cNvPr id="50" name="文本框 49"/>
            <p:cNvSpPr txBox="1"/>
            <p:nvPr>
              <p:custDataLst>
                <p:tags r:id="rId22"/>
              </p:custDataLst>
            </p:nvPr>
          </p:nvSpPr>
          <p:spPr>
            <a:xfrm>
              <a:off x="428858" y="3076575"/>
              <a:ext cx="1748084" cy="6476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000" b="1">
                  <a:solidFill>
                    <a:schemeClr val="bg1"/>
                  </a:solidFill>
                  <a:latin typeface="+mj-lt"/>
                  <a:ea typeface="Open Sans" panose="020B0606030504020204" charset="0"/>
                  <a:cs typeface="Open Sans" panose="020B0606030504020204" charset="0"/>
                </a:rPr>
                <a:t>bài học rút ra về </a:t>
              </a:r>
              <a:endParaRPr lang="en-US" altLang="zh-CN" sz="1000" b="1">
                <a:solidFill>
                  <a:schemeClr val="bg1"/>
                </a:solidFill>
                <a:latin typeface="+mj-lt"/>
                <a:ea typeface="Open Sans" panose="020B0606030504020204" charset="0"/>
                <a:cs typeface="Open Sans" panose="020B0606030504020204" charset="0"/>
              </a:endParaRPr>
            </a:p>
            <a:p>
              <a:pPr algn="ctr"/>
              <a:r>
                <a:rPr lang="en-US" altLang="zh-CN" sz="1000" b="1">
                  <a:solidFill>
                    <a:schemeClr val="bg1"/>
                  </a:solidFill>
                  <a:latin typeface="+mj-lt"/>
                  <a:ea typeface="Open Sans" panose="020B0606030504020204" charset="0"/>
                  <a:cs typeface="Open Sans" panose="020B0606030504020204" charset="0"/>
                  <a:sym typeface="+mn-ea"/>
                </a:rPr>
                <a:t>Chế độ phân biệt chủng tộc</a:t>
              </a:r>
              <a:endParaRPr lang="en-US" altLang="zh-CN" sz="1000" b="1">
                <a:solidFill>
                  <a:schemeClr val="bg1"/>
                </a:solidFill>
                <a:latin typeface="+mj-lt"/>
                <a:ea typeface="Open Sans" panose="020B0606030504020204" charset="0"/>
                <a:cs typeface="Open Sans" panose="020B0606030504020204" charset="0"/>
              </a:endParaRPr>
            </a:p>
            <a:p>
              <a:pPr algn="ctr"/>
              <a:r>
                <a:rPr lang="en-US" altLang="zh-CN" sz="1000" b="1">
                  <a:solidFill>
                    <a:schemeClr val="bg1"/>
                  </a:solidFill>
                  <a:latin typeface="+mj-lt"/>
                  <a:ea typeface="Open Sans" panose="020B0606030504020204" charset="0"/>
                  <a:cs typeface="Open Sans" panose="020B0606030504020204" charset="0"/>
                  <a:sym typeface="+mn-ea"/>
                </a:rPr>
                <a:t>(A-pác-thai)</a:t>
              </a:r>
              <a:endParaRPr lang="en-US" altLang="zh-CN" sz="1000" b="1">
                <a:solidFill>
                  <a:schemeClr val="bg1"/>
                </a:solidFill>
                <a:latin typeface="+mj-lt"/>
                <a:ea typeface="Open Sans" panose="020B0606030504020204" charset="0"/>
                <a:cs typeface="Open Sans" panose="020B0606030504020204" charset="0"/>
              </a:endParaRPr>
            </a:p>
            <a:p>
              <a:pPr algn="ctr"/>
              <a:endParaRPr lang="en-US" altLang="en-US" sz="1000" b="1">
                <a:solidFill>
                  <a:schemeClr val="bg1"/>
                </a:solidFill>
                <a:latin typeface="+mj-lt"/>
                <a:ea typeface="Open Sans" panose="020B0606030504020204" charset="0"/>
                <a:cs typeface="Open Sans" panose="020B0606030504020204" charset="0"/>
              </a:endParaRPr>
            </a:p>
          </p:txBody>
        </p:sp>
        <p:sp>
          <p:nvSpPr>
            <p:cNvPr id="51" name="文本框 50"/>
            <p:cNvSpPr txBox="1"/>
            <p:nvPr>
              <p:custDataLst>
                <p:tags r:id="rId23"/>
              </p:custDataLst>
            </p:nvPr>
          </p:nvSpPr>
          <p:spPr>
            <a:xfrm>
              <a:off x="869952" y="1817488"/>
              <a:ext cx="865895" cy="76056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4800" b="1">
                  <a:solidFill>
                    <a:schemeClr val="bg1"/>
                  </a:solidFill>
                  <a:latin typeface="+mj-lt"/>
                  <a:ea typeface="Open Sans" panose="020B0606030504020204" charset="0"/>
                  <a:cs typeface="Open Sans" panose="020B0606030504020204" charset="0"/>
                </a:rPr>
                <a:t>04</a:t>
              </a:r>
              <a:endParaRPr lang="en-US" altLang="zh-CN" sz="4800" b="1">
                <a:solidFill>
                  <a:schemeClr val="bg1"/>
                </a:solidFill>
                <a:latin typeface="+mj-lt"/>
                <a:ea typeface="Open Sans" panose="020B0606030504020204" charset="0"/>
                <a:cs typeface="Open Sans" panose="020B0606030504020204" charset="0"/>
              </a:endParaRPr>
            </a:p>
          </p:txBody>
        </p:sp>
        <p:cxnSp>
          <p:nvCxnSpPr>
            <p:cNvPr id="52" name="直接连接符 51"/>
            <p:cNvCxnSpPr/>
            <p:nvPr>
              <p:custDataLst>
                <p:tags r:id="rId24"/>
              </p:custDataLst>
            </p:nvPr>
          </p:nvCxnSpPr>
          <p:spPr>
            <a:xfrm>
              <a:off x="1174312" y="3571875"/>
              <a:ext cx="257175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文本框 1"/>
          <p:cNvSpPr txBox="1"/>
          <p:nvPr/>
        </p:nvSpPr>
        <p:spPr>
          <a:xfrm>
            <a:off x="3019741" y="225115"/>
            <a:ext cx="3105785" cy="76835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R="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ea"/>
                <a:ea typeface="+mj-ea"/>
              </a:defRPr>
            </a:lvl1pPr>
            <a:lvl2pPr defTabSz="914400"/>
            <a:lvl3pPr defTabSz="914400"/>
            <a:lvl4pPr defTabSz="914400"/>
            <a:lvl5pPr defTabSz="914400"/>
            <a:lvl6pPr defTabSz="914400"/>
            <a:lvl7pPr defTabSz="914400"/>
            <a:lvl8pPr defTabSz="914400"/>
            <a:lvl9pPr defTabSz="914400"/>
          </a:lstStyle>
          <a:p>
            <a:pPr algn="ctr"/>
            <a:r>
              <a:rPr lang="en-US" altLang="zh-CN" b="1">
                <a:cs typeface="Open Sans" panose="020B0606030504020204" charset="0"/>
              </a:rPr>
              <a:t>NỘI DUNG</a:t>
            </a:r>
            <a:endParaRPr lang="en-US" altLang="zh-CN" b="1">
              <a:cs typeface="Open Sans" panose="020B0606030504020204" charset="0"/>
            </a:endParaRPr>
          </a:p>
        </p:txBody>
      </p:sp>
      <p:grpSp>
        <p:nvGrpSpPr>
          <p:cNvPr id="8" name="组合 6"/>
          <p:cNvGrpSpPr/>
          <p:nvPr>
            <p:custDataLst>
              <p:tags r:id="rId25"/>
            </p:custDataLst>
          </p:nvPr>
        </p:nvGrpSpPr>
        <p:grpSpPr>
          <a:xfrm>
            <a:off x="451054" y="1633885"/>
            <a:ext cx="1907540" cy="2344354"/>
            <a:chOff x="428854" y="1618755"/>
            <a:chExt cx="1748084" cy="2148384"/>
          </a:xfrm>
        </p:grpSpPr>
        <p:sp>
          <p:nvSpPr>
            <p:cNvPr id="9" name="矩形: 圆角 3"/>
            <p:cNvSpPr/>
            <p:nvPr>
              <p:custDataLst>
                <p:tags r:id="rId26"/>
              </p:custDataLst>
            </p:nvPr>
          </p:nvSpPr>
          <p:spPr>
            <a:xfrm>
              <a:off x="451778" y="1618755"/>
              <a:ext cx="1702242" cy="2148384"/>
            </a:xfrm>
            <a:prstGeom prst="roundRect">
              <a:avLst>
                <a:gd name="adj" fmla="val 7021"/>
              </a:avLst>
            </a:prstGeom>
            <a:noFill/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10" name="文本框 16"/>
            <p:cNvSpPr txBox="1"/>
            <p:nvPr>
              <p:custDataLst>
                <p:tags r:id="rId27"/>
              </p:custDataLst>
            </p:nvPr>
          </p:nvSpPr>
          <p:spPr>
            <a:xfrm>
              <a:off x="459404" y="2645536"/>
              <a:ext cx="1686983" cy="4218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2400">
                  <a:solidFill>
                    <a:schemeClr val="bg1"/>
                  </a:solidFill>
                  <a:latin typeface="+mj-ea"/>
                  <a:ea typeface="+mj-ea"/>
                  <a:cs typeface="Open Sans" panose="020B0606030504020204" charset="0"/>
                </a:rPr>
                <a:t>GIỚI THIỆU</a:t>
              </a:r>
              <a:r>
                <a:rPr lang="zh-CN" altLang="en-US" sz="2400">
                  <a:solidFill>
                    <a:schemeClr val="bg1"/>
                  </a:solidFill>
                  <a:latin typeface="+mj-ea"/>
                  <a:ea typeface="+mj-ea"/>
                  <a:cs typeface="Open Sans" panose="020B0606030504020204" charset="0"/>
                </a:rPr>
                <a:t> </a:t>
              </a:r>
              <a:endParaRPr lang="zh-CN" altLang="en-US" sz="2400">
                <a:solidFill>
                  <a:schemeClr val="bg1"/>
                </a:solidFill>
                <a:latin typeface="+mj-ea"/>
                <a:ea typeface="+mj-ea"/>
                <a:cs typeface="Open Sans" panose="020B0606030504020204" charset="0"/>
              </a:endParaRPr>
            </a:p>
          </p:txBody>
        </p:sp>
        <p:sp>
          <p:nvSpPr>
            <p:cNvPr id="11" name="文本框 17"/>
            <p:cNvSpPr txBox="1"/>
            <p:nvPr>
              <p:custDataLst>
                <p:tags r:id="rId28"/>
              </p:custDataLst>
            </p:nvPr>
          </p:nvSpPr>
          <p:spPr>
            <a:xfrm>
              <a:off x="428854" y="3076575"/>
              <a:ext cx="1748084" cy="50685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000" b="1">
                  <a:solidFill>
                    <a:schemeClr val="bg1"/>
                  </a:solidFill>
                  <a:latin typeface="+mj-lt"/>
                  <a:ea typeface="Open Sans" panose="020B0606030504020204" charset="0"/>
                  <a:cs typeface="Open Sans" panose="020B0606030504020204" charset="0"/>
                </a:rPr>
                <a:t>Chế độ phân biệt chủng tộc</a:t>
              </a:r>
              <a:endParaRPr lang="en-US" altLang="zh-CN" sz="1000" b="1">
                <a:solidFill>
                  <a:schemeClr val="bg1"/>
                </a:solidFill>
                <a:latin typeface="+mj-lt"/>
                <a:ea typeface="Open Sans" panose="020B0606030504020204" charset="0"/>
                <a:cs typeface="Open Sans" panose="020B0606030504020204" charset="0"/>
              </a:endParaRPr>
            </a:p>
            <a:p>
              <a:pPr algn="ctr"/>
              <a:r>
                <a:rPr lang="en-US" altLang="zh-CN" sz="1000" b="1">
                  <a:solidFill>
                    <a:schemeClr val="bg1"/>
                  </a:solidFill>
                  <a:latin typeface="+mj-lt"/>
                  <a:ea typeface="Open Sans" panose="020B0606030504020204" charset="0"/>
                  <a:cs typeface="Open Sans" panose="020B0606030504020204" charset="0"/>
                </a:rPr>
                <a:t>(A-pác-thai)</a:t>
              </a:r>
              <a:endParaRPr lang="en-US" altLang="zh-CN" sz="1000" b="1">
                <a:solidFill>
                  <a:schemeClr val="bg1"/>
                </a:solidFill>
                <a:latin typeface="+mj-lt"/>
                <a:ea typeface="Open Sans" panose="020B0606030504020204" charset="0"/>
                <a:cs typeface="Open Sans" panose="020B0606030504020204" charset="0"/>
              </a:endParaRPr>
            </a:p>
            <a:p>
              <a:pPr algn="ctr"/>
              <a:r>
                <a:rPr lang="en-US" altLang="zh-CN" sz="1000" b="1">
                  <a:solidFill>
                    <a:schemeClr val="bg1"/>
                  </a:solidFill>
                  <a:latin typeface="+mj-lt"/>
                  <a:ea typeface="Open Sans" panose="020B0606030504020204" charset="0"/>
                  <a:cs typeface="Open Sans" panose="020B0606030504020204" charset="0"/>
                </a:rPr>
                <a:t>là gì</a:t>
              </a:r>
              <a:endParaRPr lang="en-US" altLang="zh-CN" sz="1000" b="1">
                <a:solidFill>
                  <a:schemeClr val="bg1"/>
                </a:solidFill>
                <a:latin typeface="+mj-lt"/>
                <a:ea typeface="Open Sans" panose="020B0606030504020204" charset="0"/>
                <a:cs typeface="Open Sans" panose="020B0606030504020204" charset="0"/>
              </a:endParaRPr>
            </a:p>
          </p:txBody>
        </p:sp>
        <p:sp>
          <p:nvSpPr>
            <p:cNvPr id="12" name="文本框 18"/>
            <p:cNvSpPr txBox="1"/>
            <p:nvPr>
              <p:custDataLst>
                <p:tags r:id="rId29"/>
              </p:custDataLst>
            </p:nvPr>
          </p:nvSpPr>
          <p:spPr>
            <a:xfrm>
              <a:off x="869952" y="1817488"/>
              <a:ext cx="865895" cy="76056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4800" b="1">
                  <a:solidFill>
                    <a:schemeClr val="bg1"/>
                  </a:solidFill>
                  <a:latin typeface="+mj-lt"/>
                  <a:ea typeface="Open Sans" panose="020B0606030504020204" charset="0"/>
                  <a:cs typeface="Open Sans" panose="020B0606030504020204" charset="0"/>
                </a:rPr>
                <a:t>01</a:t>
              </a:r>
              <a:endParaRPr lang="en-US" altLang="zh-CN" sz="4800" b="1">
                <a:solidFill>
                  <a:schemeClr val="bg1"/>
                </a:solidFill>
                <a:latin typeface="+mj-lt"/>
                <a:ea typeface="Open Sans" panose="020B0606030504020204" charset="0"/>
                <a:cs typeface="Open Sans" panose="020B0606030504020204" charset="0"/>
              </a:endParaRPr>
            </a:p>
          </p:txBody>
        </p:sp>
        <p:cxnSp>
          <p:nvCxnSpPr>
            <p:cNvPr id="13" name="直接连接符 5"/>
            <p:cNvCxnSpPr/>
            <p:nvPr>
              <p:custDataLst>
                <p:tags r:id="rId30"/>
              </p:custDataLst>
            </p:nvPr>
          </p:nvCxnSpPr>
          <p:spPr>
            <a:xfrm>
              <a:off x="1174312" y="3571875"/>
              <a:ext cx="257175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文本框 20"/>
          <p:cNvSpPr txBox="1"/>
          <p:nvPr/>
        </p:nvSpPr>
        <p:spPr>
          <a:xfrm>
            <a:off x="1658843" y="660505"/>
            <a:ext cx="3157855" cy="138366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R="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4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ea"/>
                <a:ea typeface="+mj-ea"/>
              </a:defRPr>
            </a:lvl1pPr>
            <a:lvl2pPr defTabSz="914400"/>
            <a:lvl3pPr defTabSz="914400"/>
            <a:lvl4pPr defTabSz="914400"/>
            <a:lvl5pPr defTabSz="914400"/>
            <a:lvl6pPr defTabSz="914400"/>
            <a:lvl7pPr defTabSz="914400"/>
            <a:lvl8pPr defTabSz="914400"/>
            <a:lvl9pPr defTabSz="914400"/>
          </a:lstStyle>
          <a:p>
            <a:pPr algn="l"/>
            <a:r>
              <a:rPr lang="en-US" altLang="en-US" sz="2400">
                <a:cs typeface="Open Sans" panose="020B0606030504020204" charset="0"/>
              </a:rPr>
              <a:t>1. Giới thiệu: Chế </a:t>
            </a:r>
            <a:r>
              <a:rPr lang="" altLang="en-US" sz="2400">
                <a:cs typeface="Open Sans" panose="020B0606030504020204" charset="0"/>
              </a:rPr>
              <a:t>đ</a:t>
            </a:r>
            <a:r>
              <a:rPr lang="en-US" altLang="en-US" sz="2400">
                <a:cs typeface="Open Sans" panose="020B0606030504020204" charset="0"/>
              </a:rPr>
              <a:t>ộ</a:t>
            </a:r>
            <a:endParaRPr lang="en-US" altLang="en-US" sz="2400">
              <a:cs typeface="Open Sans" panose="020B0606030504020204" charset="0"/>
            </a:endParaRPr>
          </a:p>
          <a:p>
            <a:pPr algn="l"/>
            <a:r>
              <a:rPr lang="en-US" altLang="en-US" sz="2400">
                <a:cs typeface="Open Sans" panose="020B0606030504020204" charset="0"/>
              </a:rPr>
              <a:t> phân biệt chủng</a:t>
            </a:r>
            <a:endParaRPr lang="en-US" altLang="en-US" sz="2400">
              <a:cs typeface="Open Sans" panose="020B0606030504020204" charset="0"/>
            </a:endParaRPr>
          </a:p>
          <a:p>
            <a:pPr algn="l"/>
            <a:r>
              <a:rPr lang="en-US" altLang="en-US" sz="2400">
                <a:cs typeface="Open Sans" panose="020B0606030504020204" charset="0"/>
              </a:rPr>
              <a:t> tộc (A-pác-thai) là gì</a:t>
            </a:r>
            <a:r>
              <a:rPr lang="zh-CN" altLang="en-US" sz="3600">
                <a:cs typeface="Open Sans" panose="020B0606030504020204" charset="0"/>
              </a:rPr>
              <a:t> </a:t>
            </a:r>
            <a:endParaRPr lang="zh-CN" altLang="en-US" sz="3600">
              <a:cs typeface="Open Sans" panose="020B0606030504020204" charset="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351790" y="2439035"/>
            <a:ext cx="5519420" cy="1303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rgbClr val="404054"/>
                </a:solidFill>
                <a:latin typeface="汉仪雅酷黑 65W" panose="020B0604020202020204" charset="-122"/>
                <a:ea typeface="汉仪雅酷黑 65W" panose="020B0604020202020204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en-US" sz="1050">
                <a:solidFill>
                  <a:schemeClr val="bg1"/>
                </a:solidFill>
                <a:latin typeface="+mn-ea"/>
                <a:ea typeface="+mn-ea"/>
                <a:cs typeface="Open Sans" panose="020B0606030504020204" charset="0"/>
              </a:rPr>
              <a:t>Chế </a:t>
            </a:r>
            <a:r>
              <a:rPr lang="" altLang="en-US" sz="1050">
                <a:solidFill>
                  <a:schemeClr val="bg1"/>
                </a:solidFill>
                <a:latin typeface="+mn-ea"/>
                <a:ea typeface="+mn-ea"/>
                <a:cs typeface="Open Sans" panose="020B0606030504020204" charset="0"/>
              </a:rPr>
              <a:t>đ</a:t>
            </a:r>
            <a:r>
              <a:rPr lang="en-US" altLang="en-US" sz="1050">
                <a:solidFill>
                  <a:schemeClr val="bg1"/>
                </a:solidFill>
                <a:latin typeface="+mn-ea"/>
                <a:ea typeface="+mn-ea"/>
                <a:cs typeface="Open Sans" panose="020B0606030504020204" charset="0"/>
              </a:rPr>
              <a:t>ộ phân biệt chủng tộc (A-pác-thai) là một chính sách phân biệt </a:t>
            </a:r>
            <a:r>
              <a:rPr lang="" altLang="en-US" sz="1050">
                <a:solidFill>
                  <a:schemeClr val="bg1"/>
                </a:solidFill>
                <a:latin typeface="+mn-ea"/>
                <a:ea typeface="+mn-ea"/>
                <a:cs typeface="Open Sans" panose="020B0606030504020204" charset="0"/>
              </a:rPr>
              <a:t>đ</a:t>
            </a:r>
            <a:r>
              <a:rPr lang="en-US" altLang="en-US" sz="1050">
                <a:solidFill>
                  <a:schemeClr val="bg1"/>
                </a:solidFill>
                <a:latin typeface="+mn-ea"/>
                <a:ea typeface="+mn-ea"/>
                <a:cs typeface="Open Sans" panose="020B0606030504020204" charset="0"/>
              </a:rPr>
              <a:t>ối xử khắc nghiệt dựa trên màu da và chủng tộc. Chế </a:t>
            </a:r>
            <a:r>
              <a:rPr lang="" altLang="en-US" sz="1050">
                <a:solidFill>
                  <a:schemeClr val="bg1"/>
                </a:solidFill>
                <a:latin typeface="+mn-ea"/>
                <a:ea typeface="+mn-ea"/>
                <a:cs typeface="Open Sans" panose="020B0606030504020204" charset="0"/>
              </a:rPr>
              <a:t>đ</a:t>
            </a:r>
            <a:r>
              <a:rPr lang="en-US" altLang="en-US" sz="1050">
                <a:solidFill>
                  <a:schemeClr val="bg1"/>
                </a:solidFill>
                <a:latin typeface="+mn-ea"/>
                <a:ea typeface="+mn-ea"/>
                <a:cs typeface="Open Sans" panose="020B0606030504020204" charset="0"/>
              </a:rPr>
              <a:t>ộ này tồn tại chủ yếu ở Nam Phi trong thế kỉ XX, do thiểu số ng</a:t>
            </a:r>
            <a:r>
              <a:rPr lang="" altLang="en-US" sz="1050">
                <a:solidFill>
                  <a:schemeClr val="bg1"/>
                </a:solidFill>
                <a:latin typeface="+mn-ea"/>
                <a:ea typeface="+mn-ea"/>
                <a:cs typeface="Open Sans" panose="020B0606030504020204" charset="0"/>
              </a:rPr>
              <a:t>ư</a:t>
            </a:r>
            <a:r>
              <a:rPr lang="en-US" altLang="en-US" sz="1050">
                <a:solidFill>
                  <a:schemeClr val="bg1"/>
                </a:solidFill>
                <a:latin typeface="+mn-ea"/>
                <a:ea typeface="+mn-ea"/>
                <a:cs typeface="Open Sans" panose="020B0606030504020204" charset="0"/>
              </a:rPr>
              <a:t>ời da trắng cầm quyền áp </a:t>
            </a:r>
            <a:r>
              <a:rPr lang="" altLang="en-US" sz="1050">
                <a:solidFill>
                  <a:schemeClr val="bg1"/>
                </a:solidFill>
                <a:latin typeface="+mn-ea"/>
                <a:ea typeface="+mn-ea"/>
                <a:cs typeface="Open Sans" panose="020B0606030504020204" charset="0"/>
              </a:rPr>
              <a:t>đ</a:t>
            </a:r>
            <a:r>
              <a:rPr lang="en-US" altLang="en-US" sz="1050">
                <a:solidFill>
                  <a:schemeClr val="bg1"/>
                </a:solidFill>
                <a:latin typeface="+mn-ea"/>
                <a:ea typeface="+mn-ea"/>
                <a:cs typeface="Open Sans" panose="020B0606030504020204" charset="0"/>
              </a:rPr>
              <a:t>ặt lên </a:t>
            </a:r>
            <a:r>
              <a:rPr lang="" altLang="en-US" sz="1050">
                <a:solidFill>
                  <a:schemeClr val="bg1"/>
                </a:solidFill>
                <a:latin typeface="+mn-ea"/>
                <a:ea typeface="+mn-ea"/>
                <a:cs typeface="Open Sans" panose="020B0606030504020204" charset="0"/>
              </a:rPr>
              <a:t>đ</a:t>
            </a:r>
            <a:r>
              <a:rPr lang="en-US" altLang="en-US" sz="1050">
                <a:solidFill>
                  <a:schemeClr val="bg1"/>
                </a:solidFill>
                <a:latin typeface="+mn-ea"/>
                <a:ea typeface="+mn-ea"/>
                <a:cs typeface="Open Sans" panose="020B0606030504020204" charset="0"/>
              </a:rPr>
              <a:t>a số ng</a:t>
            </a:r>
            <a:r>
              <a:rPr lang="" altLang="en-US" sz="1050">
                <a:solidFill>
                  <a:schemeClr val="bg1"/>
                </a:solidFill>
                <a:latin typeface="+mn-ea"/>
                <a:ea typeface="+mn-ea"/>
                <a:cs typeface="Open Sans" panose="020B0606030504020204" charset="0"/>
              </a:rPr>
              <a:t>ư</a:t>
            </a:r>
            <a:r>
              <a:rPr lang="en-US" altLang="en-US" sz="1050">
                <a:solidFill>
                  <a:schemeClr val="bg1"/>
                </a:solidFill>
                <a:latin typeface="+mn-ea"/>
                <a:ea typeface="+mn-ea"/>
                <a:cs typeface="Open Sans" panose="020B0606030504020204" charset="0"/>
              </a:rPr>
              <a:t>ời da </a:t>
            </a:r>
            <a:r>
              <a:rPr lang="" altLang="en-US" sz="1050">
                <a:solidFill>
                  <a:schemeClr val="bg1"/>
                </a:solidFill>
                <a:latin typeface="+mn-ea"/>
                <a:ea typeface="+mn-ea"/>
                <a:cs typeface="Open Sans" panose="020B0606030504020204" charset="0"/>
              </a:rPr>
              <a:t>đ</a:t>
            </a:r>
            <a:r>
              <a:rPr lang="en-US" altLang="en-US" sz="1050">
                <a:solidFill>
                  <a:schemeClr val="bg1"/>
                </a:solidFill>
                <a:latin typeface="+mn-ea"/>
                <a:ea typeface="+mn-ea"/>
                <a:cs typeface="Open Sans" panose="020B0606030504020204" charset="0"/>
              </a:rPr>
              <a:t>en và các chủng tộc khác. A-pác-thai t</a:t>
            </a:r>
            <a:r>
              <a:rPr lang="" altLang="en-US" sz="1050">
                <a:solidFill>
                  <a:schemeClr val="bg1"/>
                </a:solidFill>
                <a:latin typeface="+mn-ea"/>
                <a:ea typeface="+mn-ea"/>
                <a:cs typeface="Open Sans" panose="020B0606030504020204" charset="0"/>
              </a:rPr>
              <a:t>ư</a:t>
            </a:r>
            <a:r>
              <a:rPr lang="en-US" altLang="en-US" sz="1050">
                <a:solidFill>
                  <a:schemeClr val="bg1"/>
                </a:solidFill>
                <a:latin typeface="+mn-ea"/>
                <a:ea typeface="+mn-ea"/>
                <a:cs typeface="Open Sans" panose="020B0606030504020204" charset="0"/>
              </a:rPr>
              <a:t>ớc </a:t>
            </a:r>
            <a:r>
              <a:rPr lang="" altLang="en-US" sz="1050">
                <a:solidFill>
                  <a:schemeClr val="bg1"/>
                </a:solidFill>
                <a:latin typeface="+mn-ea"/>
                <a:ea typeface="+mn-ea"/>
                <a:cs typeface="Open Sans" panose="020B0606030504020204" charset="0"/>
              </a:rPr>
              <a:t>đ</a:t>
            </a:r>
            <a:r>
              <a:rPr lang="en-US" altLang="en-US" sz="1050">
                <a:solidFill>
                  <a:schemeClr val="bg1"/>
                </a:solidFill>
                <a:latin typeface="+mn-ea"/>
                <a:ea typeface="+mn-ea"/>
                <a:cs typeface="Open Sans" panose="020B0606030504020204" charset="0"/>
              </a:rPr>
              <a:t>oạt các quyền cơ bản của con ng</a:t>
            </a:r>
            <a:r>
              <a:rPr lang="" altLang="en-US" sz="1050">
                <a:solidFill>
                  <a:schemeClr val="bg1"/>
                </a:solidFill>
                <a:latin typeface="+mn-ea"/>
                <a:ea typeface="+mn-ea"/>
                <a:cs typeface="Open Sans" panose="020B0606030504020204" charset="0"/>
              </a:rPr>
              <a:t>ư</a:t>
            </a:r>
            <a:r>
              <a:rPr lang="en-US" altLang="en-US" sz="1050">
                <a:solidFill>
                  <a:schemeClr val="bg1"/>
                </a:solidFill>
                <a:latin typeface="+mn-ea"/>
                <a:ea typeface="+mn-ea"/>
                <a:cs typeface="Open Sans" panose="020B0606030504020204" charset="0"/>
              </a:rPr>
              <a:t>ời, </a:t>
            </a:r>
            <a:r>
              <a:rPr lang="" altLang="en-US" sz="1050">
                <a:solidFill>
                  <a:schemeClr val="bg1"/>
                </a:solidFill>
                <a:latin typeface="+mn-ea"/>
                <a:ea typeface="+mn-ea"/>
                <a:cs typeface="Open Sans" panose="020B0606030504020204" charset="0"/>
              </a:rPr>
              <a:t>đ</a:t>
            </a:r>
            <a:r>
              <a:rPr lang="en-US" altLang="en-US" sz="1050">
                <a:solidFill>
                  <a:schemeClr val="bg1"/>
                </a:solidFill>
                <a:latin typeface="+mn-ea"/>
                <a:ea typeface="+mn-ea"/>
                <a:cs typeface="Open Sans" panose="020B0606030504020204" charset="0"/>
              </a:rPr>
              <a:t>i ng</a:t>
            </a:r>
            <a:r>
              <a:rPr lang="" altLang="en-US" sz="1050">
                <a:solidFill>
                  <a:schemeClr val="bg1"/>
                </a:solidFill>
                <a:latin typeface="+mn-ea"/>
                <a:ea typeface="+mn-ea"/>
                <a:cs typeface="Open Sans" panose="020B0606030504020204" charset="0"/>
              </a:rPr>
              <a:t>ư</a:t>
            </a:r>
            <a:r>
              <a:rPr lang="en-US" altLang="en-US" sz="1050">
                <a:solidFill>
                  <a:schemeClr val="bg1"/>
                </a:solidFill>
                <a:latin typeface="+mn-ea"/>
                <a:ea typeface="+mn-ea"/>
                <a:cs typeface="Open Sans" panose="020B0606030504020204" charset="0"/>
              </a:rPr>
              <a:t>ợc lại các giá trị nhân </a:t>
            </a:r>
            <a:r>
              <a:rPr lang="" altLang="en-US" sz="1050">
                <a:solidFill>
                  <a:schemeClr val="bg1"/>
                </a:solidFill>
                <a:latin typeface="+mn-ea"/>
                <a:ea typeface="+mn-ea"/>
                <a:cs typeface="Open Sans" panose="020B0606030504020204" charset="0"/>
              </a:rPr>
              <a:t>đ</a:t>
            </a:r>
            <a:r>
              <a:rPr lang="en-US" altLang="en-US" sz="1050">
                <a:solidFill>
                  <a:schemeClr val="bg1"/>
                </a:solidFill>
                <a:latin typeface="+mn-ea"/>
                <a:ea typeface="+mn-ea"/>
                <a:cs typeface="Open Sans" panose="020B0606030504020204" charset="0"/>
              </a:rPr>
              <a:t>ạo và công bằng của nhân loại.</a:t>
            </a:r>
            <a:endParaRPr lang="en-US" altLang="en-US" sz="1050">
              <a:solidFill>
                <a:schemeClr val="bg1"/>
              </a:solidFill>
              <a:latin typeface="+mn-ea"/>
              <a:ea typeface="+mn-ea"/>
              <a:cs typeface="Open Sans" panose="020B0606030504020204" charset="0"/>
            </a:endParaRPr>
          </a:p>
        </p:txBody>
      </p:sp>
      <p:grpSp>
        <p:nvGrpSpPr>
          <p:cNvPr id="39" name="Group 4"/>
          <p:cNvGrpSpPr>
            <a:grpSpLocks noChangeAspect="1"/>
          </p:cNvGrpSpPr>
          <p:nvPr/>
        </p:nvGrpSpPr>
        <p:grpSpPr bwMode="auto">
          <a:xfrm>
            <a:off x="447466" y="875211"/>
            <a:ext cx="1210958" cy="1274693"/>
            <a:chOff x="2583" y="1298"/>
            <a:chExt cx="608" cy="640"/>
          </a:xfrm>
        </p:grpSpPr>
        <p:sp>
          <p:nvSpPr>
            <p:cNvPr id="40" name="Freeform 5"/>
            <p:cNvSpPr/>
            <p:nvPr/>
          </p:nvSpPr>
          <p:spPr bwMode="auto">
            <a:xfrm>
              <a:off x="2619" y="1302"/>
              <a:ext cx="562" cy="578"/>
            </a:xfrm>
            <a:custGeom>
              <a:avLst/>
              <a:gdLst>
                <a:gd name="T0" fmla="*/ 1 w 234"/>
                <a:gd name="T1" fmla="*/ 233 h 241"/>
                <a:gd name="T2" fmla="*/ 12 w 234"/>
                <a:gd name="T3" fmla="*/ 193 h 241"/>
                <a:gd name="T4" fmla="*/ 39 w 234"/>
                <a:gd name="T5" fmla="*/ 148 h 241"/>
                <a:gd name="T6" fmla="*/ 47 w 234"/>
                <a:gd name="T7" fmla="*/ 136 h 241"/>
                <a:gd name="T8" fmla="*/ 57 w 234"/>
                <a:gd name="T9" fmla="*/ 132 h 241"/>
                <a:gd name="T10" fmla="*/ 89 w 234"/>
                <a:gd name="T11" fmla="*/ 84 h 241"/>
                <a:gd name="T12" fmla="*/ 92 w 234"/>
                <a:gd name="T13" fmla="*/ 80 h 241"/>
                <a:gd name="T14" fmla="*/ 148 w 234"/>
                <a:gd name="T15" fmla="*/ 31 h 241"/>
                <a:gd name="T16" fmla="*/ 228 w 234"/>
                <a:gd name="T17" fmla="*/ 3 h 241"/>
                <a:gd name="T18" fmla="*/ 221 w 234"/>
                <a:gd name="T19" fmla="*/ 26 h 241"/>
                <a:gd name="T20" fmla="*/ 202 w 234"/>
                <a:gd name="T21" fmla="*/ 62 h 241"/>
                <a:gd name="T22" fmla="*/ 196 w 234"/>
                <a:gd name="T23" fmla="*/ 71 h 241"/>
                <a:gd name="T24" fmla="*/ 158 w 234"/>
                <a:gd name="T25" fmla="*/ 105 h 241"/>
                <a:gd name="T26" fmla="*/ 130 w 234"/>
                <a:gd name="T27" fmla="*/ 117 h 241"/>
                <a:gd name="T28" fmla="*/ 130 w 234"/>
                <a:gd name="T29" fmla="*/ 118 h 241"/>
                <a:gd name="T30" fmla="*/ 131 w 234"/>
                <a:gd name="T31" fmla="*/ 120 h 241"/>
                <a:gd name="T32" fmla="*/ 134 w 234"/>
                <a:gd name="T33" fmla="*/ 120 h 241"/>
                <a:gd name="T34" fmla="*/ 138 w 234"/>
                <a:gd name="T35" fmla="*/ 120 h 241"/>
                <a:gd name="T36" fmla="*/ 141 w 234"/>
                <a:gd name="T37" fmla="*/ 119 h 241"/>
                <a:gd name="T38" fmla="*/ 143 w 234"/>
                <a:gd name="T39" fmla="*/ 131 h 241"/>
                <a:gd name="T40" fmla="*/ 81 w 234"/>
                <a:gd name="T41" fmla="*/ 165 h 241"/>
                <a:gd name="T42" fmla="*/ 83 w 234"/>
                <a:gd name="T43" fmla="*/ 167 h 241"/>
                <a:gd name="T44" fmla="*/ 84 w 234"/>
                <a:gd name="T45" fmla="*/ 169 h 241"/>
                <a:gd name="T46" fmla="*/ 85 w 234"/>
                <a:gd name="T47" fmla="*/ 169 h 241"/>
                <a:gd name="T48" fmla="*/ 89 w 234"/>
                <a:gd name="T49" fmla="*/ 171 h 241"/>
                <a:gd name="T50" fmla="*/ 91 w 234"/>
                <a:gd name="T51" fmla="*/ 171 h 241"/>
                <a:gd name="T52" fmla="*/ 94 w 234"/>
                <a:gd name="T53" fmla="*/ 174 h 241"/>
                <a:gd name="T54" fmla="*/ 50 w 234"/>
                <a:gd name="T55" fmla="*/ 198 h 241"/>
                <a:gd name="T56" fmla="*/ 51 w 234"/>
                <a:gd name="T57" fmla="*/ 199 h 241"/>
                <a:gd name="T58" fmla="*/ 51 w 234"/>
                <a:gd name="T59" fmla="*/ 199 h 241"/>
                <a:gd name="T60" fmla="*/ 49 w 234"/>
                <a:gd name="T61" fmla="*/ 200 h 241"/>
                <a:gd name="T62" fmla="*/ 50 w 234"/>
                <a:gd name="T63" fmla="*/ 202 h 241"/>
                <a:gd name="T64" fmla="*/ 51 w 234"/>
                <a:gd name="T65" fmla="*/ 202 h 241"/>
                <a:gd name="T66" fmla="*/ 53 w 234"/>
                <a:gd name="T67" fmla="*/ 202 h 241"/>
                <a:gd name="T68" fmla="*/ 64 w 234"/>
                <a:gd name="T69" fmla="*/ 207 h 241"/>
                <a:gd name="T70" fmla="*/ 21 w 234"/>
                <a:gd name="T71" fmla="*/ 233 h 241"/>
                <a:gd name="T72" fmla="*/ 5 w 234"/>
                <a:gd name="T73" fmla="*/ 24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34" h="241">
                  <a:moveTo>
                    <a:pt x="1" y="239"/>
                  </a:moveTo>
                  <a:cubicBezTo>
                    <a:pt x="0" y="237"/>
                    <a:pt x="0" y="235"/>
                    <a:pt x="1" y="233"/>
                  </a:cubicBezTo>
                  <a:cubicBezTo>
                    <a:pt x="0" y="229"/>
                    <a:pt x="2" y="222"/>
                    <a:pt x="3" y="218"/>
                  </a:cubicBezTo>
                  <a:cubicBezTo>
                    <a:pt x="5" y="211"/>
                    <a:pt x="5" y="198"/>
                    <a:pt x="12" y="193"/>
                  </a:cubicBezTo>
                  <a:cubicBezTo>
                    <a:pt x="14" y="188"/>
                    <a:pt x="15" y="175"/>
                    <a:pt x="23" y="181"/>
                  </a:cubicBezTo>
                  <a:cubicBezTo>
                    <a:pt x="28" y="170"/>
                    <a:pt x="30" y="157"/>
                    <a:pt x="39" y="148"/>
                  </a:cubicBezTo>
                  <a:cubicBezTo>
                    <a:pt x="41" y="146"/>
                    <a:pt x="42" y="143"/>
                    <a:pt x="43" y="140"/>
                  </a:cubicBezTo>
                  <a:cubicBezTo>
                    <a:pt x="44" y="138"/>
                    <a:pt x="45" y="136"/>
                    <a:pt x="47" y="136"/>
                  </a:cubicBezTo>
                  <a:cubicBezTo>
                    <a:pt x="50" y="135"/>
                    <a:pt x="52" y="137"/>
                    <a:pt x="53" y="140"/>
                  </a:cubicBezTo>
                  <a:cubicBezTo>
                    <a:pt x="54" y="137"/>
                    <a:pt x="56" y="134"/>
                    <a:pt x="57" y="132"/>
                  </a:cubicBezTo>
                  <a:cubicBezTo>
                    <a:pt x="54" y="127"/>
                    <a:pt x="74" y="101"/>
                    <a:pt x="77" y="96"/>
                  </a:cubicBezTo>
                  <a:cubicBezTo>
                    <a:pt x="81" y="92"/>
                    <a:pt x="85" y="88"/>
                    <a:pt x="89" y="84"/>
                  </a:cubicBezTo>
                  <a:cubicBezTo>
                    <a:pt x="89" y="83"/>
                    <a:pt x="91" y="82"/>
                    <a:pt x="92" y="81"/>
                  </a:cubicBezTo>
                  <a:cubicBezTo>
                    <a:pt x="92" y="81"/>
                    <a:pt x="92" y="80"/>
                    <a:pt x="92" y="80"/>
                  </a:cubicBezTo>
                  <a:cubicBezTo>
                    <a:pt x="93" y="77"/>
                    <a:pt x="99" y="76"/>
                    <a:pt x="100" y="80"/>
                  </a:cubicBezTo>
                  <a:cubicBezTo>
                    <a:pt x="114" y="62"/>
                    <a:pt x="128" y="43"/>
                    <a:pt x="148" y="31"/>
                  </a:cubicBezTo>
                  <a:cubicBezTo>
                    <a:pt x="168" y="18"/>
                    <a:pt x="191" y="8"/>
                    <a:pt x="214" y="3"/>
                  </a:cubicBezTo>
                  <a:cubicBezTo>
                    <a:pt x="219" y="3"/>
                    <a:pt x="224" y="0"/>
                    <a:pt x="228" y="3"/>
                  </a:cubicBezTo>
                  <a:cubicBezTo>
                    <a:pt x="234" y="7"/>
                    <a:pt x="227" y="15"/>
                    <a:pt x="225" y="20"/>
                  </a:cubicBezTo>
                  <a:cubicBezTo>
                    <a:pt x="224" y="22"/>
                    <a:pt x="222" y="24"/>
                    <a:pt x="221" y="26"/>
                  </a:cubicBezTo>
                  <a:cubicBezTo>
                    <a:pt x="219" y="34"/>
                    <a:pt x="201" y="48"/>
                    <a:pt x="198" y="51"/>
                  </a:cubicBezTo>
                  <a:cubicBezTo>
                    <a:pt x="201" y="53"/>
                    <a:pt x="203" y="58"/>
                    <a:pt x="202" y="62"/>
                  </a:cubicBezTo>
                  <a:cubicBezTo>
                    <a:pt x="200" y="65"/>
                    <a:pt x="198" y="68"/>
                    <a:pt x="196" y="70"/>
                  </a:cubicBezTo>
                  <a:cubicBezTo>
                    <a:pt x="196" y="70"/>
                    <a:pt x="196" y="71"/>
                    <a:pt x="196" y="71"/>
                  </a:cubicBezTo>
                  <a:cubicBezTo>
                    <a:pt x="196" y="74"/>
                    <a:pt x="175" y="97"/>
                    <a:pt x="172" y="97"/>
                  </a:cubicBezTo>
                  <a:cubicBezTo>
                    <a:pt x="168" y="100"/>
                    <a:pt x="164" y="105"/>
                    <a:pt x="158" y="105"/>
                  </a:cubicBezTo>
                  <a:cubicBezTo>
                    <a:pt x="150" y="111"/>
                    <a:pt x="141" y="114"/>
                    <a:pt x="131" y="117"/>
                  </a:cubicBezTo>
                  <a:cubicBezTo>
                    <a:pt x="131" y="117"/>
                    <a:pt x="131" y="117"/>
                    <a:pt x="130" y="117"/>
                  </a:cubicBezTo>
                  <a:cubicBezTo>
                    <a:pt x="130" y="118"/>
                    <a:pt x="130" y="118"/>
                    <a:pt x="129" y="118"/>
                  </a:cubicBezTo>
                  <a:cubicBezTo>
                    <a:pt x="129" y="118"/>
                    <a:pt x="130" y="118"/>
                    <a:pt x="130" y="118"/>
                  </a:cubicBezTo>
                  <a:cubicBezTo>
                    <a:pt x="130" y="118"/>
                    <a:pt x="130" y="119"/>
                    <a:pt x="130" y="119"/>
                  </a:cubicBezTo>
                  <a:cubicBezTo>
                    <a:pt x="130" y="120"/>
                    <a:pt x="131" y="120"/>
                    <a:pt x="131" y="120"/>
                  </a:cubicBezTo>
                  <a:cubicBezTo>
                    <a:pt x="132" y="120"/>
                    <a:pt x="132" y="120"/>
                    <a:pt x="133" y="120"/>
                  </a:cubicBezTo>
                  <a:cubicBezTo>
                    <a:pt x="133" y="120"/>
                    <a:pt x="134" y="120"/>
                    <a:pt x="134" y="120"/>
                  </a:cubicBezTo>
                  <a:cubicBezTo>
                    <a:pt x="134" y="120"/>
                    <a:pt x="134" y="120"/>
                    <a:pt x="134" y="120"/>
                  </a:cubicBezTo>
                  <a:cubicBezTo>
                    <a:pt x="136" y="120"/>
                    <a:pt x="137" y="120"/>
                    <a:pt x="138" y="120"/>
                  </a:cubicBezTo>
                  <a:cubicBezTo>
                    <a:pt x="139" y="120"/>
                    <a:pt x="139" y="120"/>
                    <a:pt x="139" y="120"/>
                  </a:cubicBezTo>
                  <a:cubicBezTo>
                    <a:pt x="140" y="120"/>
                    <a:pt x="141" y="119"/>
                    <a:pt x="141" y="119"/>
                  </a:cubicBezTo>
                  <a:cubicBezTo>
                    <a:pt x="144" y="119"/>
                    <a:pt x="147" y="121"/>
                    <a:pt x="147" y="123"/>
                  </a:cubicBezTo>
                  <a:cubicBezTo>
                    <a:pt x="147" y="126"/>
                    <a:pt x="145" y="128"/>
                    <a:pt x="143" y="131"/>
                  </a:cubicBezTo>
                  <a:cubicBezTo>
                    <a:pt x="133" y="142"/>
                    <a:pt x="121" y="152"/>
                    <a:pt x="108" y="158"/>
                  </a:cubicBezTo>
                  <a:cubicBezTo>
                    <a:pt x="100" y="163"/>
                    <a:pt x="91" y="164"/>
                    <a:pt x="81" y="165"/>
                  </a:cubicBezTo>
                  <a:cubicBezTo>
                    <a:pt x="82" y="166"/>
                    <a:pt x="83" y="166"/>
                    <a:pt x="84" y="167"/>
                  </a:cubicBezTo>
                  <a:cubicBezTo>
                    <a:pt x="83" y="167"/>
                    <a:pt x="83" y="167"/>
                    <a:pt x="83" y="167"/>
                  </a:cubicBezTo>
                  <a:cubicBezTo>
                    <a:pt x="83" y="167"/>
                    <a:pt x="82" y="168"/>
                    <a:pt x="83" y="169"/>
                  </a:cubicBezTo>
                  <a:cubicBezTo>
                    <a:pt x="83" y="169"/>
                    <a:pt x="84" y="169"/>
                    <a:pt x="84" y="169"/>
                  </a:cubicBezTo>
                  <a:cubicBezTo>
                    <a:pt x="84" y="169"/>
                    <a:pt x="84" y="169"/>
                    <a:pt x="84" y="169"/>
                  </a:cubicBezTo>
                  <a:cubicBezTo>
                    <a:pt x="84" y="169"/>
                    <a:pt x="85" y="169"/>
                    <a:pt x="85" y="169"/>
                  </a:cubicBezTo>
                  <a:cubicBezTo>
                    <a:pt x="85" y="169"/>
                    <a:pt x="85" y="169"/>
                    <a:pt x="86" y="170"/>
                  </a:cubicBezTo>
                  <a:cubicBezTo>
                    <a:pt x="87" y="170"/>
                    <a:pt x="88" y="171"/>
                    <a:pt x="89" y="171"/>
                  </a:cubicBezTo>
                  <a:cubicBezTo>
                    <a:pt x="89" y="171"/>
                    <a:pt x="90" y="171"/>
                    <a:pt x="90" y="171"/>
                  </a:cubicBezTo>
                  <a:cubicBezTo>
                    <a:pt x="90" y="171"/>
                    <a:pt x="91" y="171"/>
                    <a:pt x="91" y="171"/>
                  </a:cubicBezTo>
                  <a:cubicBezTo>
                    <a:pt x="91" y="170"/>
                    <a:pt x="91" y="170"/>
                    <a:pt x="91" y="169"/>
                  </a:cubicBezTo>
                  <a:cubicBezTo>
                    <a:pt x="93" y="170"/>
                    <a:pt x="94" y="172"/>
                    <a:pt x="94" y="174"/>
                  </a:cubicBezTo>
                  <a:cubicBezTo>
                    <a:pt x="94" y="179"/>
                    <a:pt x="89" y="181"/>
                    <a:pt x="85" y="184"/>
                  </a:cubicBezTo>
                  <a:cubicBezTo>
                    <a:pt x="75" y="191"/>
                    <a:pt x="62" y="193"/>
                    <a:pt x="50" y="198"/>
                  </a:cubicBezTo>
                  <a:cubicBezTo>
                    <a:pt x="51" y="198"/>
                    <a:pt x="51" y="199"/>
                    <a:pt x="51" y="199"/>
                  </a:cubicBezTo>
                  <a:cubicBezTo>
                    <a:pt x="51" y="199"/>
                    <a:pt x="51" y="199"/>
                    <a:pt x="51" y="199"/>
                  </a:cubicBezTo>
                  <a:cubicBezTo>
                    <a:pt x="51" y="199"/>
                    <a:pt x="51" y="199"/>
                    <a:pt x="51" y="199"/>
                  </a:cubicBezTo>
                  <a:cubicBezTo>
                    <a:pt x="51" y="199"/>
                    <a:pt x="51" y="199"/>
                    <a:pt x="51" y="199"/>
                  </a:cubicBezTo>
                  <a:cubicBezTo>
                    <a:pt x="51" y="199"/>
                    <a:pt x="51" y="199"/>
                    <a:pt x="51" y="199"/>
                  </a:cubicBezTo>
                  <a:cubicBezTo>
                    <a:pt x="50" y="199"/>
                    <a:pt x="50" y="199"/>
                    <a:pt x="49" y="200"/>
                  </a:cubicBezTo>
                  <a:cubicBezTo>
                    <a:pt x="49" y="200"/>
                    <a:pt x="49" y="201"/>
                    <a:pt x="50" y="201"/>
                  </a:cubicBezTo>
                  <a:cubicBezTo>
                    <a:pt x="50" y="201"/>
                    <a:pt x="50" y="202"/>
                    <a:pt x="50" y="202"/>
                  </a:cubicBezTo>
                  <a:cubicBezTo>
                    <a:pt x="51" y="202"/>
                    <a:pt x="51" y="202"/>
                    <a:pt x="51" y="202"/>
                  </a:cubicBezTo>
                  <a:cubicBezTo>
                    <a:pt x="51" y="202"/>
                    <a:pt x="51" y="202"/>
                    <a:pt x="51" y="202"/>
                  </a:cubicBezTo>
                  <a:cubicBezTo>
                    <a:pt x="52" y="202"/>
                    <a:pt x="52" y="202"/>
                    <a:pt x="52" y="202"/>
                  </a:cubicBezTo>
                  <a:cubicBezTo>
                    <a:pt x="53" y="202"/>
                    <a:pt x="53" y="202"/>
                    <a:pt x="53" y="202"/>
                  </a:cubicBezTo>
                  <a:cubicBezTo>
                    <a:pt x="53" y="202"/>
                    <a:pt x="53" y="202"/>
                    <a:pt x="54" y="202"/>
                  </a:cubicBezTo>
                  <a:cubicBezTo>
                    <a:pt x="58" y="205"/>
                    <a:pt x="62" y="204"/>
                    <a:pt x="64" y="207"/>
                  </a:cubicBezTo>
                  <a:cubicBezTo>
                    <a:pt x="68" y="214"/>
                    <a:pt x="53" y="217"/>
                    <a:pt x="49" y="220"/>
                  </a:cubicBezTo>
                  <a:cubicBezTo>
                    <a:pt x="39" y="224"/>
                    <a:pt x="30" y="229"/>
                    <a:pt x="21" y="233"/>
                  </a:cubicBezTo>
                  <a:cubicBezTo>
                    <a:pt x="18" y="234"/>
                    <a:pt x="13" y="238"/>
                    <a:pt x="9" y="237"/>
                  </a:cubicBezTo>
                  <a:cubicBezTo>
                    <a:pt x="9" y="239"/>
                    <a:pt x="7" y="241"/>
                    <a:pt x="5" y="241"/>
                  </a:cubicBezTo>
                  <a:cubicBezTo>
                    <a:pt x="3" y="241"/>
                    <a:pt x="2" y="240"/>
                    <a:pt x="1" y="239"/>
                  </a:cubicBezTo>
                  <a:close/>
                </a:path>
              </a:pathLst>
            </a:custGeom>
            <a:solidFill>
              <a:srgbClr val="DDD0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41" name="Freeform 6"/>
            <p:cNvSpPr/>
            <p:nvPr/>
          </p:nvSpPr>
          <p:spPr bwMode="auto">
            <a:xfrm>
              <a:off x="2739" y="1782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DDD0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42" name="Freeform 7"/>
            <p:cNvSpPr/>
            <p:nvPr/>
          </p:nvSpPr>
          <p:spPr bwMode="auto">
            <a:xfrm>
              <a:off x="2699" y="1710"/>
              <a:ext cx="129" cy="53"/>
            </a:xfrm>
            <a:custGeom>
              <a:avLst/>
              <a:gdLst>
                <a:gd name="T0" fmla="*/ 0 w 54"/>
                <a:gd name="T1" fmla="*/ 21 h 22"/>
                <a:gd name="T2" fmla="*/ 1 w 54"/>
                <a:gd name="T3" fmla="*/ 18 h 22"/>
                <a:gd name="T4" fmla="*/ 13 w 54"/>
                <a:gd name="T5" fmla="*/ 12 h 22"/>
                <a:gd name="T6" fmla="*/ 37 w 54"/>
                <a:gd name="T7" fmla="*/ 3 h 22"/>
                <a:gd name="T8" fmla="*/ 51 w 54"/>
                <a:gd name="T9" fmla="*/ 0 h 22"/>
                <a:gd name="T10" fmla="*/ 52 w 54"/>
                <a:gd name="T11" fmla="*/ 4 h 22"/>
                <a:gd name="T12" fmla="*/ 18 w 54"/>
                <a:gd name="T13" fmla="*/ 14 h 22"/>
                <a:gd name="T14" fmla="*/ 3 w 54"/>
                <a:gd name="T15" fmla="*/ 22 h 22"/>
                <a:gd name="T16" fmla="*/ 0 w 54"/>
                <a:gd name="T17" fmla="*/ 2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4" h="22">
                  <a:moveTo>
                    <a:pt x="0" y="21"/>
                  </a:moveTo>
                  <a:cubicBezTo>
                    <a:pt x="0" y="20"/>
                    <a:pt x="0" y="19"/>
                    <a:pt x="1" y="18"/>
                  </a:cubicBezTo>
                  <a:cubicBezTo>
                    <a:pt x="5" y="16"/>
                    <a:pt x="9" y="14"/>
                    <a:pt x="13" y="12"/>
                  </a:cubicBezTo>
                  <a:cubicBezTo>
                    <a:pt x="21" y="8"/>
                    <a:pt x="29" y="6"/>
                    <a:pt x="37" y="3"/>
                  </a:cubicBezTo>
                  <a:cubicBezTo>
                    <a:pt x="42" y="2"/>
                    <a:pt x="47" y="1"/>
                    <a:pt x="51" y="0"/>
                  </a:cubicBezTo>
                  <a:cubicBezTo>
                    <a:pt x="54" y="0"/>
                    <a:pt x="54" y="3"/>
                    <a:pt x="52" y="4"/>
                  </a:cubicBezTo>
                  <a:cubicBezTo>
                    <a:pt x="40" y="6"/>
                    <a:pt x="29" y="10"/>
                    <a:pt x="18" y="14"/>
                  </a:cubicBezTo>
                  <a:cubicBezTo>
                    <a:pt x="13" y="17"/>
                    <a:pt x="8" y="19"/>
                    <a:pt x="3" y="22"/>
                  </a:cubicBezTo>
                  <a:cubicBezTo>
                    <a:pt x="2" y="22"/>
                    <a:pt x="1" y="22"/>
                    <a:pt x="0" y="21"/>
                  </a:cubicBezTo>
                  <a:close/>
                </a:path>
              </a:pathLst>
            </a:custGeom>
            <a:solidFill>
              <a:srgbClr val="C4B6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43" name="Freeform 8"/>
            <p:cNvSpPr/>
            <p:nvPr/>
          </p:nvSpPr>
          <p:spPr bwMode="auto">
            <a:xfrm>
              <a:off x="2677" y="1712"/>
              <a:ext cx="168" cy="82"/>
            </a:xfrm>
            <a:custGeom>
              <a:avLst/>
              <a:gdLst>
                <a:gd name="T0" fmla="*/ 1 w 70"/>
                <a:gd name="T1" fmla="*/ 33 h 34"/>
                <a:gd name="T2" fmla="*/ 1 w 70"/>
                <a:gd name="T3" fmla="*/ 30 h 34"/>
                <a:gd name="T4" fmla="*/ 12 w 70"/>
                <a:gd name="T5" fmla="*/ 23 h 34"/>
                <a:gd name="T6" fmla="*/ 53 w 70"/>
                <a:gd name="T7" fmla="*/ 5 h 34"/>
                <a:gd name="T8" fmla="*/ 64 w 70"/>
                <a:gd name="T9" fmla="*/ 2 h 34"/>
                <a:gd name="T10" fmla="*/ 69 w 70"/>
                <a:gd name="T11" fmla="*/ 3 h 34"/>
                <a:gd name="T12" fmla="*/ 68 w 70"/>
                <a:gd name="T13" fmla="*/ 5 h 34"/>
                <a:gd name="T14" fmla="*/ 42 w 70"/>
                <a:gd name="T15" fmla="*/ 14 h 34"/>
                <a:gd name="T16" fmla="*/ 10 w 70"/>
                <a:gd name="T17" fmla="*/ 29 h 34"/>
                <a:gd name="T18" fmla="*/ 3 w 70"/>
                <a:gd name="T19" fmla="*/ 33 h 34"/>
                <a:gd name="T20" fmla="*/ 1 w 70"/>
                <a:gd name="T21" fmla="*/ 33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0" h="34">
                  <a:moveTo>
                    <a:pt x="1" y="33"/>
                  </a:moveTo>
                  <a:cubicBezTo>
                    <a:pt x="0" y="32"/>
                    <a:pt x="0" y="31"/>
                    <a:pt x="1" y="30"/>
                  </a:cubicBezTo>
                  <a:cubicBezTo>
                    <a:pt x="5" y="28"/>
                    <a:pt x="8" y="25"/>
                    <a:pt x="12" y="23"/>
                  </a:cubicBezTo>
                  <a:cubicBezTo>
                    <a:pt x="25" y="16"/>
                    <a:pt x="39" y="11"/>
                    <a:pt x="53" y="5"/>
                  </a:cubicBezTo>
                  <a:cubicBezTo>
                    <a:pt x="57" y="4"/>
                    <a:pt x="61" y="3"/>
                    <a:pt x="64" y="2"/>
                  </a:cubicBezTo>
                  <a:cubicBezTo>
                    <a:pt x="66" y="1"/>
                    <a:pt x="69" y="0"/>
                    <a:pt x="69" y="3"/>
                  </a:cubicBezTo>
                  <a:cubicBezTo>
                    <a:pt x="70" y="4"/>
                    <a:pt x="69" y="5"/>
                    <a:pt x="68" y="5"/>
                  </a:cubicBezTo>
                  <a:cubicBezTo>
                    <a:pt x="59" y="7"/>
                    <a:pt x="51" y="11"/>
                    <a:pt x="42" y="14"/>
                  </a:cubicBezTo>
                  <a:cubicBezTo>
                    <a:pt x="31" y="19"/>
                    <a:pt x="20" y="23"/>
                    <a:pt x="10" y="29"/>
                  </a:cubicBezTo>
                  <a:cubicBezTo>
                    <a:pt x="8" y="31"/>
                    <a:pt x="5" y="32"/>
                    <a:pt x="3" y="33"/>
                  </a:cubicBezTo>
                  <a:cubicBezTo>
                    <a:pt x="3" y="34"/>
                    <a:pt x="1" y="34"/>
                    <a:pt x="1" y="33"/>
                  </a:cubicBezTo>
                  <a:close/>
                </a:path>
              </a:pathLst>
            </a:custGeom>
            <a:solidFill>
              <a:srgbClr val="C4B6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44" name="Freeform 9"/>
            <p:cNvSpPr/>
            <p:nvPr/>
          </p:nvSpPr>
          <p:spPr bwMode="auto">
            <a:xfrm>
              <a:off x="2643" y="1799"/>
              <a:ext cx="84" cy="43"/>
            </a:xfrm>
            <a:custGeom>
              <a:avLst/>
              <a:gdLst>
                <a:gd name="T0" fmla="*/ 2 w 35"/>
                <a:gd name="T1" fmla="*/ 16 h 18"/>
                <a:gd name="T2" fmla="*/ 8 w 35"/>
                <a:gd name="T3" fmla="*/ 11 h 18"/>
                <a:gd name="T4" fmla="*/ 26 w 35"/>
                <a:gd name="T5" fmla="*/ 3 h 18"/>
                <a:gd name="T6" fmla="*/ 32 w 35"/>
                <a:gd name="T7" fmla="*/ 1 h 18"/>
                <a:gd name="T8" fmla="*/ 35 w 35"/>
                <a:gd name="T9" fmla="*/ 2 h 18"/>
                <a:gd name="T10" fmla="*/ 33 w 35"/>
                <a:gd name="T11" fmla="*/ 4 h 18"/>
                <a:gd name="T12" fmla="*/ 7 w 35"/>
                <a:gd name="T13" fmla="*/ 16 h 18"/>
                <a:gd name="T14" fmla="*/ 2 w 35"/>
                <a:gd name="T15" fmla="*/ 16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5" h="18">
                  <a:moveTo>
                    <a:pt x="2" y="16"/>
                  </a:moveTo>
                  <a:cubicBezTo>
                    <a:pt x="0" y="13"/>
                    <a:pt x="6" y="12"/>
                    <a:pt x="8" y="11"/>
                  </a:cubicBezTo>
                  <a:cubicBezTo>
                    <a:pt x="13" y="8"/>
                    <a:pt x="20" y="5"/>
                    <a:pt x="26" y="3"/>
                  </a:cubicBezTo>
                  <a:cubicBezTo>
                    <a:pt x="28" y="2"/>
                    <a:pt x="30" y="1"/>
                    <a:pt x="32" y="1"/>
                  </a:cubicBezTo>
                  <a:cubicBezTo>
                    <a:pt x="33" y="0"/>
                    <a:pt x="34" y="1"/>
                    <a:pt x="35" y="2"/>
                  </a:cubicBezTo>
                  <a:cubicBezTo>
                    <a:pt x="35" y="3"/>
                    <a:pt x="34" y="4"/>
                    <a:pt x="33" y="4"/>
                  </a:cubicBezTo>
                  <a:cubicBezTo>
                    <a:pt x="24" y="8"/>
                    <a:pt x="15" y="11"/>
                    <a:pt x="7" y="16"/>
                  </a:cubicBezTo>
                  <a:cubicBezTo>
                    <a:pt x="5" y="16"/>
                    <a:pt x="4" y="18"/>
                    <a:pt x="2" y="16"/>
                  </a:cubicBezTo>
                  <a:close/>
                </a:path>
              </a:pathLst>
            </a:custGeom>
            <a:solidFill>
              <a:srgbClr val="C4B6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45" name="Freeform 10"/>
            <p:cNvSpPr/>
            <p:nvPr/>
          </p:nvSpPr>
          <p:spPr bwMode="auto">
            <a:xfrm>
              <a:off x="2744" y="1616"/>
              <a:ext cx="161" cy="72"/>
            </a:xfrm>
            <a:custGeom>
              <a:avLst/>
              <a:gdLst>
                <a:gd name="T0" fmla="*/ 2 w 67"/>
                <a:gd name="T1" fmla="*/ 28 h 30"/>
                <a:gd name="T2" fmla="*/ 6 w 67"/>
                <a:gd name="T3" fmla="*/ 23 h 30"/>
                <a:gd name="T4" fmla="*/ 14 w 67"/>
                <a:gd name="T5" fmla="*/ 19 h 30"/>
                <a:gd name="T6" fmla="*/ 39 w 67"/>
                <a:gd name="T7" fmla="*/ 9 h 30"/>
                <a:gd name="T8" fmla="*/ 52 w 67"/>
                <a:gd name="T9" fmla="*/ 5 h 30"/>
                <a:gd name="T10" fmla="*/ 64 w 67"/>
                <a:gd name="T11" fmla="*/ 0 h 30"/>
                <a:gd name="T12" fmla="*/ 67 w 67"/>
                <a:gd name="T13" fmla="*/ 2 h 30"/>
                <a:gd name="T14" fmla="*/ 66 w 67"/>
                <a:gd name="T15" fmla="*/ 4 h 30"/>
                <a:gd name="T16" fmla="*/ 41 w 67"/>
                <a:gd name="T17" fmla="*/ 13 h 30"/>
                <a:gd name="T18" fmla="*/ 16 w 67"/>
                <a:gd name="T19" fmla="*/ 22 h 30"/>
                <a:gd name="T20" fmla="*/ 7 w 67"/>
                <a:gd name="T21" fmla="*/ 27 h 30"/>
                <a:gd name="T22" fmla="*/ 2 w 67"/>
                <a:gd name="T23" fmla="*/ 28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7" h="30">
                  <a:moveTo>
                    <a:pt x="2" y="28"/>
                  </a:moveTo>
                  <a:cubicBezTo>
                    <a:pt x="0" y="26"/>
                    <a:pt x="4" y="24"/>
                    <a:pt x="6" y="23"/>
                  </a:cubicBezTo>
                  <a:cubicBezTo>
                    <a:pt x="8" y="22"/>
                    <a:pt x="12" y="20"/>
                    <a:pt x="14" y="19"/>
                  </a:cubicBezTo>
                  <a:cubicBezTo>
                    <a:pt x="23" y="15"/>
                    <a:pt x="31" y="12"/>
                    <a:pt x="39" y="9"/>
                  </a:cubicBezTo>
                  <a:cubicBezTo>
                    <a:pt x="43" y="7"/>
                    <a:pt x="48" y="6"/>
                    <a:pt x="52" y="5"/>
                  </a:cubicBezTo>
                  <a:cubicBezTo>
                    <a:pt x="56" y="3"/>
                    <a:pt x="60" y="2"/>
                    <a:pt x="64" y="0"/>
                  </a:cubicBezTo>
                  <a:cubicBezTo>
                    <a:pt x="65" y="0"/>
                    <a:pt x="67" y="0"/>
                    <a:pt x="67" y="2"/>
                  </a:cubicBezTo>
                  <a:cubicBezTo>
                    <a:pt x="67" y="3"/>
                    <a:pt x="67" y="4"/>
                    <a:pt x="66" y="4"/>
                  </a:cubicBezTo>
                  <a:cubicBezTo>
                    <a:pt x="57" y="7"/>
                    <a:pt x="49" y="10"/>
                    <a:pt x="41" y="13"/>
                  </a:cubicBezTo>
                  <a:cubicBezTo>
                    <a:pt x="33" y="16"/>
                    <a:pt x="24" y="19"/>
                    <a:pt x="16" y="22"/>
                  </a:cubicBezTo>
                  <a:cubicBezTo>
                    <a:pt x="13" y="24"/>
                    <a:pt x="10" y="25"/>
                    <a:pt x="7" y="27"/>
                  </a:cubicBezTo>
                  <a:cubicBezTo>
                    <a:pt x="6" y="28"/>
                    <a:pt x="4" y="30"/>
                    <a:pt x="2" y="28"/>
                  </a:cubicBezTo>
                  <a:close/>
                </a:path>
              </a:pathLst>
            </a:custGeom>
            <a:solidFill>
              <a:srgbClr val="C4B6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46" name="Freeform 11"/>
            <p:cNvSpPr/>
            <p:nvPr/>
          </p:nvSpPr>
          <p:spPr bwMode="auto">
            <a:xfrm>
              <a:off x="2776" y="1590"/>
              <a:ext cx="163" cy="60"/>
            </a:xfrm>
            <a:custGeom>
              <a:avLst/>
              <a:gdLst>
                <a:gd name="T0" fmla="*/ 2 w 68"/>
                <a:gd name="T1" fmla="*/ 24 h 25"/>
                <a:gd name="T2" fmla="*/ 9 w 68"/>
                <a:gd name="T3" fmla="*/ 18 h 25"/>
                <a:gd name="T4" fmla="*/ 40 w 68"/>
                <a:gd name="T5" fmla="*/ 7 h 25"/>
                <a:gd name="T6" fmla="*/ 53 w 68"/>
                <a:gd name="T7" fmla="*/ 3 h 25"/>
                <a:gd name="T8" fmla="*/ 65 w 68"/>
                <a:gd name="T9" fmla="*/ 0 h 25"/>
                <a:gd name="T10" fmla="*/ 68 w 68"/>
                <a:gd name="T11" fmla="*/ 2 h 25"/>
                <a:gd name="T12" fmla="*/ 66 w 68"/>
                <a:gd name="T13" fmla="*/ 4 h 25"/>
                <a:gd name="T14" fmla="*/ 54 w 68"/>
                <a:gd name="T15" fmla="*/ 7 h 25"/>
                <a:gd name="T16" fmla="*/ 41 w 68"/>
                <a:gd name="T17" fmla="*/ 11 h 25"/>
                <a:gd name="T18" fmla="*/ 5 w 68"/>
                <a:gd name="T19" fmla="*/ 24 h 25"/>
                <a:gd name="T20" fmla="*/ 2 w 68"/>
                <a:gd name="T21" fmla="*/ 24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8" h="25">
                  <a:moveTo>
                    <a:pt x="2" y="24"/>
                  </a:moveTo>
                  <a:cubicBezTo>
                    <a:pt x="0" y="20"/>
                    <a:pt x="7" y="19"/>
                    <a:pt x="9" y="18"/>
                  </a:cubicBezTo>
                  <a:cubicBezTo>
                    <a:pt x="19" y="13"/>
                    <a:pt x="30" y="10"/>
                    <a:pt x="40" y="7"/>
                  </a:cubicBezTo>
                  <a:cubicBezTo>
                    <a:pt x="45" y="5"/>
                    <a:pt x="49" y="4"/>
                    <a:pt x="53" y="3"/>
                  </a:cubicBezTo>
                  <a:cubicBezTo>
                    <a:pt x="57" y="2"/>
                    <a:pt x="61" y="1"/>
                    <a:pt x="65" y="0"/>
                  </a:cubicBezTo>
                  <a:cubicBezTo>
                    <a:pt x="66" y="0"/>
                    <a:pt x="67" y="1"/>
                    <a:pt x="68" y="2"/>
                  </a:cubicBezTo>
                  <a:cubicBezTo>
                    <a:pt x="68" y="3"/>
                    <a:pt x="67" y="4"/>
                    <a:pt x="66" y="4"/>
                  </a:cubicBezTo>
                  <a:cubicBezTo>
                    <a:pt x="62" y="5"/>
                    <a:pt x="58" y="6"/>
                    <a:pt x="54" y="7"/>
                  </a:cubicBezTo>
                  <a:cubicBezTo>
                    <a:pt x="50" y="8"/>
                    <a:pt x="45" y="9"/>
                    <a:pt x="41" y="11"/>
                  </a:cubicBezTo>
                  <a:cubicBezTo>
                    <a:pt x="29" y="14"/>
                    <a:pt x="16" y="18"/>
                    <a:pt x="5" y="24"/>
                  </a:cubicBezTo>
                  <a:cubicBezTo>
                    <a:pt x="4" y="25"/>
                    <a:pt x="2" y="25"/>
                    <a:pt x="2" y="24"/>
                  </a:cubicBezTo>
                  <a:close/>
                </a:path>
              </a:pathLst>
            </a:custGeom>
            <a:solidFill>
              <a:srgbClr val="C4B6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47" name="Freeform 12"/>
            <p:cNvSpPr/>
            <p:nvPr/>
          </p:nvSpPr>
          <p:spPr bwMode="auto">
            <a:xfrm>
              <a:off x="2795" y="1583"/>
              <a:ext cx="137" cy="48"/>
            </a:xfrm>
            <a:custGeom>
              <a:avLst/>
              <a:gdLst>
                <a:gd name="T0" fmla="*/ 3 w 57"/>
                <a:gd name="T1" fmla="*/ 19 h 20"/>
                <a:gd name="T2" fmla="*/ 0 w 57"/>
                <a:gd name="T3" fmla="*/ 17 h 20"/>
                <a:gd name="T4" fmla="*/ 5 w 57"/>
                <a:gd name="T5" fmla="*/ 14 h 20"/>
                <a:gd name="T6" fmla="*/ 11 w 57"/>
                <a:gd name="T7" fmla="*/ 11 h 20"/>
                <a:gd name="T8" fmla="*/ 55 w 57"/>
                <a:gd name="T9" fmla="*/ 0 h 20"/>
                <a:gd name="T10" fmla="*/ 57 w 57"/>
                <a:gd name="T11" fmla="*/ 3 h 20"/>
                <a:gd name="T12" fmla="*/ 51 w 57"/>
                <a:gd name="T13" fmla="*/ 5 h 20"/>
                <a:gd name="T14" fmla="*/ 34 w 57"/>
                <a:gd name="T15" fmla="*/ 10 h 20"/>
                <a:gd name="T16" fmla="*/ 5 w 57"/>
                <a:gd name="T17" fmla="*/ 20 h 20"/>
                <a:gd name="T18" fmla="*/ 3 w 57"/>
                <a:gd name="T19" fmla="*/ 19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7" h="20">
                  <a:moveTo>
                    <a:pt x="3" y="19"/>
                  </a:moveTo>
                  <a:cubicBezTo>
                    <a:pt x="1" y="19"/>
                    <a:pt x="0" y="18"/>
                    <a:pt x="0" y="17"/>
                  </a:cubicBezTo>
                  <a:cubicBezTo>
                    <a:pt x="1" y="15"/>
                    <a:pt x="3" y="15"/>
                    <a:pt x="5" y="14"/>
                  </a:cubicBezTo>
                  <a:cubicBezTo>
                    <a:pt x="7" y="13"/>
                    <a:pt x="9" y="12"/>
                    <a:pt x="11" y="11"/>
                  </a:cubicBezTo>
                  <a:cubicBezTo>
                    <a:pt x="25" y="6"/>
                    <a:pt x="40" y="2"/>
                    <a:pt x="55" y="0"/>
                  </a:cubicBezTo>
                  <a:cubicBezTo>
                    <a:pt x="57" y="0"/>
                    <a:pt x="57" y="2"/>
                    <a:pt x="57" y="3"/>
                  </a:cubicBezTo>
                  <a:cubicBezTo>
                    <a:pt x="55" y="5"/>
                    <a:pt x="53" y="4"/>
                    <a:pt x="51" y="5"/>
                  </a:cubicBezTo>
                  <a:cubicBezTo>
                    <a:pt x="45" y="7"/>
                    <a:pt x="40" y="8"/>
                    <a:pt x="34" y="10"/>
                  </a:cubicBezTo>
                  <a:cubicBezTo>
                    <a:pt x="24" y="13"/>
                    <a:pt x="14" y="16"/>
                    <a:pt x="5" y="20"/>
                  </a:cubicBezTo>
                  <a:cubicBezTo>
                    <a:pt x="4" y="20"/>
                    <a:pt x="3" y="20"/>
                    <a:pt x="3" y="19"/>
                  </a:cubicBezTo>
                  <a:close/>
                </a:path>
              </a:pathLst>
            </a:custGeom>
            <a:solidFill>
              <a:srgbClr val="C4B6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48" name="Freeform 13"/>
            <p:cNvSpPr/>
            <p:nvPr/>
          </p:nvSpPr>
          <p:spPr bwMode="auto">
            <a:xfrm>
              <a:off x="2852" y="1489"/>
              <a:ext cx="221" cy="72"/>
            </a:xfrm>
            <a:custGeom>
              <a:avLst/>
              <a:gdLst>
                <a:gd name="T0" fmla="*/ 1 w 92"/>
                <a:gd name="T1" fmla="*/ 29 h 30"/>
                <a:gd name="T2" fmla="*/ 7 w 92"/>
                <a:gd name="T3" fmla="*/ 23 h 30"/>
                <a:gd name="T4" fmla="*/ 26 w 92"/>
                <a:gd name="T5" fmla="*/ 16 h 30"/>
                <a:gd name="T6" fmla="*/ 84 w 92"/>
                <a:gd name="T7" fmla="*/ 1 h 30"/>
                <a:gd name="T8" fmla="*/ 89 w 92"/>
                <a:gd name="T9" fmla="*/ 1 h 30"/>
                <a:gd name="T10" fmla="*/ 89 w 92"/>
                <a:gd name="T11" fmla="*/ 5 h 30"/>
                <a:gd name="T12" fmla="*/ 59 w 92"/>
                <a:gd name="T13" fmla="*/ 10 h 30"/>
                <a:gd name="T14" fmla="*/ 34 w 92"/>
                <a:gd name="T15" fmla="*/ 17 h 30"/>
                <a:gd name="T16" fmla="*/ 11 w 92"/>
                <a:gd name="T17" fmla="*/ 26 h 30"/>
                <a:gd name="T18" fmla="*/ 4 w 92"/>
                <a:gd name="T19" fmla="*/ 29 h 30"/>
                <a:gd name="T20" fmla="*/ 1 w 92"/>
                <a:gd name="T21" fmla="*/ 29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2" h="30">
                  <a:moveTo>
                    <a:pt x="1" y="29"/>
                  </a:moveTo>
                  <a:cubicBezTo>
                    <a:pt x="0" y="26"/>
                    <a:pt x="5" y="24"/>
                    <a:pt x="7" y="23"/>
                  </a:cubicBezTo>
                  <a:cubicBezTo>
                    <a:pt x="13" y="20"/>
                    <a:pt x="20" y="18"/>
                    <a:pt x="26" y="16"/>
                  </a:cubicBezTo>
                  <a:cubicBezTo>
                    <a:pt x="45" y="9"/>
                    <a:pt x="64" y="4"/>
                    <a:pt x="84" y="1"/>
                  </a:cubicBezTo>
                  <a:cubicBezTo>
                    <a:pt x="85" y="1"/>
                    <a:pt x="87" y="1"/>
                    <a:pt x="89" y="1"/>
                  </a:cubicBezTo>
                  <a:cubicBezTo>
                    <a:pt x="91" y="0"/>
                    <a:pt x="92" y="4"/>
                    <a:pt x="89" y="5"/>
                  </a:cubicBezTo>
                  <a:cubicBezTo>
                    <a:pt x="79" y="6"/>
                    <a:pt x="69" y="8"/>
                    <a:pt x="59" y="10"/>
                  </a:cubicBezTo>
                  <a:cubicBezTo>
                    <a:pt x="50" y="12"/>
                    <a:pt x="42" y="14"/>
                    <a:pt x="34" y="17"/>
                  </a:cubicBezTo>
                  <a:cubicBezTo>
                    <a:pt x="26" y="20"/>
                    <a:pt x="19" y="23"/>
                    <a:pt x="11" y="26"/>
                  </a:cubicBezTo>
                  <a:cubicBezTo>
                    <a:pt x="9" y="27"/>
                    <a:pt x="6" y="28"/>
                    <a:pt x="4" y="29"/>
                  </a:cubicBezTo>
                  <a:cubicBezTo>
                    <a:pt x="3" y="30"/>
                    <a:pt x="2" y="30"/>
                    <a:pt x="1" y="29"/>
                  </a:cubicBezTo>
                  <a:close/>
                </a:path>
              </a:pathLst>
            </a:custGeom>
            <a:solidFill>
              <a:srgbClr val="C4B6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49" name="Freeform 14"/>
            <p:cNvSpPr/>
            <p:nvPr/>
          </p:nvSpPr>
          <p:spPr bwMode="auto">
            <a:xfrm>
              <a:off x="2876" y="1461"/>
              <a:ext cx="207" cy="69"/>
            </a:xfrm>
            <a:custGeom>
              <a:avLst/>
              <a:gdLst>
                <a:gd name="T0" fmla="*/ 7 w 86"/>
                <a:gd name="T1" fmla="*/ 27 h 29"/>
                <a:gd name="T2" fmla="*/ 55 w 86"/>
                <a:gd name="T3" fmla="*/ 5 h 29"/>
                <a:gd name="T4" fmla="*/ 83 w 86"/>
                <a:gd name="T5" fmla="*/ 0 h 29"/>
                <a:gd name="T6" fmla="*/ 83 w 86"/>
                <a:gd name="T7" fmla="*/ 4 h 29"/>
                <a:gd name="T8" fmla="*/ 55 w 86"/>
                <a:gd name="T9" fmla="*/ 9 h 29"/>
                <a:gd name="T10" fmla="*/ 20 w 86"/>
                <a:gd name="T11" fmla="*/ 21 h 29"/>
                <a:gd name="T12" fmla="*/ 12 w 86"/>
                <a:gd name="T13" fmla="*/ 25 h 29"/>
                <a:gd name="T14" fmla="*/ 7 w 86"/>
                <a:gd name="T15" fmla="*/ 27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6" h="29">
                  <a:moveTo>
                    <a:pt x="7" y="27"/>
                  </a:moveTo>
                  <a:cubicBezTo>
                    <a:pt x="0" y="21"/>
                    <a:pt x="50" y="7"/>
                    <a:pt x="55" y="5"/>
                  </a:cubicBezTo>
                  <a:cubicBezTo>
                    <a:pt x="64" y="2"/>
                    <a:pt x="73" y="1"/>
                    <a:pt x="83" y="0"/>
                  </a:cubicBezTo>
                  <a:cubicBezTo>
                    <a:pt x="85" y="0"/>
                    <a:pt x="86" y="4"/>
                    <a:pt x="83" y="4"/>
                  </a:cubicBezTo>
                  <a:cubicBezTo>
                    <a:pt x="74" y="5"/>
                    <a:pt x="64" y="6"/>
                    <a:pt x="55" y="9"/>
                  </a:cubicBezTo>
                  <a:cubicBezTo>
                    <a:pt x="43" y="13"/>
                    <a:pt x="31" y="16"/>
                    <a:pt x="20" y="21"/>
                  </a:cubicBezTo>
                  <a:cubicBezTo>
                    <a:pt x="18" y="22"/>
                    <a:pt x="15" y="23"/>
                    <a:pt x="12" y="25"/>
                  </a:cubicBezTo>
                  <a:cubicBezTo>
                    <a:pt x="10" y="26"/>
                    <a:pt x="9" y="29"/>
                    <a:pt x="7" y="27"/>
                  </a:cubicBezTo>
                  <a:close/>
                </a:path>
              </a:pathLst>
            </a:custGeom>
            <a:solidFill>
              <a:srgbClr val="C4B6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50" name="Freeform 15"/>
            <p:cNvSpPr/>
            <p:nvPr/>
          </p:nvSpPr>
          <p:spPr bwMode="auto">
            <a:xfrm>
              <a:off x="2984" y="1413"/>
              <a:ext cx="92" cy="38"/>
            </a:xfrm>
            <a:custGeom>
              <a:avLst/>
              <a:gdLst>
                <a:gd name="T0" fmla="*/ 0 w 38"/>
                <a:gd name="T1" fmla="*/ 13 h 16"/>
                <a:gd name="T2" fmla="*/ 4 w 38"/>
                <a:gd name="T3" fmla="*/ 10 h 16"/>
                <a:gd name="T4" fmla="*/ 35 w 38"/>
                <a:gd name="T5" fmla="*/ 1 h 16"/>
                <a:gd name="T6" fmla="*/ 37 w 38"/>
                <a:gd name="T7" fmla="*/ 2 h 16"/>
                <a:gd name="T8" fmla="*/ 36 w 38"/>
                <a:gd name="T9" fmla="*/ 5 h 16"/>
                <a:gd name="T10" fmla="*/ 30 w 38"/>
                <a:gd name="T11" fmla="*/ 6 h 16"/>
                <a:gd name="T12" fmla="*/ 9 w 38"/>
                <a:gd name="T13" fmla="*/ 13 h 16"/>
                <a:gd name="T14" fmla="*/ 0 w 38"/>
                <a:gd name="T15" fmla="*/ 1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8" h="16">
                  <a:moveTo>
                    <a:pt x="0" y="13"/>
                  </a:moveTo>
                  <a:cubicBezTo>
                    <a:pt x="0" y="10"/>
                    <a:pt x="2" y="10"/>
                    <a:pt x="4" y="10"/>
                  </a:cubicBezTo>
                  <a:cubicBezTo>
                    <a:pt x="14" y="7"/>
                    <a:pt x="25" y="4"/>
                    <a:pt x="35" y="1"/>
                  </a:cubicBezTo>
                  <a:cubicBezTo>
                    <a:pt x="36" y="0"/>
                    <a:pt x="37" y="1"/>
                    <a:pt x="37" y="2"/>
                  </a:cubicBezTo>
                  <a:cubicBezTo>
                    <a:pt x="38" y="3"/>
                    <a:pt x="37" y="4"/>
                    <a:pt x="36" y="5"/>
                  </a:cubicBezTo>
                  <a:cubicBezTo>
                    <a:pt x="34" y="5"/>
                    <a:pt x="32" y="6"/>
                    <a:pt x="30" y="6"/>
                  </a:cubicBezTo>
                  <a:cubicBezTo>
                    <a:pt x="23" y="8"/>
                    <a:pt x="16" y="10"/>
                    <a:pt x="9" y="13"/>
                  </a:cubicBezTo>
                  <a:cubicBezTo>
                    <a:pt x="7" y="13"/>
                    <a:pt x="1" y="16"/>
                    <a:pt x="0" y="13"/>
                  </a:cubicBezTo>
                  <a:close/>
                </a:path>
              </a:pathLst>
            </a:custGeom>
            <a:solidFill>
              <a:srgbClr val="C4B6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51" name="Freeform 16"/>
            <p:cNvSpPr/>
            <p:nvPr/>
          </p:nvSpPr>
          <p:spPr bwMode="auto">
            <a:xfrm>
              <a:off x="2970" y="1362"/>
              <a:ext cx="67" cy="91"/>
            </a:xfrm>
            <a:custGeom>
              <a:avLst/>
              <a:gdLst>
                <a:gd name="T0" fmla="*/ 0 w 28"/>
                <a:gd name="T1" fmla="*/ 38 h 38"/>
                <a:gd name="T2" fmla="*/ 0 w 28"/>
                <a:gd name="T3" fmla="*/ 35 h 38"/>
                <a:gd name="T4" fmla="*/ 9 w 28"/>
                <a:gd name="T5" fmla="*/ 24 h 38"/>
                <a:gd name="T6" fmla="*/ 24 w 28"/>
                <a:gd name="T7" fmla="*/ 2 h 38"/>
                <a:gd name="T8" fmla="*/ 27 w 28"/>
                <a:gd name="T9" fmla="*/ 3 h 38"/>
                <a:gd name="T10" fmla="*/ 27 w 28"/>
                <a:gd name="T11" fmla="*/ 4 h 38"/>
                <a:gd name="T12" fmla="*/ 12 w 28"/>
                <a:gd name="T13" fmla="*/ 26 h 38"/>
                <a:gd name="T14" fmla="*/ 3 w 28"/>
                <a:gd name="T15" fmla="*/ 38 h 38"/>
                <a:gd name="T16" fmla="*/ 0 w 28"/>
                <a:gd name="T17" fmla="*/ 38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" h="38">
                  <a:moveTo>
                    <a:pt x="0" y="38"/>
                  </a:moveTo>
                  <a:cubicBezTo>
                    <a:pt x="0" y="37"/>
                    <a:pt x="0" y="36"/>
                    <a:pt x="0" y="35"/>
                  </a:cubicBezTo>
                  <a:cubicBezTo>
                    <a:pt x="3" y="31"/>
                    <a:pt x="6" y="28"/>
                    <a:pt x="9" y="24"/>
                  </a:cubicBezTo>
                  <a:cubicBezTo>
                    <a:pt x="14" y="17"/>
                    <a:pt x="19" y="9"/>
                    <a:pt x="24" y="2"/>
                  </a:cubicBezTo>
                  <a:cubicBezTo>
                    <a:pt x="25" y="0"/>
                    <a:pt x="27" y="1"/>
                    <a:pt x="27" y="3"/>
                  </a:cubicBezTo>
                  <a:cubicBezTo>
                    <a:pt x="28" y="3"/>
                    <a:pt x="27" y="4"/>
                    <a:pt x="27" y="4"/>
                  </a:cubicBezTo>
                  <a:cubicBezTo>
                    <a:pt x="23" y="12"/>
                    <a:pt x="18" y="19"/>
                    <a:pt x="12" y="26"/>
                  </a:cubicBezTo>
                  <a:cubicBezTo>
                    <a:pt x="9" y="30"/>
                    <a:pt x="6" y="34"/>
                    <a:pt x="3" y="38"/>
                  </a:cubicBezTo>
                  <a:cubicBezTo>
                    <a:pt x="3" y="38"/>
                    <a:pt x="1" y="38"/>
                    <a:pt x="0" y="38"/>
                  </a:cubicBezTo>
                  <a:close/>
                </a:path>
              </a:pathLst>
            </a:custGeom>
            <a:solidFill>
              <a:srgbClr val="C4B6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52" name="Freeform 17"/>
            <p:cNvSpPr/>
            <p:nvPr/>
          </p:nvSpPr>
          <p:spPr bwMode="auto">
            <a:xfrm>
              <a:off x="2824" y="1461"/>
              <a:ext cx="67" cy="124"/>
            </a:xfrm>
            <a:custGeom>
              <a:avLst/>
              <a:gdLst>
                <a:gd name="T0" fmla="*/ 1 w 28"/>
                <a:gd name="T1" fmla="*/ 51 h 52"/>
                <a:gd name="T2" fmla="*/ 0 w 28"/>
                <a:gd name="T3" fmla="*/ 48 h 52"/>
                <a:gd name="T4" fmla="*/ 8 w 28"/>
                <a:gd name="T5" fmla="*/ 35 h 52"/>
                <a:gd name="T6" fmla="*/ 16 w 28"/>
                <a:gd name="T7" fmla="*/ 17 h 52"/>
                <a:gd name="T8" fmla="*/ 23 w 28"/>
                <a:gd name="T9" fmla="*/ 1 h 52"/>
                <a:gd name="T10" fmla="*/ 27 w 28"/>
                <a:gd name="T11" fmla="*/ 4 h 52"/>
                <a:gd name="T12" fmla="*/ 21 w 28"/>
                <a:gd name="T13" fmla="*/ 16 h 52"/>
                <a:gd name="T14" fmla="*/ 10 w 28"/>
                <a:gd name="T15" fmla="*/ 39 h 52"/>
                <a:gd name="T16" fmla="*/ 3 w 28"/>
                <a:gd name="T17" fmla="*/ 51 h 52"/>
                <a:gd name="T18" fmla="*/ 1 w 28"/>
                <a:gd name="T19" fmla="*/ 51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" h="52">
                  <a:moveTo>
                    <a:pt x="1" y="51"/>
                  </a:moveTo>
                  <a:cubicBezTo>
                    <a:pt x="0" y="50"/>
                    <a:pt x="0" y="49"/>
                    <a:pt x="0" y="48"/>
                  </a:cubicBezTo>
                  <a:cubicBezTo>
                    <a:pt x="3" y="44"/>
                    <a:pt x="5" y="39"/>
                    <a:pt x="8" y="35"/>
                  </a:cubicBezTo>
                  <a:cubicBezTo>
                    <a:pt x="11" y="29"/>
                    <a:pt x="14" y="23"/>
                    <a:pt x="16" y="17"/>
                  </a:cubicBezTo>
                  <a:cubicBezTo>
                    <a:pt x="19" y="12"/>
                    <a:pt x="20" y="6"/>
                    <a:pt x="23" y="1"/>
                  </a:cubicBezTo>
                  <a:cubicBezTo>
                    <a:pt x="25" y="0"/>
                    <a:pt x="28" y="2"/>
                    <a:pt x="27" y="4"/>
                  </a:cubicBezTo>
                  <a:cubicBezTo>
                    <a:pt x="24" y="8"/>
                    <a:pt x="23" y="12"/>
                    <a:pt x="21" y="16"/>
                  </a:cubicBezTo>
                  <a:cubicBezTo>
                    <a:pt x="18" y="24"/>
                    <a:pt x="14" y="32"/>
                    <a:pt x="10" y="39"/>
                  </a:cubicBezTo>
                  <a:cubicBezTo>
                    <a:pt x="8" y="43"/>
                    <a:pt x="6" y="47"/>
                    <a:pt x="3" y="51"/>
                  </a:cubicBezTo>
                  <a:cubicBezTo>
                    <a:pt x="3" y="51"/>
                    <a:pt x="2" y="52"/>
                    <a:pt x="1" y="51"/>
                  </a:cubicBezTo>
                  <a:close/>
                </a:path>
              </a:pathLst>
            </a:custGeom>
            <a:solidFill>
              <a:srgbClr val="C4B6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53" name="Freeform 18"/>
            <p:cNvSpPr/>
            <p:nvPr/>
          </p:nvSpPr>
          <p:spPr bwMode="auto">
            <a:xfrm>
              <a:off x="2848" y="1420"/>
              <a:ext cx="91" cy="144"/>
            </a:xfrm>
            <a:custGeom>
              <a:avLst/>
              <a:gdLst>
                <a:gd name="T0" fmla="*/ 1 w 38"/>
                <a:gd name="T1" fmla="*/ 60 h 60"/>
                <a:gd name="T2" fmla="*/ 1 w 38"/>
                <a:gd name="T3" fmla="*/ 57 h 60"/>
                <a:gd name="T4" fmla="*/ 15 w 38"/>
                <a:gd name="T5" fmla="*/ 35 h 60"/>
                <a:gd name="T6" fmla="*/ 33 w 38"/>
                <a:gd name="T7" fmla="*/ 2 h 60"/>
                <a:gd name="T8" fmla="*/ 37 w 38"/>
                <a:gd name="T9" fmla="*/ 4 h 60"/>
                <a:gd name="T10" fmla="*/ 24 w 38"/>
                <a:gd name="T11" fmla="*/ 27 h 60"/>
                <a:gd name="T12" fmla="*/ 11 w 38"/>
                <a:gd name="T13" fmla="*/ 50 h 60"/>
                <a:gd name="T14" fmla="*/ 4 w 38"/>
                <a:gd name="T15" fmla="*/ 59 h 60"/>
                <a:gd name="T16" fmla="*/ 1 w 38"/>
                <a:gd name="T17" fmla="*/ 6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8" h="60">
                  <a:moveTo>
                    <a:pt x="1" y="60"/>
                  </a:moveTo>
                  <a:cubicBezTo>
                    <a:pt x="0" y="59"/>
                    <a:pt x="0" y="58"/>
                    <a:pt x="1" y="57"/>
                  </a:cubicBezTo>
                  <a:cubicBezTo>
                    <a:pt x="6" y="50"/>
                    <a:pt x="10" y="43"/>
                    <a:pt x="15" y="35"/>
                  </a:cubicBezTo>
                  <a:cubicBezTo>
                    <a:pt x="21" y="25"/>
                    <a:pt x="27" y="13"/>
                    <a:pt x="33" y="2"/>
                  </a:cubicBezTo>
                  <a:cubicBezTo>
                    <a:pt x="34" y="0"/>
                    <a:pt x="38" y="2"/>
                    <a:pt x="37" y="4"/>
                  </a:cubicBezTo>
                  <a:cubicBezTo>
                    <a:pt x="33" y="12"/>
                    <a:pt x="29" y="20"/>
                    <a:pt x="24" y="27"/>
                  </a:cubicBezTo>
                  <a:cubicBezTo>
                    <a:pt x="20" y="35"/>
                    <a:pt x="15" y="42"/>
                    <a:pt x="11" y="50"/>
                  </a:cubicBezTo>
                  <a:cubicBezTo>
                    <a:pt x="9" y="53"/>
                    <a:pt x="6" y="56"/>
                    <a:pt x="4" y="59"/>
                  </a:cubicBezTo>
                  <a:cubicBezTo>
                    <a:pt x="3" y="60"/>
                    <a:pt x="2" y="60"/>
                    <a:pt x="1" y="60"/>
                  </a:cubicBezTo>
                  <a:close/>
                </a:path>
              </a:pathLst>
            </a:custGeom>
            <a:solidFill>
              <a:srgbClr val="C4B6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54" name="Freeform 19"/>
            <p:cNvSpPr/>
            <p:nvPr/>
          </p:nvSpPr>
          <p:spPr bwMode="auto">
            <a:xfrm>
              <a:off x="2725" y="1616"/>
              <a:ext cx="41" cy="106"/>
            </a:xfrm>
            <a:custGeom>
              <a:avLst/>
              <a:gdLst>
                <a:gd name="T0" fmla="*/ 1 w 17"/>
                <a:gd name="T1" fmla="*/ 40 h 44"/>
                <a:gd name="T2" fmla="*/ 1 w 17"/>
                <a:gd name="T3" fmla="*/ 36 h 44"/>
                <a:gd name="T4" fmla="*/ 3 w 17"/>
                <a:gd name="T5" fmla="*/ 32 h 44"/>
                <a:gd name="T6" fmla="*/ 13 w 17"/>
                <a:gd name="T7" fmla="*/ 3 h 44"/>
                <a:gd name="T8" fmla="*/ 17 w 17"/>
                <a:gd name="T9" fmla="*/ 4 h 44"/>
                <a:gd name="T10" fmla="*/ 1 w 17"/>
                <a:gd name="T11" fmla="*/ 4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" h="44">
                  <a:moveTo>
                    <a:pt x="1" y="40"/>
                  </a:moveTo>
                  <a:cubicBezTo>
                    <a:pt x="0" y="39"/>
                    <a:pt x="0" y="37"/>
                    <a:pt x="1" y="36"/>
                  </a:cubicBezTo>
                  <a:cubicBezTo>
                    <a:pt x="2" y="35"/>
                    <a:pt x="3" y="33"/>
                    <a:pt x="3" y="32"/>
                  </a:cubicBezTo>
                  <a:cubicBezTo>
                    <a:pt x="8" y="23"/>
                    <a:pt x="10" y="13"/>
                    <a:pt x="13" y="3"/>
                  </a:cubicBezTo>
                  <a:cubicBezTo>
                    <a:pt x="14" y="0"/>
                    <a:pt x="17" y="1"/>
                    <a:pt x="17" y="4"/>
                  </a:cubicBezTo>
                  <a:cubicBezTo>
                    <a:pt x="16" y="8"/>
                    <a:pt x="6" y="44"/>
                    <a:pt x="1" y="40"/>
                  </a:cubicBezTo>
                  <a:close/>
                </a:path>
              </a:pathLst>
            </a:custGeom>
            <a:solidFill>
              <a:srgbClr val="C4B6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55" name="Freeform 20"/>
            <p:cNvSpPr/>
            <p:nvPr/>
          </p:nvSpPr>
          <p:spPr bwMode="auto">
            <a:xfrm>
              <a:off x="2655" y="1729"/>
              <a:ext cx="41" cy="84"/>
            </a:xfrm>
            <a:custGeom>
              <a:avLst/>
              <a:gdLst>
                <a:gd name="T0" fmla="*/ 1 w 17"/>
                <a:gd name="T1" fmla="*/ 34 h 35"/>
                <a:gd name="T2" fmla="*/ 0 w 17"/>
                <a:gd name="T3" fmla="*/ 32 h 35"/>
                <a:gd name="T4" fmla="*/ 4 w 17"/>
                <a:gd name="T5" fmla="*/ 24 h 35"/>
                <a:gd name="T6" fmla="*/ 13 w 17"/>
                <a:gd name="T7" fmla="*/ 1 h 35"/>
                <a:gd name="T8" fmla="*/ 15 w 17"/>
                <a:gd name="T9" fmla="*/ 0 h 35"/>
                <a:gd name="T10" fmla="*/ 16 w 17"/>
                <a:gd name="T11" fmla="*/ 3 h 35"/>
                <a:gd name="T12" fmla="*/ 12 w 17"/>
                <a:gd name="T13" fmla="*/ 15 h 35"/>
                <a:gd name="T14" fmla="*/ 7 w 17"/>
                <a:gd name="T15" fmla="*/ 27 h 35"/>
                <a:gd name="T16" fmla="*/ 4 w 17"/>
                <a:gd name="T17" fmla="*/ 33 h 35"/>
                <a:gd name="T18" fmla="*/ 1 w 17"/>
                <a:gd name="T19" fmla="*/ 34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35">
                  <a:moveTo>
                    <a:pt x="1" y="34"/>
                  </a:moveTo>
                  <a:cubicBezTo>
                    <a:pt x="0" y="34"/>
                    <a:pt x="0" y="33"/>
                    <a:pt x="0" y="32"/>
                  </a:cubicBezTo>
                  <a:cubicBezTo>
                    <a:pt x="2" y="29"/>
                    <a:pt x="3" y="26"/>
                    <a:pt x="4" y="24"/>
                  </a:cubicBezTo>
                  <a:cubicBezTo>
                    <a:pt x="8" y="16"/>
                    <a:pt x="10" y="9"/>
                    <a:pt x="13" y="1"/>
                  </a:cubicBezTo>
                  <a:cubicBezTo>
                    <a:pt x="13" y="0"/>
                    <a:pt x="14" y="0"/>
                    <a:pt x="15" y="0"/>
                  </a:cubicBezTo>
                  <a:cubicBezTo>
                    <a:pt x="16" y="0"/>
                    <a:pt x="17" y="2"/>
                    <a:pt x="16" y="3"/>
                  </a:cubicBezTo>
                  <a:cubicBezTo>
                    <a:pt x="15" y="7"/>
                    <a:pt x="14" y="11"/>
                    <a:pt x="12" y="15"/>
                  </a:cubicBezTo>
                  <a:cubicBezTo>
                    <a:pt x="11" y="19"/>
                    <a:pt x="9" y="23"/>
                    <a:pt x="7" y="27"/>
                  </a:cubicBezTo>
                  <a:cubicBezTo>
                    <a:pt x="6" y="29"/>
                    <a:pt x="5" y="31"/>
                    <a:pt x="4" y="33"/>
                  </a:cubicBezTo>
                  <a:cubicBezTo>
                    <a:pt x="3" y="34"/>
                    <a:pt x="2" y="35"/>
                    <a:pt x="1" y="34"/>
                  </a:cubicBezTo>
                  <a:close/>
                </a:path>
              </a:pathLst>
            </a:custGeom>
            <a:solidFill>
              <a:srgbClr val="C4B6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56" name="Freeform 21"/>
            <p:cNvSpPr/>
            <p:nvPr/>
          </p:nvSpPr>
          <p:spPr bwMode="auto">
            <a:xfrm>
              <a:off x="2761" y="1604"/>
              <a:ext cx="202" cy="75"/>
            </a:xfrm>
            <a:custGeom>
              <a:avLst/>
              <a:gdLst>
                <a:gd name="T0" fmla="*/ 2 w 84"/>
                <a:gd name="T1" fmla="*/ 30 h 31"/>
                <a:gd name="T2" fmla="*/ 1 w 84"/>
                <a:gd name="T3" fmla="*/ 27 h 31"/>
                <a:gd name="T4" fmla="*/ 11 w 84"/>
                <a:gd name="T5" fmla="*/ 22 h 31"/>
                <a:gd name="T6" fmla="*/ 55 w 84"/>
                <a:gd name="T7" fmla="*/ 7 h 31"/>
                <a:gd name="T8" fmla="*/ 55 w 84"/>
                <a:gd name="T9" fmla="*/ 7 h 31"/>
                <a:gd name="T10" fmla="*/ 80 w 84"/>
                <a:gd name="T11" fmla="*/ 1 h 31"/>
                <a:gd name="T12" fmla="*/ 84 w 84"/>
                <a:gd name="T13" fmla="*/ 2 h 31"/>
                <a:gd name="T14" fmla="*/ 83 w 84"/>
                <a:gd name="T15" fmla="*/ 5 h 31"/>
                <a:gd name="T16" fmla="*/ 71 w 84"/>
                <a:gd name="T17" fmla="*/ 7 h 31"/>
                <a:gd name="T18" fmla="*/ 57 w 84"/>
                <a:gd name="T19" fmla="*/ 11 h 31"/>
                <a:gd name="T20" fmla="*/ 57 w 84"/>
                <a:gd name="T21" fmla="*/ 11 h 31"/>
                <a:gd name="T22" fmla="*/ 8 w 84"/>
                <a:gd name="T23" fmla="*/ 28 h 31"/>
                <a:gd name="T24" fmla="*/ 5 w 84"/>
                <a:gd name="T25" fmla="*/ 29 h 31"/>
                <a:gd name="T26" fmla="*/ 2 w 84"/>
                <a:gd name="T27" fmla="*/ 3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4" h="31">
                  <a:moveTo>
                    <a:pt x="2" y="30"/>
                  </a:moveTo>
                  <a:cubicBezTo>
                    <a:pt x="0" y="30"/>
                    <a:pt x="0" y="28"/>
                    <a:pt x="1" y="27"/>
                  </a:cubicBezTo>
                  <a:cubicBezTo>
                    <a:pt x="4" y="25"/>
                    <a:pt x="8" y="23"/>
                    <a:pt x="11" y="22"/>
                  </a:cubicBezTo>
                  <a:cubicBezTo>
                    <a:pt x="26" y="16"/>
                    <a:pt x="40" y="11"/>
                    <a:pt x="55" y="7"/>
                  </a:cubicBezTo>
                  <a:cubicBezTo>
                    <a:pt x="55" y="7"/>
                    <a:pt x="55" y="7"/>
                    <a:pt x="55" y="7"/>
                  </a:cubicBezTo>
                  <a:cubicBezTo>
                    <a:pt x="63" y="5"/>
                    <a:pt x="72" y="3"/>
                    <a:pt x="80" y="1"/>
                  </a:cubicBezTo>
                  <a:cubicBezTo>
                    <a:pt x="81" y="1"/>
                    <a:pt x="83" y="0"/>
                    <a:pt x="84" y="2"/>
                  </a:cubicBezTo>
                  <a:cubicBezTo>
                    <a:pt x="84" y="3"/>
                    <a:pt x="84" y="4"/>
                    <a:pt x="83" y="5"/>
                  </a:cubicBezTo>
                  <a:cubicBezTo>
                    <a:pt x="79" y="6"/>
                    <a:pt x="75" y="6"/>
                    <a:pt x="71" y="7"/>
                  </a:cubicBezTo>
                  <a:cubicBezTo>
                    <a:pt x="66" y="8"/>
                    <a:pt x="61" y="9"/>
                    <a:pt x="57" y="11"/>
                  </a:cubicBezTo>
                  <a:cubicBezTo>
                    <a:pt x="57" y="11"/>
                    <a:pt x="57" y="11"/>
                    <a:pt x="57" y="11"/>
                  </a:cubicBezTo>
                  <a:cubicBezTo>
                    <a:pt x="40" y="15"/>
                    <a:pt x="24" y="21"/>
                    <a:pt x="8" y="28"/>
                  </a:cubicBezTo>
                  <a:cubicBezTo>
                    <a:pt x="7" y="28"/>
                    <a:pt x="6" y="29"/>
                    <a:pt x="5" y="29"/>
                  </a:cubicBezTo>
                  <a:cubicBezTo>
                    <a:pt x="4" y="30"/>
                    <a:pt x="3" y="31"/>
                    <a:pt x="2" y="30"/>
                  </a:cubicBezTo>
                  <a:close/>
                </a:path>
              </a:pathLst>
            </a:custGeom>
            <a:solidFill>
              <a:srgbClr val="C4B6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57" name="Freeform 22"/>
            <p:cNvSpPr/>
            <p:nvPr/>
          </p:nvSpPr>
          <p:spPr bwMode="auto">
            <a:xfrm>
              <a:off x="2809" y="1573"/>
              <a:ext cx="125" cy="46"/>
            </a:xfrm>
            <a:custGeom>
              <a:avLst/>
              <a:gdLst>
                <a:gd name="T0" fmla="*/ 3 w 52"/>
                <a:gd name="T1" fmla="*/ 19 h 19"/>
                <a:gd name="T2" fmla="*/ 1 w 52"/>
                <a:gd name="T3" fmla="*/ 17 h 19"/>
                <a:gd name="T4" fmla="*/ 11 w 52"/>
                <a:gd name="T5" fmla="*/ 10 h 19"/>
                <a:gd name="T6" fmla="*/ 31 w 52"/>
                <a:gd name="T7" fmla="*/ 3 h 19"/>
                <a:gd name="T8" fmla="*/ 49 w 52"/>
                <a:gd name="T9" fmla="*/ 1 h 19"/>
                <a:gd name="T10" fmla="*/ 49 w 52"/>
                <a:gd name="T11" fmla="*/ 5 h 19"/>
                <a:gd name="T12" fmla="*/ 31 w 52"/>
                <a:gd name="T13" fmla="*/ 8 h 19"/>
                <a:gd name="T14" fmla="*/ 5 w 52"/>
                <a:gd name="T15" fmla="*/ 17 h 19"/>
                <a:gd name="T16" fmla="*/ 3 w 52"/>
                <a:gd name="T17" fmla="*/ 19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" h="19">
                  <a:moveTo>
                    <a:pt x="3" y="19"/>
                  </a:moveTo>
                  <a:cubicBezTo>
                    <a:pt x="2" y="19"/>
                    <a:pt x="1" y="18"/>
                    <a:pt x="1" y="17"/>
                  </a:cubicBezTo>
                  <a:cubicBezTo>
                    <a:pt x="0" y="14"/>
                    <a:pt x="8" y="11"/>
                    <a:pt x="11" y="10"/>
                  </a:cubicBezTo>
                  <a:cubicBezTo>
                    <a:pt x="17" y="7"/>
                    <a:pt x="24" y="5"/>
                    <a:pt x="31" y="3"/>
                  </a:cubicBezTo>
                  <a:cubicBezTo>
                    <a:pt x="37" y="2"/>
                    <a:pt x="43" y="0"/>
                    <a:pt x="49" y="1"/>
                  </a:cubicBezTo>
                  <a:cubicBezTo>
                    <a:pt x="52" y="1"/>
                    <a:pt x="51" y="5"/>
                    <a:pt x="49" y="5"/>
                  </a:cubicBezTo>
                  <a:cubicBezTo>
                    <a:pt x="43" y="4"/>
                    <a:pt x="37" y="6"/>
                    <a:pt x="31" y="8"/>
                  </a:cubicBezTo>
                  <a:cubicBezTo>
                    <a:pt x="22" y="10"/>
                    <a:pt x="13" y="13"/>
                    <a:pt x="5" y="17"/>
                  </a:cubicBezTo>
                  <a:cubicBezTo>
                    <a:pt x="4" y="18"/>
                    <a:pt x="4" y="19"/>
                    <a:pt x="3" y="19"/>
                  </a:cubicBezTo>
                  <a:close/>
                </a:path>
              </a:pathLst>
            </a:custGeom>
            <a:solidFill>
              <a:srgbClr val="C4B6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58" name="Freeform 23"/>
            <p:cNvSpPr/>
            <p:nvPr/>
          </p:nvSpPr>
          <p:spPr bwMode="auto">
            <a:xfrm>
              <a:off x="2809" y="1487"/>
              <a:ext cx="55" cy="127"/>
            </a:xfrm>
            <a:custGeom>
              <a:avLst/>
              <a:gdLst>
                <a:gd name="T0" fmla="*/ 2 w 23"/>
                <a:gd name="T1" fmla="*/ 52 h 53"/>
                <a:gd name="T2" fmla="*/ 2 w 23"/>
                <a:gd name="T3" fmla="*/ 48 h 53"/>
                <a:gd name="T4" fmla="*/ 5 w 23"/>
                <a:gd name="T5" fmla="*/ 42 h 53"/>
                <a:gd name="T6" fmla="*/ 14 w 23"/>
                <a:gd name="T7" fmla="*/ 18 h 53"/>
                <a:gd name="T8" fmla="*/ 17 w 23"/>
                <a:gd name="T9" fmla="*/ 6 h 53"/>
                <a:gd name="T10" fmla="*/ 22 w 23"/>
                <a:gd name="T11" fmla="*/ 2 h 53"/>
                <a:gd name="T12" fmla="*/ 22 w 23"/>
                <a:gd name="T13" fmla="*/ 5 h 53"/>
                <a:gd name="T14" fmla="*/ 18 w 23"/>
                <a:gd name="T15" fmla="*/ 16 h 53"/>
                <a:gd name="T16" fmla="*/ 10 w 23"/>
                <a:gd name="T17" fmla="*/ 41 h 53"/>
                <a:gd name="T18" fmla="*/ 6 w 23"/>
                <a:gd name="T19" fmla="*/ 49 h 53"/>
                <a:gd name="T20" fmla="*/ 2 w 23"/>
                <a:gd name="T21" fmla="*/ 52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3" h="53">
                  <a:moveTo>
                    <a:pt x="2" y="52"/>
                  </a:moveTo>
                  <a:cubicBezTo>
                    <a:pt x="0" y="51"/>
                    <a:pt x="0" y="49"/>
                    <a:pt x="2" y="48"/>
                  </a:cubicBezTo>
                  <a:cubicBezTo>
                    <a:pt x="3" y="46"/>
                    <a:pt x="4" y="44"/>
                    <a:pt x="5" y="42"/>
                  </a:cubicBezTo>
                  <a:cubicBezTo>
                    <a:pt x="8" y="34"/>
                    <a:pt x="11" y="26"/>
                    <a:pt x="14" y="18"/>
                  </a:cubicBezTo>
                  <a:cubicBezTo>
                    <a:pt x="15" y="14"/>
                    <a:pt x="16" y="10"/>
                    <a:pt x="17" y="6"/>
                  </a:cubicBezTo>
                  <a:cubicBezTo>
                    <a:pt x="18" y="4"/>
                    <a:pt x="19" y="0"/>
                    <a:pt x="22" y="2"/>
                  </a:cubicBezTo>
                  <a:cubicBezTo>
                    <a:pt x="23" y="3"/>
                    <a:pt x="23" y="4"/>
                    <a:pt x="22" y="5"/>
                  </a:cubicBezTo>
                  <a:cubicBezTo>
                    <a:pt x="21" y="9"/>
                    <a:pt x="20" y="13"/>
                    <a:pt x="18" y="16"/>
                  </a:cubicBezTo>
                  <a:cubicBezTo>
                    <a:pt x="16" y="25"/>
                    <a:pt x="13" y="33"/>
                    <a:pt x="10" y="41"/>
                  </a:cubicBezTo>
                  <a:cubicBezTo>
                    <a:pt x="9" y="43"/>
                    <a:pt x="7" y="46"/>
                    <a:pt x="6" y="49"/>
                  </a:cubicBezTo>
                  <a:cubicBezTo>
                    <a:pt x="5" y="50"/>
                    <a:pt x="4" y="53"/>
                    <a:pt x="2" y="52"/>
                  </a:cubicBezTo>
                  <a:close/>
                </a:path>
              </a:pathLst>
            </a:custGeom>
            <a:solidFill>
              <a:srgbClr val="C4B6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59" name="Freeform 24"/>
            <p:cNvSpPr/>
            <p:nvPr/>
          </p:nvSpPr>
          <p:spPr bwMode="auto">
            <a:xfrm>
              <a:off x="2831" y="1487"/>
              <a:ext cx="38" cy="81"/>
            </a:xfrm>
            <a:custGeom>
              <a:avLst/>
              <a:gdLst>
                <a:gd name="T0" fmla="*/ 2 w 16"/>
                <a:gd name="T1" fmla="*/ 33 h 34"/>
                <a:gd name="T2" fmla="*/ 1 w 16"/>
                <a:gd name="T3" fmla="*/ 30 h 34"/>
                <a:gd name="T4" fmla="*/ 5 w 16"/>
                <a:gd name="T5" fmla="*/ 18 h 34"/>
                <a:gd name="T6" fmla="*/ 11 w 16"/>
                <a:gd name="T7" fmla="*/ 3 h 34"/>
                <a:gd name="T8" fmla="*/ 15 w 16"/>
                <a:gd name="T9" fmla="*/ 5 h 34"/>
                <a:gd name="T10" fmla="*/ 11 w 16"/>
                <a:gd name="T11" fmla="*/ 16 h 34"/>
                <a:gd name="T12" fmla="*/ 6 w 16"/>
                <a:gd name="T13" fmla="*/ 29 h 34"/>
                <a:gd name="T14" fmla="*/ 2 w 16"/>
                <a:gd name="T15" fmla="*/ 33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" h="34">
                  <a:moveTo>
                    <a:pt x="2" y="33"/>
                  </a:moveTo>
                  <a:cubicBezTo>
                    <a:pt x="1" y="32"/>
                    <a:pt x="0" y="31"/>
                    <a:pt x="1" y="30"/>
                  </a:cubicBezTo>
                  <a:cubicBezTo>
                    <a:pt x="2" y="26"/>
                    <a:pt x="4" y="22"/>
                    <a:pt x="5" y="18"/>
                  </a:cubicBezTo>
                  <a:cubicBezTo>
                    <a:pt x="8" y="13"/>
                    <a:pt x="9" y="8"/>
                    <a:pt x="11" y="3"/>
                  </a:cubicBezTo>
                  <a:cubicBezTo>
                    <a:pt x="13" y="0"/>
                    <a:pt x="16" y="2"/>
                    <a:pt x="15" y="5"/>
                  </a:cubicBezTo>
                  <a:cubicBezTo>
                    <a:pt x="14" y="9"/>
                    <a:pt x="12" y="13"/>
                    <a:pt x="11" y="16"/>
                  </a:cubicBezTo>
                  <a:cubicBezTo>
                    <a:pt x="9" y="21"/>
                    <a:pt x="7" y="25"/>
                    <a:pt x="6" y="29"/>
                  </a:cubicBezTo>
                  <a:cubicBezTo>
                    <a:pt x="5" y="30"/>
                    <a:pt x="4" y="34"/>
                    <a:pt x="2" y="33"/>
                  </a:cubicBezTo>
                  <a:close/>
                </a:path>
              </a:pathLst>
            </a:custGeom>
            <a:solidFill>
              <a:srgbClr val="C4B6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60" name="Freeform 25"/>
            <p:cNvSpPr/>
            <p:nvPr/>
          </p:nvSpPr>
          <p:spPr bwMode="auto">
            <a:xfrm>
              <a:off x="2860" y="1391"/>
              <a:ext cx="100" cy="156"/>
            </a:xfrm>
            <a:custGeom>
              <a:avLst/>
              <a:gdLst>
                <a:gd name="T0" fmla="*/ 3 w 42"/>
                <a:gd name="T1" fmla="*/ 64 h 65"/>
                <a:gd name="T2" fmla="*/ 4 w 42"/>
                <a:gd name="T3" fmla="*/ 57 h 65"/>
                <a:gd name="T4" fmla="*/ 16 w 42"/>
                <a:gd name="T5" fmla="*/ 35 h 65"/>
                <a:gd name="T6" fmla="*/ 24 w 42"/>
                <a:gd name="T7" fmla="*/ 21 h 65"/>
                <a:gd name="T8" fmla="*/ 36 w 42"/>
                <a:gd name="T9" fmla="*/ 6 h 65"/>
                <a:gd name="T10" fmla="*/ 37 w 42"/>
                <a:gd name="T11" fmla="*/ 2 h 65"/>
                <a:gd name="T12" fmla="*/ 41 w 42"/>
                <a:gd name="T13" fmla="*/ 4 h 65"/>
                <a:gd name="T14" fmla="*/ 29 w 42"/>
                <a:gd name="T15" fmla="*/ 27 h 65"/>
                <a:gd name="T16" fmla="*/ 16 w 42"/>
                <a:gd name="T17" fmla="*/ 50 h 65"/>
                <a:gd name="T18" fmla="*/ 9 w 42"/>
                <a:gd name="T19" fmla="*/ 60 h 65"/>
                <a:gd name="T20" fmla="*/ 3 w 42"/>
                <a:gd name="T21" fmla="*/ 64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2" h="65">
                  <a:moveTo>
                    <a:pt x="3" y="64"/>
                  </a:moveTo>
                  <a:cubicBezTo>
                    <a:pt x="0" y="63"/>
                    <a:pt x="3" y="59"/>
                    <a:pt x="4" y="57"/>
                  </a:cubicBezTo>
                  <a:cubicBezTo>
                    <a:pt x="7" y="50"/>
                    <a:pt x="12" y="42"/>
                    <a:pt x="16" y="35"/>
                  </a:cubicBezTo>
                  <a:cubicBezTo>
                    <a:pt x="19" y="31"/>
                    <a:pt x="22" y="25"/>
                    <a:pt x="24" y="21"/>
                  </a:cubicBezTo>
                  <a:cubicBezTo>
                    <a:pt x="26" y="17"/>
                    <a:pt x="30" y="2"/>
                    <a:pt x="36" y="6"/>
                  </a:cubicBezTo>
                  <a:cubicBezTo>
                    <a:pt x="36" y="5"/>
                    <a:pt x="37" y="3"/>
                    <a:pt x="37" y="2"/>
                  </a:cubicBezTo>
                  <a:cubicBezTo>
                    <a:pt x="39" y="0"/>
                    <a:pt x="42" y="2"/>
                    <a:pt x="41" y="4"/>
                  </a:cubicBezTo>
                  <a:cubicBezTo>
                    <a:pt x="37" y="12"/>
                    <a:pt x="33" y="20"/>
                    <a:pt x="29" y="27"/>
                  </a:cubicBezTo>
                  <a:cubicBezTo>
                    <a:pt x="25" y="35"/>
                    <a:pt x="21" y="43"/>
                    <a:pt x="16" y="50"/>
                  </a:cubicBezTo>
                  <a:cubicBezTo>
                    <a:pt x="14" y="53"/>
                    <a:pt x="11" y="56"/>
                    <a:pt x="9" y="60"/>
                  </a:cubicBezTo>
                  <a:cubicBezTo>
                    <a:pt x="7" y="61"/>
                    <a:pt x="6" y="65"/>
                    <a:pt x="3" y="64"/>
                  </a:cubicBezTo>
                  <a:close/>
                </a:path>
              </a:pathLst>
            </a:custGeom>
            <a:solidFill>
              <a:srgbClr val="C4B6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61" name="Freeform 26"/>
            <p:cNvSpPr/>
            <p:nvPr/>
          </p:nvSpPr>
          <p:spPr bwMode="auto">
            <a:xfrm>
              <a:off x="2761" y="1520"/>
              <a:ext cx="151" cy="159"/>
            </a:xfrm>
            <a:custGeom>
              <a:avLst/>
              <a:gdLst>
                <a:gd name="T0" fmla="*/ 8 w 63"/>
                <a:gd name="T1" fmla="*/ 64 h 66"/>
                <a:gd name="T2" fmla="*/ 20 w 63"/>
                <a:gd name="T3" fmla="*/ 39 h 66"/>
                <a:gd name="T4" fmla="*/ 54 w 63"/>
                <a:gd name="T5" fmla="*/ 3 h 66"/>
                <a:gd name="T6" fmla="*/ 59 w 63"/>
                <a:gd name="T7" fmla="*/ 9 h 66"/>
                <a:gd name="T8" fmla="*/ 33 w 63"/>
                <a:gd name="T9" fmla="*/ 36 h 66"/>
                <a:gd name="T10" fmla="*/ 18 w 63"/>
                <a:gd name="T11" fmla="*/ 53 h 66"/>
                <a:gd name="T12" fmla="*/ 8 w 63"/>
                <a:gd name="T13" fmla="*/ 64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3" h="66">
                  <a:moveTo>
                    <a:pt x="8" y="64"/>
                  </a:moveTo>
                  <a:cubicBezTo>
                    <a:pt x="0" y="59"/>
                    <a:pt x="17" y="44"/>
                    <a:pt x="20" y="39"/>
                  </a:cubicBezTo>
                  <a:cubicBezTo>
                    <a:pt x="31" y="27"/>
                    <a:pt x="42" y="14"/>
                    <a:pt x="54" y="3"/>
                  </a:cubicBezTo>
                  <a:cubicBezTo>
                    <a:pt x="58" y="0"/>
                    <a:pt x="63" y="5"/>
                    <a:pt x="59" y="9"/>
                  </a:cubicBezTo>
                  <a:cubicBezTo>
                    <a:pt x="50" y="17"/>
                    <a:pt x="42" y="26"/>
                    <a:pt x="33" y="36"/>
                  </a:cubicBezTo>
                  <a:cubicBezTo>
                    <a:pt x="28" y="41"/>
                    <a:pt x="23" y="47"/>
                    <a:pt x="18" y="53"/>
                  </a:cubicBezTo>
                  <a:cubicBezTo>
                    <a:pt x="15" y="56"/>
                    <a:pt x="13" y="66"/>
                    <a:pt x="8" y="64"/>
                  </a:cubicBezTo>
                  <a:close/>
                </a:path>
              </a:pathLst>
            </a:custGeom>
            <a:solidFill>
              <a:srgbClr val="F1E9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62" name="Freeform 27"/>
            <p:cNvSpPr/>
            <p:nvPr/>
          </p:nvSpPr>
          <p:spPr bwMode="auto">
            <a:xfrm>
              <a:off x="2922" y="1449"/>
              <a:ext cx="72" cy="69"/>
            </a:xfrm>
            <a:custGeom>
              <a:avLst/>
              <a:gdLst>
                <a:gd name="T0" fmla="*/ 2 w 30"/>
                <a:gd name="T1" fmla="*/ 22 h 29"/>
                <a:gd name="T2" fmla="*/ 22 w 30"/>
                <a:gd name="T3" fmla="*/ 2 h 29"/>
                <a:gd name="T4" fmla="*/ 26 w 30"/>
                <a:gd name="T5" fmla="*/ 9 h 29"/>
                <a:gd name="T6" fmla="*/ 17 w 30"/>
                <a:gd name="T7" fmla="*/ 16 h 29"/>
                <a:gd name="T8" fmla="*/ 2 w 30"/>
                <a:gd name="T9" fmla="*/ 22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29">
                  <a:moveTo>
                    <a:pt x="2" y="22"/>
                  </a:moveTo>
                  <a:cubicBezTo>
                    <a:pt x="0" y="16"/>
                    <a:pt x="17" y="6"/>
                    <a:pt x="22" y="2"/>
                  </a:cubicBezTo>
                  <a:cubicBezTo>
                    <a:pt x="26" y="0"/>
                    <a:pt x="30" y="6"/>
                    <a:pt x="26" y="9"/>
                  </a:cubicBezTo>
                  <a:cubicBezTo>
                    <a:pt x="23" y="11"/>
                    <a:pt x="20" y="13"/>
                    <a:pt x="17" y="16"/>
                  </a:cubicBezTo>
                  <a:cubicBezTo>
                    <a:pt x="13" y="18"/>
                    <a:pt x="7" y="29"/>
                    <a:pt x="2" y="22"/>
                  </a:cubicBezTo>
                  <a:close/>
                </a:path>
              </a:pathLst>
            </a:custGeom>
            <a:solidFill>
              <a:srgbClr val="F1E9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63" name="Freeform 28"/>
            <p:cNvSpPr/>
            <p:nvPr/>
          </p:nvSpPr>
          <p:spPr bwMode="auto">
            <a:xfrm>
              <a:off x="2583" y="1372"/>
              <a:ext cx="497" cy="566"/>
            </a:xfrm>
            <a:custGeom>
              <a:avLst/>
              <a:gdLst>
                <a:gd name="T0" fmla="*/ 0 w 207"/>
                <a:gd name="T1" fmla="*/ 236 h 236"/>
                <a:gd name="T2" fmla="*/ 8 w 207"/>
                <a:gd name="T3" fmla="*/ 220 h 236"/>
                <a:gd name="T4" fmla="*/ 37 w 207"/>
                <a:gd name="T5" fmla="*/ 172 h 236"/>
                <a:gd name="T6" fmla="*/ 95 w 207"/>
                <a:gd name="T7" fmla="*/ 95 h 236"/>
                <a:gd name="T8" fmla="*/ 136 w 207"/>
                <a:gd name="T9" fmla="*/ 52 h 236"/>
                <a:gd name="T10" fmla="*/ 183 w 207"/>
                <a:gd name="T11" fmla="*/ 15 h 236"/>
                <a:gd name="T12" fmla="*/ 204 w 207"/>
                <a:gd name="T13" fmla="*/ 0 h 236"/>
                <a:gd name="T14" fmla="*/ 206 w 207"/>
                <a:gd name="T15" fmla="*/ 1 h 236"/>
                <a:gd name="T16" fmla="*/ 206 w 207"/>
                <a:gd name="T17" fmla="*/ 3 h 236"/>
                <a:gd name="T18" fmla="*/ 185 w 207"/>
                <a:gd name="T19" fmla="*/ 17 h 236"/>
                <a:gd name="T20" fmla="*/ 185 w 207"/>
                <a:gd name="T21" fmla="*/ 17 h 236"/>
                <a:gd name="T22" fmla="*/ 185 w 207"/>
                <a:gd name="T23" fmla="*/ 17 h 236"/>
                <a:gd name="T24" fmla="*/ 185 w 207"/>
                <a:gd name="T25" fmla="*/ 18 h 236"/>
                <a:gd name="T26" fmla="*/ 185 w 207"/>
                <a:gd name="T27" fmla="*/ 17 h 236"/>
                <a:gd name="T28" fmla="*/ 139 w 207"/>
                <a:gd name="T29" fmla="*/ 54 h 236"/>
                <a:gd name="T30" fmla="*/ 86 w 207"/>
                <a:gd name="T31" fmla="*/ 111 h 236"/>
                <a:gd name="T32" fmla="*/ 23 w 207"/>
                <a:gd name="T33" fmla="*/ 201 h 236"/>
                <a:gd name="T34" fmla="*/ 4 w 207"/>
                <a:gd name="T35" fmla="*/ 236 h 236"/>
                <a:gd name="T36" fmla="*/ 0 w 207"/>
                <a:gd name="T37" fmla="*/ 236 h 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07" h="236">
                  <a:moveTo>
                    <a:pt x="0" y="236"/>
                  </a:moveTo>
                  <a:cubicBezTo>
                    <a:pt x="3" y="230"/>
                    <a:pt x="6" y="225"/>
                    <a:pt x="8" y="220"/>
                  </a:cubicBezTo>
                  <a:cubicBezTo>
                    <a:pt x="17" y="204"/>
                    <a:pt x="27" y="188"/>
                    <a:pt x="37" y="172"/>
                  </a:cubicBezTo>
                  <a:cubicBezTo>
                    <a:pt x="55" y="145"/>
                    <a:pt x="74" y="120"/>
                    <a:pt x="95" y="95"/>
                  </a:cubicBezTo>
                  <a:cubicBezTo>
                    <a:pt x="108" y="80"/>
                    <a:pt x="121" y="65"/>
                    <a:pt x="136" y="52"/>
                  </a:cubicBezTo>
                  <a:cubicBezTo>
                    <a:pt x="151" y="38"/>
                    <a:pt x="167" y="26"/>
                    <a:pt x="183" y="15"/>
                  </a:cubicBezTo>
                  <a:cubicBezTo>
                    <a:pt x="190" y="10"/>
                    <a:pt x="197" y="5"/>
                    <a:pt x="204" y="0"/>
                  </a:cubicBezTo>
                  <a:cubicBezTo>
                    <a:pt x="205" y="0"/>
                    <a:pt x="206" y="0"/>
                    <a:pt x="206" y="1"/>
                  </a:cubicBezTo>
                  <a:cubicBezTo>
                    <a:pt x="207" y="2"/>
                    <a:pt x="207" y="3"/>
                    <a:pt x="206" y="3"/>
                  </a:cubicBezTo>
                  <a:cubicBezTo>
                    <a:pt x="199" y="8"/>
                    <a:pt x="192" y="13"/>
                    <a:pt x="185" y="17"/>
                  </a:cubicBezTo>
                  <a:cubicBezTo>
                    <a:pt x="185" y="17"/>
                    <a:pt x="185" y="17"/>
                    <a:pt x="185" y="17"/>
                  </a:cubicBezTo>
                  <a:cubicBezTo>
                    <a:pt x="185" y="17"/>
                    <a:pt x="185" y="17"/>
                    <a:pt x="185" y="17"/>
                  </a:cubicBezTo>
                  <a:cubicBezTo>
                    <a:pt x="185" y="17"/>
                    <a:pt x="185" y="17"/>
                    <a:pt x="185" y="18"/>
                  </a:cubicBezTo>
                  <a:cubicBezTo>
                    <a:pt x="185" y="17"/>
                    <a:pt x="185" y="17"/>
                    <a:pt x="185" y="17"/>
                  </a:cubicBezTo>
                  <a:cubicBezTo>
                    <a:pt x="169" y="29"/>
                    <a:pt x="154" y="40"/>
                    <a:pt x="139" y="54"/>
                  </a:cubicBezTo>
                  <a:cubicBezTo>
                    <a:pt x="120" y="71"/>
                    <a:pt x="103" y="91"/>
                    <a:pt x="86" y="111"/>
                  </a:cubicBezTo>
                  <a:cubicBezTo>
                    <a:pt x="63" y="140"/>
                    <a:pt x="42" y="170"/>
                    <a:pt x="23" y="201"/>
                  </a:cubicBezTo>
                  <a:cubicBezTo>
                    <a:pt x="17" y="213"/>
                    <a:pt x="10" y="224"/>
                    <a:pt x="4" y="236"/>
                  </a:cubicBezTo>
                  <a:lnTo>
                    <a:pt x="0" y="236"/>
                  </a:lnTo>
                  <a:close/>
                </a:path>
              </a:pathLst>
            </a:custGeom>
            <a:solidFill>
              <a:srgbClr val="5044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64" name="Freeform 29"/>
            <p:cNvSpPr>
              <a:spLocks noEditPoints="1"/>
            </p:cNvSpPr>
            <p:nvPr/>
          </p:nvSpPr>
          <p:spPr bwMode="auto">
            <a:xfrm>
              <a:off x="2615" y="1298"/>
              <a:ext cx="576" cy="592"/>
            </a:xfrm>
            <a:custGeom>
              <a:avLst/>
              <a:gdLst>
                <a:gd name="T0" fmla="*/ 1 w 240"/>
                <a:gd name="T1" fmla="*/ 243 h 247"/>
                <a:gd name="T2" fmla="*/ 1 w 240"/>
                <a:gd name="T3" fmla="*/ 241 h 247"/>
                <a:gd name="T4" fmla="*/ 13 w 240"/>
                <a:gd name="T5" fmla="*/ 192 h 247"/>
                <a:gd name="T6" fmla="*/ 28 w 240"/>
                <a:gd name="T7" fmla="*/ 176 h 247"/>
                <a:gd name="T8" fmla="*/ 48 w 240"/>
                <a:gd name="T9" fmla="*/ 137 h 247"/>
                <a:gd name="T10" fmla="*/ 56 w 240"/>
                <a:gd name="T11" fmla="*/ 135 h 247"/>
                <a:gd name="T12" fmla="*/ 74 w 240"/>
                <a:gd name="T13" fmla="*/ 102 h 247"/>
                <a:gd name="T14" fmla="*/ 104 w 240"/>
                <a:gd name="T15" fmla="*/ 77 h 247"/>
                <a:gd name="T16" fmla="*/ 172 w 240"/>
                <a:gd name="T17" fmla="*/ 17 h 247"/>
                <a:gd name="T18" fmla="*/ 228 w 240"/>
                <a:gd name="T19" fmla="*/ 0 h 247"/>
                <a:gd name="T20" fmla="*/ 224 w 240"/>
                <a:gd name="T21" fmla="*/ 30 h 247"/>
                <a:gd name="T22" fmla="*/ 203 w 240"/>
                <a:gd name="T23" fmla="*/ 68 h 247"/>
                <a:gd name="T24" fmla="*/ 133 w 240"/>
                <a:gd name="T25" fmla="*/ 119 h 247"/>
                <a:gd name="T26" fmla="*/ 150 w 240"/>
                <a:gd name="T27" fmla="*/ 118 h 247"/>
                <a:gd name="T28" fmla="*/ 121 w 240"/>
                <a:gd name="T29" fmla="*/ 156 h 247"/>
                <a:gd name="T30" fmla="*/ 95 w 240"/>
                <a:gd name="T31" fmla="*/ 180 h 247"/>
                <a:gd name="T32" fmla="*/ 53 w 240"/>
                <a:gd name="T33" fmla="*/ 200 h 247"/>
                <a:gd name="T34" fmla="*/ 70 w 240"/>
                <a:gd name="T35" fmla="*/ 211 h 247"/>
                <a:gd name="T36" fmla="*/ 53 w 240"/>
                <a:gd name="T37" fmla="*/ 223 h 247"/>
                <a:gd name="T38" fmla="*/ 7 w 240"/>
                <a:gd name="T39" fmla="*/ 242 h 247"/>
                <a:gd name="T40" fmla="*/ 1 w 240"/>
                <a:gd name="T41" fmla="*/ 246 h 247"/>
                <a:gd name="T42" fmla="*/ 4 w 240"/>
                <a:gd name="T43" fmla="*/ 240 h 247"/>
                <a:gd name="T44" fmla="*/ 43 w 240"/>
                <a:gd name="T45" fmla="*/ 223 h 247"/>
                <a:gd name="T46" fmla="*/ 65 w 240"/>
                <a:gd name="T47" fmla="*/ 207 h 247"/>
                <a:gd name="T48" fmla="*/ 49 w 240"/>
                <a:gd name="T49" fmla="*/ 198 h 247"/>
                <a:gd name="T50" fmla="*/ 60 w 240"/>
                <a:gd name="T51" fmla="*/ 194 h 247"/>
                <a:gd name="T52" fmla="*/ 96 w 240"/>
                <a:gd name="T53" fmla="*/ 173 h 247"/>
                <a:gd name="T54" fmla="*/ 87 w 240"/>
                <a:gd name="T55" fmla="*/ 163 h 247"/>
                <a:gd name="T56" fmla="*/ 148 w 240"/>
                <a:gd name="T57" fmla="*/ 122 h 247"/>
                <a:gd name="T58" fmla="*/ 128 w 240"/>
                <a:gd name="T59" fmla="*/ 117 h 247"/>
                <a:gd name="T60" fmla="*/ 160 w 240"/>
                <a:gd name="T61" fmla="*/ 105 h 247"/>
                <a:gd name="T62" fmla="*/ 204 w 240"/>
                <a:gd name="T63" fmla="*/ 56 h 247"/>
                <a:gd name="T64" fmla="*/ 207 w 240"/>
                <a:gd name="T65" fmla="*/ 44 h 247"/>
                <a:gd name="T66" fmla="*/ 231 w 240"/>
                <a:gd name="T67" fmla="*/ 8 h 247"/>
                <a:gd name="T68" fmla="*/ 230 w 240"/>
                <a:gd name="T69" fmla="*/ 4 h 247"/>
                <a:gd name="T70" fmla="*/ 195 w 240"/>
                <a:gd name="T71" fmla="*/ 10 h 247"/>
                <a:gd name="T72" fmla="*/ 106 w 240"/>
                <a:gd name="T73" fmla="*/ 80 h 247"/>
                <a:gd name="T74" fmla="*/ 101 w 240"/>
                <a:gd name="T75" fmla="*/ 78 h 247"/>
                <a:gd name="T76" fmla="*/ 67 w 240"/>
                <a:gd name="T77" fmla="*/ 117 h 247"/>
                <a:gd name="T78" fmla="*/ 58 w 240"/>
                <a:gd name="T79" fmla="*/ 140 h 247"/>
                <a:gd name="T80" fmla="*/ 53 w 240"/>
                <a:gd name="T81" fmla="*/ 144 h 247"/>
                <a:gd name="T82" fmla="*/ 41 w 240"/>
                <a:gd name="T83" fmla="*/ 152 h 247"/>
                <a:gd name="T84" fmla="*/ 29 w 240"/>
                <a:gd name="T85" fmla="*/ 186 h 247"/>
                <a:gd name="T86" fmla="*/ 25 w 240"/>
                <a:gd name="T87" fmla="*/ 185 h 247"/>
                <a:gd name="T88" fmla="*/ 11 w 240"/>
                <a:gd name="T89" fmla="*/ 205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0" h="247">
                  <a:moveTo>
                    <a:pt x="1" y="246"/>
                  </a:moveTo>
                  <a:cubicBezTo>
                    <a:pt x="0" y="245"/>
                    <a:pt x="0" y="244"/>
                    <a:pt x="1" y="243"/>
                  </a:cubicBezTo>
                  <a:cubicBezTo>
                    <a:pt x="1" y="243"/>
                    <a:pt x="1" y="243"/>
                    <a:pt x="1" y="243"/>
                  </a:cubicBezTo>
                  <a:cubicBezTo>
                    <a:pt x="0" y="242"/>
                    <a:pt x="0" y="241"/>
                    <a:pt x="1" y="241"/>
                  </a:cubicBezTo>
                  <a:cubicBezTo>
                    <a:pt x="1" y="238"/>
                    <a:pt x="2" y="236"/>
                    <a:pt x="2" y="234"/>
                  </a:cubicBezTo>
                  <a:cubicBezTo>
                    <a:pt x="4" y="219"/>
                    <a:pt x="6" y="205"/>
                    <a:pt x="13" y="192"/>
                  </a:cubicBezTo>
                  <a:cubicBezTo>
                    <a:pt x="15" y="188"/>
                    <a:pt x="17" y="184"/>
                    <a:pt x="20" y="180"/>
                  </a:cubicBezTo>
                  <a:cubicBezTo>
                    <a:pt x="22" y="178"/>
                    <a:pt x="25" y="172"/>
                    <a:pt x="28" y="176"/>
                  </a:cubicBezTo>
                  <a:cubicBezTo>
                    <a:pt x="29" y="163"/>
                    <a:pt x="31" y="159"/>
                    <a:pt x="39" y="149"/>
                  </a:cubicBezTo>
                  <a:cubicBezTo>
                    <a:pt x="42" y="145"/>
                    <a:pt x="45" y="141"/>
                    <a:pt x="48" y="137"/>
                  </a:cubicBezTo>
                  <a:cubicBezTo>
                    <a:pt x="49" y="135"/>
                    <a:pt x="50" y="133"/>
                    <a:pt x="52" y="132"/>
                  </a:cubicBezTo>
                  <a:cubicBezTo>
                    <a:pt x="55" y="131"/>
                    <a:pt x="56" y="133"/>
                    <a:pt x="56" y="135"/>
                  </a:cubicBezTo>
                  <a:cubicBezTo>
                    <a:pt x="57" y="130"/>
                    <a:pt x="59" y="125"/>
                    <a:pt x="61" y="120"/>
                  </a:cubicBezTo>
                  <a:cubicBezTo>
                    <a:pt x="65" y="114"/>
                    <a:pt x="69" y="108"/>
                    <a:pt x="74" y="102"/>
                  </a:cubicBezTo>
                  <a:cubicBezTo>
                    <a:pt x="80" y="94"/>
                    <a:pt x="87" y="87"/>
                    <a:pt x="94" y="80"/>
                  </a:cubicBezTo>
                  <a:cubicBezTo>
                    <a:pt x="96" y="78"/>
                    <a:pt x="102" y="71"/>
                    <a:pt x="104" y="77"/>
                  </a:cubicBezTo>
                  <a:cubicBezTo>
                    <a:pt x="108" y="69"/>
                    <a:pt x="114" y="62"/>
                    <a:pt x="120" y="56"/>
                  </a:cubicBezTo>
                  <a:cubicBezTo>
                    <a:pt x="134" y="39"/>
                    <a:pt x="152" y="27"/>
                    <a:pt x="172" y="17"/>
                  </a:cubicBezTo>
                  <a:cubicBezTo>
                    <a:pt x="186" y="9"/>
                    <a:pt x="201" y="3"/>
                    <a:pt x="217" y="1"/>
                  </a:cubicBezTo>
                  <a:cubicBezTo>
                    <a:pt x="221" y="0"/>
                    <a:pt x="224" y="0"/>
                    <a:pt x="228" y="0"/>
                  </a:cubicBezTo>
                  <a:cubicBezTo>
                    <a:pt x="230" y="0"/>
                    <a:pt x="231" y="0"/>
                    <a:pt x="233" y="1"/>
                  </a:cubicBezTo>
                  <a:cubicBezTo>
                    <a:pt x="240" y="7"/>
                    <a:pt x="228" y="25"/>
                    <a:pt x="224" y="30"/>
                  </a:cubicBezTo>
                  <a:cubicBezTo>
                    <a:pt x="218" y="38"/>
                    <a:pt x="211" y="45"/>
                    <a:pt x="204" y="52"/>
                  </a:cubicBezTo>
                  <a:cubicBezTo>
                    <a:pt x="212" y="55"/>
                    <a:pt x="206" y="63"/>
                    <a:pt x="203" y="68"/>
                  </a:cubicBezTo>
                  <a:cubicBezTo>
                    <a:pt x="197" y="76"/>
                    <a:pt x="191" y="84"/>
                    <a:pt x="184" y="91"/>
                  </a:cubicBezTo>
                  <a:cubicBezTo>
                    <a:pt x="169" y="106"/>
                    <a:pt x="152" y="113"/>
                    <a:pt x="133" y="119"/>
                  </a:cubicBezTo>
                  <a:cubicBezTo>
                    <a:pt x="137" y="120"/>
                    <a:pt x="142" y="119"/>
                    <a:pt x="147" y="118"/>
                  </a:cubicBezTo>
                  <a:cubicBezTo>
                    <a:pt x="148" y="118"/>
                    <a:pt x="149" y="118"/>
                    <a:pt x="150" y="118"/>
                  </a:cubicBezTo>
                  <a:cubicBezTo>
                    <a:pt x="155" y="120"/>
                    <a:pt x="149" y="127"/>
                    <a:pt x="148" y="130"/>
                  </a:cubicBezTo>
                  <a:cubicBezTo>
                    <a:pt x="140" y="140"/>
                    <a:pt x="132" y="150"/>
                    <a:pt x="121" y="156"/>
                  </a:cubicBezTo>
                  <a:cubicBezTo>
                    <a:pt x="110" y="162"/>
                    <a:pt x="98" y="163"/>
                    <a:pt x="86" y="167"/>
                  </a:cubicBezTo>
                  <a:cubicBezTo>
                    <a:pt x="95" y="171"/>
                    <a:pt x="106" y="167"/>
                    <a:pt x="95" y="180"/>
                  </a:cubicBezTo>
                  <a:cubicBezTo>
                    <a:pt x="90" y="185"/>
                    <a:pt x="83" y="189"/>
                    <a:pt x="77" y="193"/>
                  </a:cubicBezTo>
                  <a:cubicBezTo>
                    <a:pt x="69" y="196"/>
                    <a:pt x="61" y="197"/>
                    <a:pt x="53" y="200"/>
                  </a:cubicBezTo>
                  <a:cubicBezTo>
                    <a:pt x="57" y="203"/>
                    <a:pt x="62" y="203"/>
                    <a:pt x="67" y="204"/>
                  </a:cubicBezTo>
                  <a:cubicBezTo>
                    <a:pt x="70" y="204"/>
                    <a:pt x="71" y="208"/>
                    <a:pt x="70" y="211"/>
                  </a:cubicBezTo>
                  <a:cubicBezTo>
                    <a:pt x="69" y="213"/>
                    <a:pt x="67" y="215"/>
                    <a:pt x="65" y="216"/>
                  </a:cubicBezTo>
                  <a:cubicBezTo>
                    <a:pt x="62" y="219"/>
                    <a:pt x="57" y="221"/>
                    <a:pt x="53" y="223"/>
                  </a:cubicBezTo>
                  <a:cubicBezTo>
                    <a:pt x="46" y="225"/>
                    <a:pt x="40" y="228"/>
                    <a:pt x="33" y="231"/>
                  </a:cubicBezTo>
                  <a:cubicBezTo>
                    <a:pt x="24" y="234"/>
                    <a:pt x="15" y="237"/>
                    <a:pt x="7" y="242"/>
                  </a:cubicBezTo>
                  <a:cubicBezTo>
                    <a:pt x="6" y="243"/>
                    <a:pt x="5" y="244"/>
                    <a:pt x="4" y="245"/>
                  </a:cubicBezTo>
                  <a:cubicBezTo>
                    <a:pt x="3" y="246"/>
                    <a:pt x="2" y="247"/>
                    <a:pt x="1" y="246"/>
                  </a:cubicBezTo>
                  <a:close/>
                  <a:moveTo>
                    <a:pt x="6" y="231"/>
                  </a:moveTo>
                  <a:cubicBezTo>
                    <a:pt x="5" y="234"/>
                    <a:pt x="5" y="237"/>
                    <a:pt x="4" y="240"/>
                  </a:cubicBezTo>
                  <a:cubicBezTo>
                    <a:pt x="11" y="235"/>
                    <a:pt x="20" y="232"/>
                    <a:pt x="28" y="229"/>
                  </a:cubicBezTo>
                  <a:cubicBezTo>
                    <a:pt x="33" y="227"/>
                    <a:pt x="38" y="225"/>
                    <a:pt x="43" y="223"/>
                  </a:cubicBezTo>
                  <a:cubicBezTo>
                    <a:pt x="48" y="220"/>
                    <a:pt x="67" y="215"/>
                    <a:pt x="67" y="208"/>
                  </a:cubicBezTo>
                  <a:cubicBezTo>
                    <a:pt x="67" y="207"/>
                    <a:pt x="66" y="207"/>
                    <a:pt x="65" y="207"/>
                  </a:cubicBezTo>
                  <a:cubicBezTo>
                    <a:pt x="63" y="206"/>
                    <a:pt x="61" y="206"/>
                    <a:pt x="59" y="206"/>
                  </a:cubicBezTo>
                  <a:cubicBezTo>
                    <a:pt x="55" y="205"/>
                    <a:pt x="47" y="203"/>
                    <a:pt x="49" y="198"/>
                  </a:cubicBezTo>
                  <a:cubicBezTo>
                    <a:pt x="50" y="197"/>
                    <a:pt x="52" y="196"/>
                    <a:pt x="53" y="196"/>
                  </a:cubicBezTo>
                  <a:cubicBezTo>
                    <a:pt x="55" y="195"/>
                    <a:pt x="58" y="195"/>
                    <a:pt x="60" y="194"/>
                  </a:cubicBezTo>
                  <a:cubicBezTo>
                    <a:pt x="64" y="193"/>
                    <a:pt x="68" y="192"/>
                    <a:pt x="72" y="191"/>
                  </a:cubicBezTo>
                  <a:cubicBezTo>
                    <a:pt x="82" y="187"/>
                    <a:pt x="90" y="181"/>
                    <a:pt x="96" y="173"/>
                  </a:cubicBezTo>
                  <a:cubicBezTo>
                    <a:pt x="92" y="172"/>
                    <a:pt x="87" y="172"/>
                    <a:pt x="83" y="169"/>
                  </a:cubicBezTo>
                  <a:cubicBezTo>
                    <a:pt x="80" y="166"/>
                    <a:pt x="84" y="164"/>
                    <a:pt x="87" y="163"/>
                  </a:cubicBezTo>
                  <a:cubicBezTo>
                    <a:pt x="97" y="160"/>
                    <a:pt x="109" y="158"/>
                    <a:pt x="119" y="153"/>
                  </a:cubicBezTo>
                  <a:cubicBezTo>
                    <a:pt x="130" y="147"/>
                    <a:pt x="143" y="133"/>
                    <a:pt x="148" y="122"/>
                  </a:cubicBezTo>
                  <a:cubicBezTo>
                    <a:pt x="144" y="122"/>
                    <a:pt x="138" y="123"/>
                    <a:pt x="134" y="123"/>
                  </a:cubicBezTo>
                  <a:cubicBezTo>
                    <a:pt x="131" y="122"/>
                    <a:pt x="126" y="121"/>
                    <a:pt x="128" y="117"/>
                  </a:cubicBezTo>
                  <a:cubicBezTo>
                    <a:pt x="130" y="116"/>
                    <a:pt x="132" y="116"/>
                    <a:pt x="134" y="115"/>
                  </a:cubicBezTo>
                  <a:cubicBezTo>
                    <a:pt x="143" y="112"/>
                    <a:pt x="152" y="109"/>
                    <a:pt x="160" y="105"/>
                  </a:cubicBezTo>
                  <a:cubicBezTo>
                    <a:pt x="178" y="96"/>
                    <a:pt x="191" y="79"/>
                    <a:pt x="202" y="63"/>
                  </a:cubicBezTo>
                  <a:cubicBezTo>
                    <a:pt x="203" y="61"/>
                    <a:pt x="206" y="57"/>
                    <a:pt x="204" y="56"/>
                  </a:cubicBezTo>
                  <a:cubicBezTo>
                    <a:pt x="202" y="55"/>
                    <a:pt x="200" y="53"/>
                    <a:pt x="201" y="51"/>
                  </a:cubicBezTo>
                  <a:cubicBezTo>
                    <a:pt x="202" y="48"/>
                    <a:pt x="205" y="46"/>
                    <a:pt x="207" y="44"/>
                  </a:cubicBezTo>
                  <a:cubicBezTo>
                    <a:pt x="210" y="41"/>
                    <a:pt x="213" y="38"/>
                    <a:pt x="216" y="34"/>
                  </a:cubicBezTo>
                  <a:cubicBezTo>
                    <a:pt x="223" y="26"/>
                    <a:pt x="229" y="18"/>
                    <a:pt x="231" y="8"/>
                  </a:cubicBezTo>
                  <a:cubicBezTo>
                    <a:pt x="232" y="7"/>
                    <a:pt x="232" y="5"/>
                    <a:pt x="231" y="4"/>
                  </a:cubicBezTo>
                  <a:cubicBezTo>
                    <a:pt x="231" y="4"/>
                    <a:pt x="230" y="4"/>
                    <a:pt x="230" y="4"/>
                  </a:cubicBezTo>
                  <a:cubicBezTo>
                    <a:pt x="223" y="3"/>
                    <a:pt x="217" y="4"/>
                    <a:pt x="211" y="5"/>
                  </a:cubicBezTo>
                  <a:cubicBezTo>
                    <a:pt x="206" y="7"/>
                    <a:pt x="200" y="8"/>
                    <a:pt x="195" y="10"/>
                  </a:cubicBezTo>
                  <a:cubicBezTo>
                    <a:pt x="172" y="19"/>
                    <a:pt x="150" y="32"/>
                    <a:pt x="132" y="48"/>
                  </a:cubicBezTo>
                  <a:cubicBezTo>
                    <a:pt x="122" y="58"/>
                    <a:pt x="112" y="68"/>
                    <a:pt x="106" y="80"/>
                  </a:cubicBezTo>
                  <a:cubicBezTo>
                    <a:pt x="105" y="82"/>
                    <a:pt x="103" y="84"/>
                    <a:pt x="102" y="82"/>
                  </a:cubicBezTo>
                  <a:cubicBezTo>
                    <a:pt x="101" y="81"/>
                    <a:pt x="101" y="79"/>
                    <a:pt x="101" y="78"/>
                  </a:cubicBezTo>
                  <a:cubicBezTo>
                    <a:pt x="96" y="82"/>
                    <a:pt x="92" y="86"/>
                    <a:pt x="88" y="91"/>
                  </a:cubicBezTo>
                  <a:cubicBezTo>
                    <a:pt x="80" y="99"/>
                    <a:pt x="73" y="108"/>
                    <a:pt x="67" y="117"/>
                  </a:cubicBezTo>
                  <a:cubicBezTo>
                    <a:pt x="64" y="121"/>
                    <a:pt x="62" y="125"/>
                    <a:pt x="61" y="130"/>
                  </a:cubicBezTo>
                  <a:cubicBezTo>
                    <a:pt x="60" y="133"/>
                    <a:pt x="59" y="136"/>
                    <a:pt x="58" y="140"/>
                  </a:cubicBezTo>
                  <a:cubicBezTo>
                    <a:pt x="58" y="141"/>
                    <a:pt x="57" y="146"/>
                    <a:pt x="54" y="145"/>
                  </a:cubicBezTo>
                  <a:cubicBezTo>
                    <a:pt x="54" y="145"/>
                    <a:pt x="53" y="144"/>
                    <a:pt x="53" y="144"/>
                  </a:cubicBezTo>
                  <a:cubicBezTo>
                    <a:pt x="53" y="141"/>
                    <a:pt x="53" y="139"/>
                    <a:pt x="53" y="136"/>
                  </a:cubicBezTo>
                  <a:cubicBezTo>
                    <a:pt x="49" y="142"/>
                    <a:pt x="45" y="147"/>
                    <a:pt x="41" y="152"/>
                  </a:cubicBezTo>
                  <a:cubicBezTo>
                    <a:pt x="38" y="157"/>
                    <a:pt x="35" y="161"/>
                    <a:pt x="33" y="165"/>
                  </a:cubicBezTo>
                  <a:cubicBezTo>
                    <a:pt x="31" y="172"/>
                    <a:pt x="32" y="179"/>
                    <a:pt x="29" y="186"/>
                  </a:cubicBezTo>
                  <a:cubicBezTo>
                    <a:pt x="29" y="188"/>
                    <a:pt x="28" y="189"/>
                    <a:pt x="26" y="188"/>
                  </a:cubicBezTo>
                  <a:cubicBezTo>
                    <a:pt x="25" y="188"/>
                    <a:pt x="25" y="186"/>
                    <a:pt x="25" y="185"/>
                  </a:cubicBezTo>
                  <a:cubicBezTo>
                    <a:pt x="25" y="183"/>
                    <a:pt x="25" y="181"/>
                    <a:pt x="25" y="179"/>
                  </a:cubicBezTo>
                  <a:cubicBezTo>
                    <a:pt x="19" y="186"/>
                    <a:pt x="14" y="195"/>
                    <a:pt x="11" y="205"/>
                  </a:cubicBezTo>
                  <a:cubicBezTo>
                    <a:pt x="9" y="213"/>
                    <a:pt x="7" y="222"/>
                    <a:pt x="6" y="231"/>
                  </a:cubicBezTo>
                  <a:close/>
                </a:path>
              </a:pathLst>
            </a:custGeom>
            <a:solidFill>
              <a:srgbClr val="5044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65" name="Freeform 30"/>
            <p:cNvSpPr/>
            <p:nvPr/>
          </p:nvSpPr>
          <p:spPr bwMode="auto">
            <a:xfrm>
              <a:off x="2982" y="1487"/>
              <a:ext cx="94" cy="31"/>
            </a:xfrm>
            <a:custGeom>
              <a:avLst/>
              <a:gdLst>
                <a:gd name="T0" fmla="*/ 0 w 39"/>
                <a:gd name="T1" fmla="*/ 11 h 13"/>
                <a:gd name="T2" fmla="*/ 1 w 39"/>
                <a:gd name="T3" fmla="*/ 9 h 13"/>
                <a:gd name="T4" fmla="*/ 34 w 39"/>
                <a:gd name="T5" fmla="*/ 2 h 13"/>
                <a:gd name="T6" fmla="*/ 36 w 39"/>
                <a:gd name="T7" fmla="*/ 5 h 13"/>
                <a:gd name="T8" fmla="*/ 10 w 39"/>
                <a:gd name="T9" fmla="*/ 10 h 13"/>
                <a:gd name="T10" fmla="*/ 2 w 39"/>
                <a:gd name="T11" fmla="*/ 12 h 13"/>
                <a:gd name="T12" fmla="*/ 0 w 39"/>
                <a:gd name="T13" fmla="*/ 11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" h="13">
                  <a:moveTo>
                    <a:pt x="0" y="11"/>
                  </a:moveTo>
                  <a:cubicBezTo>
                    <a:pt x="0" y="10"/>
                    <a:pt x="0" y="9"/>
                    <a:pt x="1" y="9"/>
                  </a:cubicBezTo>
                  <a:cubicBezTo>
                    <a:pt x="12" y="7"/>
                    <a:pt x="23" y="4"/>
                    <a:pt x="34" y="2"/>
                  </a:cubicBezTo>
                  <a:cubicBezTo>
                    <a:pt x="39" y="0"/>
                    <a:pt x="39" y="6"/>
                    <a:pt x="36" y="5"/>
                  </a:cubicBezTo>
                  <a:cubicBezTo>
                    <a:pt x="27" y="6"/>
                    <a:pt x="19" y="9"/>
                    <a:pt x="10" y="10"/>
                  </a:cubicBezTo>
                  <a:cubicBezTo>
                    <a:pt x="7" y="11"/>
                    <a:pt x="5" y="12"/>
                    <a:pt x="2" y="12"/>
                  </a:cubicBezTo>
                  <a:cubicBezTo>
                    <a:pt x="1" y="13"/>
                    <a:pt x="0" y="12"/>
                    <a:pt x="0" y="11"/>
                  </a:cubicBezTo>
                  <a:close/>
                </a:path>
              </a:pathLst>
            </a:custGeom>
            <a:solidFill>
              <a:srgbClr val="5044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66" name="Freeform 31"/>
            <p:cNvSpPr/>
            <p:nvPr/>
          </p:nvSpPr>
          <p:spPr bwMode="auto">
            <a:xfrm>
              <a:off x="3013" y="1456"/>
              <a:ext cx="84" cy="33"/>
            </a:xfrm>
            <a:custGeom>
              <a:avLst/>
              <a:gdLst>
                <a:gd name="T0" fmla="*/ 0 w 35"/>
                <a:gd name="T1" fmla="*/ 13 h 14"/>
                <a:gd name="T2" fmla="*/ 1 w 35"/>
                <a:gd name="T3" fmla="*/ 11 h 14"/>
                <a:gd name="T4" fmla="*/ 21 w 35"/>
                <a:gd name="T5" fmla="*/ 4 h 14"/>
                <a:gd name="T6" fmla="*/ 32 w 35"/>
                <a:gd name="T7" fmla="*/ 1 h 14"/>
                <a:gd name="T8" fmla="*/ 33 w 35"/>
                <a:gd name="T9" fmla="*/ 4 h 14"/>
                <a:gd name="T10" fmla="*/ 11 w 35"/>
                <a:gd name="T11" fmla="*/ 11 h 14"/>
                <a:gd name="T12" fmla="*/ 2 w 35"/>
                <a:gd name="T13" fmla="*/ 14 h 14"/>
                <a:gd name="T14" fmla="*/ 0 w 35"/>
                <a:gd name="T15" fmla="*/ 1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5" h="14">
                  <a:moveTo>
                    <a:pt x="0" y="13"/>
                  </a:moveTo>
                  <a:cubicBezTo>
                    <a:pt x="0" y="12"/>
                    <a:pt x="0" y="11"/>
                    <a:pt x="1" y="11"/>
                  </a:cubicBezTo>
                  <a:cubicBezTo>
                    <a:pt x="8" y="9"/>
                    <a:pt x="14" y="6"/>
                    <a:pt x="21" y="4"/>
                  </a:cubicBezTo>
                  <a:cubicBezTo>
                    <a:pt x="25" y="3"/>
                    <a:pt x="28" y="2"/>
                    <a:pt x="32" y="1"/>
                  </a:cubicBezTo>
                  <a:cubicBezTo>
                    <a:pt x="34" y="0"/>
                    <a:pt x="35" y="3"/>
                    <a:pt x="33" y="4"/>
                  </a:cubicBezTo>
                  <a:cubicBezTo>
                    <a:pt x="26" y="6"/>
                    <a:pt x="19" y="8"/>
                    <a:pt x="11" y="11"/>
                  </a:cubicBezTo>
                  <a:cubicBezTo>
                    <a:pt x="8" y="12"/>
                    <a:pt x="5" y="13"/>
                    <a:pt x="2" y="14"/>
                  </a:cubicBezTo>
                  <a:cubicBezTo>
                    <a:pt x="1" y="14"/>
                    <a:pt x="0" y="14"/>
                    <a:pt x="0" y="13"/>
                  </a:cubicBezTo>
                  <a:close/>
                </a:path>
              </a:pathLst>
            </a:custGeom>
            <a:solidFill>
              <a:srgbClr val="5044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67" name="Freeform 32"/>
            <p:cNvSpPr/>
            <p:nvPr/>
          </p:nvSpPr>
          <p:spPr bwMode="auto">
            <a:xfrm>
              <a:off x="2869" y="1357"/>
              <a:ext cx="75" cy="68"/>
            </a:xfrm>
            <a:custGeom>
              <a:avLst/>
              <a:gdLst>
                <a:gd name="T0" fmla="*/ 2 w 31"/>
                <a:gd name="T1" fmla="*/ 27 h 28"/>
                <a:gd name="T2" fmla="*/ 5 w 31"/>
                <a:gd name="T3" fmla="*/ 21 h 28"/>
                <a:gd name="T4" fmla="*/ 22 w 31"/>
                <a:gd name="T5" fmla="*/ 6 h 28"/>
                <a:gd name="T6" fmla="*/ 28 w 31"/>
                <a:gd name="T7" fmla="*/ 0 h 28"/>
                <a:gd name="T8" fmla="*/ 31 w 31"/>
                <a:gd name="T9" fmla="*/ 1 h 28"/>
                <a:gd name="T10" fmla="*/ 30 w 31"/>
                <a:gd name="T11" fmla="*/ 3 h 28"/>
                <a:gd name="T12" fmla="*/ 18 w 31"/>
                <a:gd name="T13" fmla="*/ 13 h 28"/>
                <a:gd name="T14" fmla="*/ 5 w 31"/>
                <a:gd name="T15" fmla="*/ 26 h 28"/>
                <a:gd name="T16" fmla="*/ 2 w 31"/>
                <a:gd name="T17" fmla="*/ 27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1" h="28">
                  <a:moveTo>
                    <a:pt x="2" y="27"/>
                  </a:moveTo>
                  <a:cubicBezTo>
                    <a:pt x="0" y="26"/>
                    <a:pt x="4" y="23"/>
                    <a:pt x="5" y="21"/>
                  </a:cubicBezTo>
                  <a:cubicBezTo>
                    <a:pt x="10" y="16"/>
                    <a:pt x="16" y="10"/>
                    <a:pt x="22" y="6"/>
                  </a:cubicBezTo>
                  <a:cubicBezTo>
                    <a:pt x="24" y="4"/>
                    <a:pt x="26" y="2"/>
                    <a:pt x="28" y="0"/>
                  </a:cubicBezTo>
                  <a:cubicBezTo>
                    <a:pt x="29" y="0"/>
                    <a:pt x="30" y="0"/>
                    <a:pt x="31" y="1"/>
                  </a:cubicBezTo>
                  <a:cubicBezTo>
                    <a:pt x="31" y="1"/>
                    <a:pt x="31" y="2"/>
                    <a:pt x="30" y="3"/>
                  </a:cubicBezTo>
                  <a:cubicBezTo>
                    <a:pt x="26" y="6"/>
                    <a:pt x="22" y="9"/>
                    <a:pt x="18" y="13"/>
                  </a:cubicBezTo>
                  <a:cubicBezTo>
                    <a:pt x="14" y="17"/>
                    <a:pt x="9" y="21"/>
                    <a:pt x="5" y="26"/>
                  </a:cubicBezTo>
                  <a:cubicBezTo>
                    <a:pt x="4" y="27"/>
                    <a:pt x="4" y="28"/>
                    <a:pt x="2" y="27"/>
                  </a:cubicBezTo>
                  <a:close/>
                </a:path>
              </a:pathLst>
            </a:custGeom>
            <a:solidFill>
              <a:srgbClr val="5044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68" name="Freeform 33"/>
            <p:cNvSpPr/>
            <p:nvPr/>
          </p:nvSpPr>
          <p:spPr bwMode="auto">
            <a:xfrm>
              <a:off x="2970" y="1324"/>
              <a:ext cx="31" cy="24"/>
            </a:xfrm>
            <a:custGeom>
              <a:avLst/>
              <a:gdLst>
                <a:gd name="T0" fmla="*/ 2 w 13"/>
                <a:gd name="T1" fmla="*/ 9 h 10"/>
                <a:gd name="T2" fmla="*/ 3 w 13"/>
                <a:gd name="T3" fmla="*/ 5 h 10"/>
                <a:gd name="T4" fmla="*/ 10 w 13"/>
                <a:gd name="T5" fmla="*/ 1 h 10"/>
                <a:gd name="T6" fmla="*/ 12 w 13"/>
                <a:gd name="T7" fmla="*/ 4 h 10"/>
                <a:gd name="T8" fmla="*/ 5 w 13"/>
                <a:gd name="T9" fmla="*/ 8 h 10"/>
                <a:gd name="T10" fmla="*/ 2 w 13"/>
                <a:gd name="T11" fmla="*/ 9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" h="10">
                  <a:moveTo>
                    <a:pt x="2" y="9"/>
                  </a:moveTo>
                  <a:cubicBezTo>
                    <a:pt x="0" y="7"/>
                    <a:pt x="2" y="6"/>
                    <a:pt x="3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0"/>
                    <a:pt x="13" y="3"/>
                    <a:pt x="12" y="4"/>
                  </a:cubicBezTo>
                  <a:cubicBezTo>
                    <a:pt x="9" y="5"/>
                    <a:pt x="7" y="7"/>
                    <a:pt x="5" y="8"/>
                  </a:cubicBezTo>
                  <a:cubicBezTo>
                    <a:pt x="4" y="9"/>
                    <a:pt x="3" y="10"/>
                    <a:pt x="2" y="9"/>
                  </a:cubicBezTo>
                  <a:close/>
                </a:path>
              </a:pathLst>
            </a:custGeom>
            <a:solidFill>
              <a:srgbClr val="5044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</p:grpSp>
      <p:sp>
        <p:nvSpPr>
          <p:cNvPr id="69" name="任意多边形: 形状 68"/>
          <p:cNvSpPr/>
          <p:nvPr/>
        </p:nvSpPr>
        <p:spPr>
          <a:xfrm>
            <a:off x="451755" y="2044310"/>
            <a:ext cx="4277801" cy="217348"/>
          </a:xfrm>
          <a:custGeom>
            <a:avLst/>
            <a:gdLst>
              <a:gd name="connsiteX0" fmla="*/ 0 w 4277801"/>
              <a:gd name="connsiteY0" fmla="*/ 105384 h 217348"/>
              <a:gd name="connsiteX1" fmla="*/ 628153 w 4277801"/>
              <a:gd name="connsiteY1" fmla="*/ 25871 h 217348"/>
              <a:gd name="connsiteX2" fmla="*/ 1121133 w 4277801"/>
              <a:gd name="connsiteY2" fmla="*/ 137189 h 217348"/>
              <a:gd name="connsiteX3" fmla="*/ 1669773 w 4277801"/>
              <a:gd name="connsiteY3" fmla="*/ 33822 h 217348"/>
              <a:gd name="connsiteX4" fmla="*/ 2138900 w 4277801"/>
              <a:gd name="connsiteY4" fmla="*/ 216702 h 217348"/>
              <a:gd name="connsiteX5" fmla="*/ 2711394 w 4277801"/>
              <a:gd name="connsiteY5" fmla="*/ 97433 h 217348"/>
              <a:gd name="connsiteX6" fmla="*/ 3236180 w 4277801"/>
              <a:gd name="connsiteY6" fmla="*/ 176946 h 217348"/>
              <a:gd name="connsiteX7" fmla="*/ 3880236 w 4277801"/>
              <a:gd name="connsiteY7" fmla="*/ 2017 h 217348"/>
              <a:gd name="connsiteX8" fmla="*/ 4277801 w 4277801"/>
              <a:gd name="connsiteY8" fmla="*/ 97433 h 217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77801" h="217348">
                <a:moveTo>
                  <a:pt x="0" y="105384"/>
                </a:moveTo>
                <a:cubicBezTo>
                  <a:pt x="220649" y="62977"/>
                  <a:pt x="441298" y="20570"/>
                  <a:pt x="628153" y="25871"/>
                </a:cubicBezTo>
                <a:cubicBezTo>
                  <a:pt x="815008" y="31172"/>
                  <a:pt x="947530" y="135864"/>
                  <a:pt x="1121133" y="137189"/>
                </a:cubicBezTo>
                <a:cubicBezTo>
                  <a:pt x="1294736" y="138514"/>
                  <a:pt x="1500145" y="20570"/>
                  <a:pt x="1669773" y="33822"/>
                </a:cubicBezTo>
                <a:cubicBezTo>
                  <a:pt x="1839401" y="47074"/>
                  <a:pt x="1965297" y="206100"/>
                  <a:pt x="2138900" y="216702"/>
                </a:cubicBezTo>
                <a:cubicBezTo>
                  <a:pt x="2312504" y="227304"/>
                  <a:pt x="2528514" y="104059"/>
                  <a:pt x="2711394" y="97433"/>
                </a:cubicBezTo>
                <a:cubicBezTo>
                  <a:pt x="2894274" y="90807"/>
                  <a:pt x="3041373" y="192849"/>
                  <a:pt x="3236180" y="176946"/>
                </a:cubicBezTo>
                <a:cubicBezTo>
                  <a:pt x="3430987" y="161043"/>
                  <a:pt x="3706633" y="15269"/>
                  <a:pt x="3880236" y="2017"/>
                </a:cubicBezTo>
                <a:cubicBezTo>
                  <a:pt x="4053840" y="-11235"/>
                  <a:pt x="4165820" y="43099"/>
                  <a:pt x="4277801" y="97433"/>
                </a:cubicBezTo>
              </a:path>
            </a:pathLst>
          </a:custGeom>
          <a:noFill/>
          <a:ln>
            <a:solidFill>
              <a:srgbClr val="5044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Open Sans" panose="020B0606030504020204" charset="0"/>
            </a:endParaRPr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 bwMode="auto">
          <a:xfrm>
            <a:off x="5968102" y="1073078"/>
            <a:ext cx="2823826" cy="3817749"/>
            <a:chOff x="4104" y="1024"/>
            <a:chExt cx="1466" cy="1982"/>
          </a:xfrm>
        </p:grpSpPr>
        <p:sp>
          <p:nvSpPr>
            <p:cNvPr id="6" name="Freeform 5"/>
            <p:cNvSpPr>
              <a:spLocks noEditPoints="1"/>
            </p:cNvSpPr>
            <p:nvPr/>
          </p:nvSpPr>
          <p:spPr bwMode="auto">
            <a:xfrm>
              <a:off x="4117" y="1090"/>
              <a:ext cx="1329" cy="1313"/>
            </a:xfrm>
            <a:custGeom>
              <a:avLst/>
              <a:gdLst>
                <a:gd name="T0" fmla="*/ 195 w 301"/>
                <a:gd name="T1" fmla="*/ 15 h 298"/>
                <a:gd name="T2" fmla="*/ 195 w 301"/>
                <a:gd name="T3" fmla="*/ 15 h 298"/>
                <a:gd name="T4" fmla="*/ 195 w 301"/>
                <a:gd name="T5" fmla="*/ 15 h 298"/>
                <a:gd name="T6" fmla="*/ 195 w 301"/>
                <a:gd name="T7" fmla="*/ 15 h 298"/>
                <a:gd name="T8" fmla="*/ 300 w 301"/>
                <a:gd name="T9" fmla="*/ 139 h 298"/>
                <a:gd name="T10" fmla="*/ 285 w 301"/>
                <a:gd name="T11" fmla="*/ 208 h 298"/>
                <a:gd name="T12" fmla="*/ 276 w 301"/>
                <a:gd name="T13" fmla="*/ 227 h 298"/>
                <a:gd name="T14" fmla="*/ 276 w 301"/>
                <a:gd name="T15" fmla="*/ 227 h 298"/>
                <a:gd name="T16" fmla="*/ 274 w 301"/>
                <a:gd name="T17" fmla="*/ 228 h 298"/>
                <a:gd name="T18" fmla="*/ 274 w 301"/>
                <a:gd name="T19" fmla="*/ 232 h 298"/>
                <a:gd name="T20" fmla="*/ 260 w 301"/>
                <a:gd name="T21" fmla="*/ 250 h 298"/>
                <a:gd name="T22" fmla="*/ 228 w 301"/>
                <a:gd name="T23" fmla="*/ 277 h 298"/>
                <a:gd name="T24" fmla="*/ 187 w 301"/>
                <a:gd name="T25" fmla="*/ 294 h 298"/>
                <a:gd name="T26" fmla="*/ 156 w 301"/>
                <a:gd name="T27" fmla="*/ 296 h 298"/>
                <a:gd name="T28" fmla="*/ 142 w 301"/>
                <a:gd name="T29" fmla="*/ 297 h 298"/>
                <a:gd name="T30" fmla="*/ 119 w 301"/>
                <a:gd name="T31" fmla="*/ 294 h 298"/>
                <a:gd name="T32" fmla="*/ 84 w 301"/>
                <a:gd name="T33" fmla="*/ 281 h 298"/>
                <a:gd name="T34" fmla="*/ 72 w 301"/>
                <a:gd name="T35" fmla="*/ 275 h 298"/>
                <a:gd name="T36" fmla="*/ 51 w 301"/>
                <a:gd name="T37" fmla="*/ 259 h 298"/>
                <a:gd name="T38" fmla="*/ 15 w 301"/>
                <a:gd name="T39" fmla="*/ 210 h 298"/>
                <a:gd name="T40" fmla="*/ 12 w 301"/>
                <a:gd name="T41" fmla="*/ 199 h 298"/>
                <a:gd name="T42" fmla="*/ 7 w 301"/>
                <a:gd name="T43" fmla="*/ 187 h 298"/>
                <a:gd name="T44" fmla="*/ 3 w 301"/>
                <a:gd name="T45" fmla="*/ 124 h 298"/>
                <a:gd name="T46" fmla="*/ 8 w 301"/>
                <a:gd name="T47" fmla="*/ 100 h 298"/>
                <a:gd name="T48" fmla="*/ 11 w 301"/>
                <a:gd name="T49" fmla="*/ 93 h 298"/>
                <a:gd name="T50" fmla="*/ 32 w 301"/>
                <a:gd name="T51" fmla="*/ 56 h 298"/>
                <a:gd name="T52" fmla="*/ 103 w 301"/>
                <a:gd name="T53" fmla="*/ 7 h 298"/>
                <a:gd name="T54" fmla="*/ 120 w 301"/>
                <a:gd name="T55" fmla="*/ 4 h 298"/>
                <a:gd name="T56" fmla="*/ 140 w 301"/>
                <a:gd name="T57" fmla="*/ 0 h 298"/>
                <a:gd name="T58" fmla="*/ 176 w 301"/>
                <a:gd name="T59" fmla="*/ 2 h 298"/>
                <a:gd name="T60" fmla="*/ 204 w 301"/>
                <a:gd name="T61" fmla="*/ 10 h 298"/>
                <a:gd name="T62" fmla="*/ 205 w 301"/>
                <a:gd name="T63" fmla="*/ 11 h 298"/>
                <a:gd name="T64" fmla="*/ 233 w 301"/>
                <a:gd name="T65" fmla="*/ 25 h 298"/>
                <a:gd name="T66" fmla="*/ 284 w 301"/>
                <a:gd name="T67" fmla="*/ 85 h 298"/>
                <a:gd name="T68" fmla="*/ 293 w 301"/>
                <a:gd name="T69" fmla="*/ 109 h 298"/>
                <a:gd name="T70" fmla="*/ 298 w 301"/>
                <a:gd name="T71" fmla="*/ 129 h 298"/>
                <a:gd name="T72" fmla="*/ 300 w 301"/>
                <a:gd name="T73" fmla="*/ 139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301" h="298">
                  <a:moveTo>
                    <a:pt x="195" y="15"/>
                  </a:moveTo>
                  <a:cubicBezTo>
                    <a:pt x="195" y="15"/>
                    <a:pt x="195" y="15"/>
                    <a:pt x="195" y="15"/>
                  </a:cubicBezTo>
                  <a:cubicBezTo>
                    <a:pt x="195" y="15"/>
                    <a:pt x="195" y="15"/>
                    <a:pt x="195" y="15"/>
                  </a:cubicBezTo>
                  <a:cubicBezTo>
                    <a:pt x="195" y="15"/>
                    <a:pt x="195" y="15"/>
                    <a:pt x="195" y="15"/>
                  </a:cubicBezTo>
                  <a:close/>
                  <a:moveTo>
                    <a:pt x="300" y="139"/>
                  </a:moveTo>
                  <a:cubicBezTo>
                    <a:pt x="301" y="156"/>
                    <a:pt x="295" y="195"/>
                    <a:pt x="285" y="208"/>
                  </a:cubicBezTo>
                  <a:cubicBezTo>
                    <a:pt x="282" y="214"/>
                    <a:pt x="279" y="221"/>
                    <a:pt x="276" y="227"/>
                  </a:cubicBezTo>
                  <a:cubicBezTo>
                    <a:pt x="276" y="227"/>
                    <a:pt x="276" y="227"/>
                    <a:pt x="276" y="227"/>
                  </a:cubicBezTo>
                  <a:cubicBezTo>
                    <a:pt x="275" y="227"/>
                    <a:pt x="275" y="228"/>
                    <a:pt x="274" y="228"/>
                  </a:cubicBezTo>
                  <a:cubicBezTo>
                    <a:pt x="275" y="229"/>
                    <a:pt x="275" y="231"/>
                    <a:pt x="274" y="232"/>
                  </a:cubicBezTo>
                  <a:cubicBezTo>
                    <a:pt x="269" y="238"/>
                    <a:pt x="265" y="244"/>
                    <a:pt x="260" y="250"/>
                  </a:cubicBezTo>
                  <a:cubicBezTo>
                    <a:pt x="251" y="260"/>
                    <a:pt x="239" y="269"/>
                    <a:pt x="228" y="277"/>
                  </a:cubicBezTo>
                  <a:cubicBezTo>
                    <a:pt x="215" y="284"/>
                    <a:pt x="201" y="290"/>
                    <a:pt x="187" y="294"/>
                  </a:cubicBezTo>
                  <a:cubicBezTo>
                    <a:pt x="177" y="297"/>
                    <a:pt x="167" y="297"/>
                    <a:pt x="156" y="296"/>
                  </a:cubicBezTo>
                  <a:cubicBezTo>
                    <a:pt x="151" y="297"/>
                    <a:pt x="147" y="298"/>
                    <a:pt x="142" y="297"/>
                  </a:cubicBezTo>
                  <a:cubicBezTo>
                    <a:pt x="134" y="297"/>
                    <a:pt x="126" y="296"/>
                    <a:pt x="119" y="294"/>
                  </a:cubicBezTo>
                  <a:cubicBezTo>
                    <a:pt x="106" y="292"/>
                    <a:pt x="95" y="288"/>
                    <a:pt x="84" y="281"/>
                  </a:cubicBezTo>
                  <a:cubicBezTo>
                    <a:pt x="80" y="282"/>
                    <a:pt x="76" y="277"/>
                    <a:pt x="72" y="275"/>
                  </a:cubicBezTo>
                  <a:cubicBezTo>
                    <a:pt x="65" y="270"/>
                    <a:pt x="57" y="265"/>
                    <a:pt x="51" y="259"/>
                  </a:cubicBezTo>
                  <a:cubicBezTo>
                    <a:pt x="36" y="246"/>
                    <a:pt x="21" y="230"/>
                    <a:pt x="15" y="210"/>
                  </a:cubicBezTo>
                  <a:cubicBezTo>
                    <a:pt x="15" y="207"/>
                    <a:pt x="12" y="203"/>
                    <a:pt x="12" y="199"/>
                  </a:cubicBezTo>
                  <a:cubicBezTo>
                    <a:pt x="10" y="195"/>
                    <a:pt x="9" y="191"/>
                    <a:pt x="7" y="187"/>
                  </a:cubicBezTo>
                  <a:cubicBezTo>
                    <a:pt x="1" y="167"/>
                    <a:pt x="0" y="145"/>
                    <a:pt x="3" y="124"/>
                  </a:cubicBezTo>
                  <a:cubicBezTo>
                    <a:pt x="3" y="116"/>
                    <a:pt x="6" y="108"/>
                    <a:pt x="8" y="100"/>
                  </a:cubicBezTo>
                  <a:cubicBezTo>
                    <a:pt x="9" y="98"/>
                    <a:pt x="10" y="95"/>
                    <a:pt x="11" y="93"/>
                  </a:cubicBezTo>
                  <a:cubicBezTo>
                    <a:pt x="12" y="78"/>
                    <a:pt x="22" y="68"/>
                    <a:pt x="32" y="56"/>
                  </a:cubicBezTo>
                  <a:cubicBezTo>
                    <a:pt x="51" y="34"/>
                    <a:pt x="75" y="16"/>
                    <a:pt x="103" y="7"/>
                  </a:cubicBezTo>
                  <a:cubicBezTo>
                    <a:pt x="109" y="5"/>
                    <a:pt x="114" y="4"/>
                    <a:pt x="120" y="4"/>
                  </a:cubicBezTo>
                  <a:cubicBezTo>
                    <a:pt x="127" y="2"/>
                    <a:pt x="133" y="1"/>
                    <a:pt x="140" y="0"/>
                  </a:cubicBezTo>
                  <a:cubicBezTo>
                    <a:pt x="152" y="0"/>
                    <a:pt x="164" y="0"/>
                    <a:pt x="176" y="2"/>
                  </a:cubicBezTo>
                  <a:cubicBezTo>
                    <a:pt x="185" y="5"/>
                    <a:pt x="195" y="6"/>
                    <a:pt x="204" y="10"/>
                  </a:cubicBezTo>
                  <a:cubicBezTo>
                    <a:pt x="205" y="10"/>
                    <a:pt x="205" y="10"/>
                    <a:pt x="205" y="11"/>
                  </a:cubicBezTo>
                  <a:cubicBezTo>
                    <a:pt x="215" y="14"/>
                    <a:pt x="225" y="19"/>
                    <a:pt x="233" y="25"/>
                  </a:cubicBezTo>
                  <a:cubicBezTo>
                    <a:pt x="254" y="41"/>
                    <a:pt x="272" y="61"/>
                    <a:pt x="284" y="85"/>
                  </a:cubicBezTo>
                  <a:cubicBezTo>
                    <a:pt x="287" y="91"/>
                    <a:pt x="294" y="103"/>
                    <a:pt x="293" y="109"/>
                  </a:cubicBezTo>
                  <a:cubicBezTo>
                    <a:pt x="294" y="115"/>
                    <a:pt x="298" y="122"/>
                    <a:pt x="298" y="129"/>
                  </a:cubicBezTo>
                  <a:cubicBezTo>
                    <a:pt x="299" y="132"/>
                    <a:pt x="299" y="136"/>
                    <a:pt x="300" y="139"/>
                  </a:cubicBezTo>
                  <a:close/>
                </a:path>
              </a:pathLst>
            </a:custGeom>
            <a:solidFill>
              <a:srgbClr val="90C2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7" name="Freeform 6"/>
            <p:cNvSpPr>
              <a:spLocks noEditPoints="1"/>
            </p:cNvSpPr>
            <p:nvPr/>
          </p:nvSpPr>
          <p:spPr bwMode="auto">
            <a:xfrm>
              <a:off x="4205" y="1130"/>
              <a:ext cx="1250" cy="1277"/>
            </a:xfrm>
            <a:custGeom>
              <a:avLst/>
              <a:gdLst>
                <a:gd name="T0" fmla="*/ 277 w 283"/>
                <a:gd name="T1" fmla="*/ 163 h 290"/>
                <a:gd name="T2" fmla="*/ 214 w 283"/>
                <a:gd name="T3" fmla="*/ 262 h 290"/>
                <a:gd name="T4" fmla="*/ 201 w 283"/>
                <a:gd name="T5" fmla="*/ 269 h 290"/>
                <a:gd name="T6" fmla="*/ 118 w 283"/>
                <a:gd name="T7" fmla="*/ 290 h 290"/>
                <a:gd name="T8" fmla="*/ 114 w 283"/>
                <a:gd name="T9" fmla="*/ 288 h 290"/>
                <a:gd name="T10" fmla="*/ 41 w 283"/>
                <a:gd name="T11" fmla="*/ 257 h 290"/>
                <a:gd name="T12" fmla="*/ 36 w 283"/>
                <a:gd name="T13" fmla="*/ 247 h 290"/>
                <a:gd name="T14" fmla="*/ 52 w 283"/>
                <a:gd name="T15" fmla="*/ 222 h 290"/>
                <a:gd name="T16" fmla="*/ 73 w 283"/>
                <a:gd name="T17" fmla="*/ 194 h 290"/>
                <a:gd name="T18" fmla="*/ 79 w 283"/>
                <a:gd name="T19" fmla="*/ 158 h 290"/>
                <a:gd name="T20" fmla="*/ 93 w 283"/>
                <a:gd name="T21" fmla="*/ 173 h 290"/>
                <a:gd name="T22" fmla="*/ 80 w 283"/>
                <a:gd name="T23" fmla="*/ 206 h 290"/>
                <a:gd name="T24" fmla="*/ 53 w 283"/>
                <a:gd name="T25" fmla="*/ 244 h 290"/>
                <a:gd name="T26" fmla="*/ 153 w 283"/>
                <a:gd name="T27" fmla="*/ 241 h 290"/>
                <a:gd name="T28" fmla="*/ 162 w 283"/>
                <a:gd name="T29" fmla="*/ 211 h 290"/>
                <a:gd name="T30" fmla="*/ 168 w 283"/>
                <a:gd name="T31" fmla="*/ 192 h 290"/>
                <a:gd name="T32" fmla="*/ 175 w 283"/>
                <a:gd name="T33" fmla="*/ 228 h 290"/>
                <a:gd name="T34" fmla="*/ 239 w 283"/>
                <a:gd name="T35" fmla="*/ 112 h 290"/>
                <a:gd name="T36" fmla="*/ 215 w 283"/>
                <a:gd name="T37" fmla="*/ 130 h 290"/>
                <a:gd name="T38" fmla="*/ 191 w 283"/>
                <a:gd name="T39" fmla="*/ 134 h 290"/>
                <a:gd name="T40" fmla="*/ 215 w 283"/>
                <a:gd name="T41" fmla="*/ 117 h 290"/>
                <a:gd name="T42" fmla="*/ 239 w 283"/>
                <a:gd name="T43" fmla="*/ 102 h 290"/>
                <a:gd name="T44" fmla="*/ 213 w 283"/>
                <a:gd name="T45" fmla="*/ 21 h 290"/>
                <a:gd name="T46" fmla="*/ 223 w 283"/>
                <a:gd name="T47" fmla="*/ 22 h 290"/>
                <a:gd name="T48" fmla="*/ 263 w 283"/>
                <a:gd name="T49" fmla="*/ 71 h 290"/>
                <a:gd name="T50" fmla="*/ 157 w 283"/>
                <a:gd name="T51" fmla="*/ 207 h 290"/>
                <a:gd name="T52" fmla="*/ 140 w 283"/>
                <a:gd name="T53" fmla="*/ 194 h 290"/>
                <a:gd name="T54" fmla="*/ 140 w 283"/>
                <a:gd name="T55" fmla="*/ 194 h 290"/>
                <a:gd name="T56" fmla="*/ 155 w 283"/>
                <a:gd name="T57" fmla="*/ 127 h 290"/>
                <a:gd name="T58" fmla="*/ 15 w 283"/>
                <a:gd name="T59" fmla="*/ 231 h 290"/>
                <a:gd name="T60" fmla="*/ 14 w 283"/>
                <a:gd name="T61" fmla="*/ 160 h 290"/>
                <a:gd name="T62" fmla="*/ 17 w 283"/>
                <a:gd name="T63" fmla="*/ 169 h 290"/>
                <a:gd name="T64" fmla="*/ 22 w 283"/>
                <a:gd name="T65" fmla="*/ 230 h 290"/>
                <a:gd name="T66" fmla="*/ 51 w 283"/>
                <a:gd name="T67" fmla="*/ 17 h 290"/>
                <a:gd name="T68" fmla="*/ 58 w 283"/>
                <a:gd name="T69" fmla="*/ 9 h 290"/>
                <a:gd name="T70" fmla="*/ 51 w 283"/>
                <a:gd name="T71" fmla="*/ 17 h 290"/>
                <a:gd name="T72" fmla="*/ 89 w 283"/>
                <a:gd name="T73" fmla="*/ 6 h 290"/>
                <a:gd name="T74" fmla="*/ 135 w 283"/>
                <a:gd name="T75" fmla="*/ 72 h 290"/>
                <a:gd name="T76" fmla="*/ 135 w 283"/>
                <a:gd name="T77" fmla="*/ 72 h 290"/>
                <a:gd name="T78" fmla="*/ 126 w 283"/>
                <a:gd name="T79" fmla="*/ 79 h 290"/>
                <a:gd name="T80" fmla="*/ 77 w 283"/>
                <a:gd name="T81" fmla="*/ 227 h 290"/>
                <a:gd name="T82" fmla="*/ 77 w 283"/>
                <a:gd name="T83" fmla="*/ 227 h 290"/>
                <a:gd name="T84" fmla="*/ 71 w 283"/>
                <a:gd name="T85" fmla="*/ 235 h 290"/>
                <a:gd name="T86" fmla="*/ 167 w 283"/>
                <a:gd name="T87" fmla="*/ 95 h 290"/>
                <a:gd name="T88" fmla="*/ 191 w 283"/>
                <a:gd name="T89" fmla="*/ 81 h 290"/>
                <a:gd name="T90" fmla="*/ 186 w 283"/>
                <a:gd name="T91" fmla="*/ 74 h 290"/>
                <a:gd name="T92" fmla="*/ 168 w 283"/>
                <a:gd name="T93" fmla="*/ 90 h 290"/>
                <a:gd name="T94" fmla="*/ 163 w 283"/>
                <a:gd name="T95" fmla="*/ 46 h 290"/>
                <a:gd name="T96" fmla="*/ 171 w 283"/>
                <a:gd name="T97" fmla="*/ 24 h 290"/>
                <a:gd name="T98" fmla="*/ 168 w 283"/>
                <a:gd name="T99" fmla="*/ 40 h 290"/>
                <a:gd name="T100" fmla="*/ 163 w 283"/>
                <a:gd name="T101" fmla="*/ 46 h 290"/>
                <a:gd name="T102" fmla="*/ 25 w 283"/>
                <a:gd name="T103" fmla="*/ 147 h 290"/>
                <a:gd name="T104" fmla="*/ 49 w 283"/>
                <a:gd name="T105" fmla="*/ 114 h 290"/>
                <a:gd name="T106" fmla="*/ 77 w 283"/>
                <a:gd name="T107" fmla="*/ 93 h 290"/>
                <a:gd name="T108" fmla="*/ 105 w 283"/>
                <a:gd name="T109" fmla="*/ 82 h 290"/>
                <a:gd name="T110" fmla="*/ 133 w 283"/>
                <a:gd name="T111" fmla="*/ 66 h 290"/>
                <a:gd name="T112" fmla="*/ 109 w 283"/>
                <a:gd name="T113" fmla="*/ 31 h 290"/>
                <a:gd name="T114" fmla="*/ 129 w 283"/>
                <a:gd name="T115" fmla="*/ 54 h 290"/>
                <a:gd name="T116" fmla="*/ 101 w 283"/>
                <a:gd name="T117" fmla="*/ 75 h 290"/>
                <a:gd name="T118" fmla="*/ 73 w 283"/>
                <a:gd name="T119" fmla="*/ 85 h 290"/>
                <a:gd name="T120" fmla="*/ 42 w 283"/>
                <a:gd name="T121" fmla="*/ 108 h 290"/>
                <a:gd name="T122" fmla="*/ 21 w 283"/>
                <a:gd name="T123" fmla="*/ 134 h 2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83" h="290">
                  <a:moveTo>
                    <a:pt x="263" y="71"/>
                  </a:moveTo>
                  <a:cubicBezTo>
                    <a:pt x="276" y="100"/>
                    <a:pt x="283" y="132"/>
                    <a:pt x="277" y="163"/>
                  </a:cubicBezTo>
                  <a:cubicBezTo>
                    <a:pt x="276" y="175"/>
                    <a:pt x="273" y="187"/>
                    <a:pt x="267" y="197"/>
                  </a:cubicBezTo>
                  <a:cubicBezTo>
                    <a:pt x="253" y="221"/>
                    <a:pt x="237" y="245"/>
                    <a:pt x="214" y="262"/>
                  </a:cubicBezTo>
                  <a:cubicBezTo>
                    <a:pt x="210" y="264"/>
                    <a:pt x="206" y="267"/>
                    <a:pt x="201" y="269"/>
                  </a:cubicBezTo>
                  <a:cubicBezTo>
                    <a:pt x="201" y="269"/>
                    <a:pt x="201" y="269"/>
                    <a:pt x="201" y="269"/>
                  </a:cubicBezTo>
                  <a:cubicBezTo>
                    <a:pt x="204" y="277"/>
                    <a:pt x="170" y="284"/>
                    <a:pt x="164" y="285"/>
                  </a:cubicBezTo>
                  <a:cubicBezTo>
                    <a:pt x="149" y="287"/>
                    <a:pt x="134" y="290"/>
                    <a:pt x="118" y="290"/>
                  </a:cubicBezTo>
                  <a:cubicBezTo>
                    <a:pt x="117" y="290"/>
                    <a:pt x="117" y="289"/>
                    <a:pt x="116" y="289"/>
                  </a:cubicBezTo>
                  <a:cubicBezTo>
                    <a:pt x="115" y="289"/>
                    <a:pt x="115" y="289"/>
                    <a:pt x="114" y="288"/>
                  </a:cubicBezTo>
                  <a:cubicBezTo>
                    <a:pt x="83" y="287"/>
                    <a:pt x="68" y="275"/>
                    <a:pt x="43" y="260"/>
                  </a:cubicBezTo>
                  <a:cubicBezTo>
                    <a:pt x="42" y="259"/>
                    <a:pt x="41" y="258"/>
                    <a:pt x="41" y="257"/>
                  </a:cubicBezTo>
                  <a:cubicBezTo>
                    <a:pt x="38" y="256"/>
                    <a:pt x="34" y="255"/>
                    <a:pt x="32" y="252"/>
                  </a:cubicBezTo>
                  <a:cubicBezTo>
                    <a:pt x="30" y="250"/>
                    <a:pt x="33" y="246"/>
                    <a:pt x="36" y="247"/>
                  </a:cubicBezTo>
                  <a:cubicBezTo>
                    <a:pt x="39" y="248"/>
                    <a:pt x="41" y="249"/>
                    <a:pt x="44" y="249"/>
                  </a:cubicBezTo>
                  <a:cubicBezTo>
                    <a:pt x="43" y="240"/>
                    <a:pt x="47" y="229"/>
                    <a:pt x="52" y="222"/>
                  </a:cubicBezTo>
                  <a:cubicBezTo>
                    <a:pt x="57" y="216"/>
                    <a:pt x="65" y="213"/>
                    <a:pt x="70" y="208"/>
                  </a:cubicBezTo>
                  <a:cubicBezTo>
                    <a:pt x="73" y="204"/>
                    <a:pt x="71" y="198"/>
                    <a:pt x="73" y="194"/>
                  </a:cubicBezTo>
                  <a:cubicBezTo>
                    <a:pt x="79" y="179"/>
                    <a:pt x="83" y="183"/>
                    <a:pt x="87" y="163"/>
                  </a:cubicBezTo>
                  <a:cubicBezTo>
                    <a:pt x="87" y="158"/>
                    <a:pt x="82" y="158"/>
                    <a:pt x="79" y="158"/>
                  </a:cubicBezTo>
                  <a:cubicBezTo>
                    <a:pt x="72" y="157"/>
                    <a:pt x="74" y="149"/>
                    <a:pt x="82" y="150"/>
                  </a:cubicBezTo>
                  <a:cubicBezTo>
                    <a:pt x="96" y="150"/>
                    <a:pt x="97" y="162"/>
                    <a:pt x="93" y="173"/>
                  </a:cubicBezTo>
                  <a:cubicBezTo>
                    <a:pt x="92" y="181"/>
                    <a:pt x="87" y="186"/>
                    <a:pt x="83" y="192"/>
                  </a:cubicBezTo>
                  <a:cubicBezTo>
                    <a:pt x="80" y="196"/>
                    <a:pt x="80" y="201"/>
                    <a:pt x="80" y="206"/>
                  </a:cubicBezTo>
                  <a:cubicBezTo>
                    <a:pt x="79" y="216"/>
                    <a:pt x="68" y="219"/>
                    <a:pt x="61" y="226"/>
                  </a:cubicBezTo>
                  <a:cubicBezTo>
                    <a:pt x="56" y="230"/>
                    <a:pt x="54" y="237"/>
                    <a:pt x="53" y="244"/>
                  </a:cubicBezTo>
                  <a:cubicBezTo>
                    <a:pt x="52" y="246"/>
                    <a:pt x="52" y="249"/>
                    <a:pt x="52" y="252"/>
                  </a:cubicBezTo>
                  <a:cubicBezTo>
                    <a:pt x="86" y="259"/>
                    <a:pt x="121" y="254"/>
                    <a:pt x="153" y="241"/>
                  </a:cubicBezTo>
                  <a:cubicBezTo>
                    <a:pt x="158" y="238"/>
                    <a:pt x="163" y="236"/>
                    <a:pt x="167" y="233"/>
                  </a:cubicBezTo>
                  <a:cubicBezTo>
                    <a:pt x="165" y="226"/>
                    <a:pt x="168" y="220"/>
                    <a:pt x="162" y="211"/>
                  </a:cubicBezTo>
                  <a:cubicBezTo>
                    <a:pt x="159" y="207"/>
                    <a:pt x="158" y="187"/>
                    <a:pt x="165" y="188"/>
                  </a:cubicBezTo>
                  <a:cubicBezTo>
                    <a:pt x="167" y="188"/>
                    <a:pt x="169" y="190"/>
                    <a:pt x="168" y="192"/>
                  </a:cubicBezTo>
                  <a:cubicBezTo>
                    <a:pt x="166" y="200"/>
                    <a:pt x="169" y="208"/>
                    <a:pt x="173" y="214"/>
                  </a:cubicBezTo>
                  <a:cubicBezTo>
                    <a:pt x="175" y="219"/>
                    <a:pt x="174" y="224"/>
                    <a:pt x="175" y="228"/>
                  </a:cubicBezTo>
                  <a:cubicBezTo>
                    <a:pt x="210" y="204"/>
                    <a:pt x="234" y="165"/>
                    <a:pt x="238" y="121"/>
                  </a:cubicBezTo>
                  <a:cubicBezTo>
                    <a:pt x="238" y="118"/>
                    <a:pt x="238" y="115"/>
                    <a:pt x="239" y="112"/>
                  </a:cubicBezTo>
                  <a:cubicBezTo>
                    <a:pt x="235" y="114"/>
                    <a:pt x="232" y="115"/>
                    <a:pt x="229" y="116"/>
                  </a:cubicBezTo>
                  <a:cubicBezTo>
                    <a:pt x="223" y="120"/>
                    <a:pt x="220" y="126"/>
                    <a:pt x="215" y="130"/>
                  </a:cubicBezTo>
                  <a:cubicBezTo>
                    <a:pt x="209" y="135"/>
                    <a:pt x="201" y="137"/>
                    <a:pt x="193" y="138"/>
                  </a:cubicBezTo>
                  <a:cubicBezTo>
                    <a:pt x="191" y="138"/>
                    <a:pt x="190" y="136"/>
                    <a:pt x="191" y="134"/>
                  </a:cubicBezTo>
                  <a:cubicBezTo>
                    <a:pt x="192" y="130"/>
                    <a:pt x="197" y="129"/>
                    <a:pt x="200" y="128"/>
                  </a:cubicBezTo>
                  <a:cubicBezTo>
                    <a:pt x="207" y="127"/>
                    <a:pt x="212" y="122"/>
                    <a:pt x="215" y="117"/>
                  </a:cubicBezTo>
                  <a:cubicBezTo>
                    <a:pt x="221" y="109"/>
                    <a:pt x="229" y="107"/>
                    <a:pt x="237" y="103"/>
                  </a:cubicBezTo>
                  <a:cubicBezTo>
                    <a:pt x="238" y="103"/>
                    <a:pt x="238" y="103"/>
                    <a:pt x="239" y="102"/>
                  </a:cubicBezTo>
                  <a:cubicBezTo>
                    <a:pt x="239" y="82"/>
                    <a:pt x="234" y="62"/>
                    <a:pt x="226" y="43"/>
                  </a:cubicBezTo>
                  <a:cubicBezTo>
                    <a:pt x="222" y="35"/>
                    <a:pt x="218" y="28"/>
                    <a:pt x="213" y="21"/>
                  </a:cubicBezTo>
                  <a:cubicBezTo>
                    <a:pt x="211" y="20"/>
                    <a:pt x="210" y="16"/>
                    <a:pt x="213" y="14"/>
                  </a:cubicBezTo>
                  <a:cubicBezTo>
                    <a:pt x="216" y="12"/>
                    <a:pt x="220" y="16"/>
                    <a:pt x="223" y="22"/>
                  </a:cubicBezTo>
                  <a:cubicBezTo>
                    <a:pt x="228" y="22"/>
                    <a:pt x="234" y="30"/>
                    <a:pt x="237" y="32"/>
                  </a:cubicBezTo>
                  <a:cubicBezTo>
                    <a:pt x="248" y="43"/>
                    <a:pt x="257" y="57"/>
                    <a:pt x="263" y="71"/>
                  </a:cubicBezTo>
                  <a:close/>
                  <a:moveTo>
                    <a:pt x="148" y="208"/>
                  </a:moveTo>
                  <a:cubicBezTo>
                    <a:pt x="148" y="213"/>
                    <a:pt x="157" y="213"/>
                    <a:pt x="157" y="207"/>
                  </a:cubicBezTo>
                  <a:cubicBezTo>
                    <a:pt x="156" y="202"/>
                    <a:pt x="148" y="202"/>
                    <a:pt x="148" y="208"/>
                  </a:cubicBezTo>
                  <a:close/>
                  <a:moveTo>
                    <a:pt x="140" y="194"/>
                  </a:moveTo>
                  <a:cubicBezTo>
                    <a:pt x="153" y="195"/>
                    <a:pt x="155" y="174"/>
                    <a:pt x="141" y="179"/>
                  </a:cubicBezTo>
                  <a:cubicBezTo>
                    <a:pt x="133" y="178"/>
                    <a:pt x="132" y="194"/>
                    <a:pt x="140" y="194"/>
                  </a:cubicBezTo>
                  <a:close/>
                  <a:moveTo>
                    <a:pt x="154" y="135"/>
                  </a:moveTo>
                  <a:cubicBezTo>
                    <a:pt x="160" y="136"/>
                    <a:pt x="163" y="127"/>
                    <a:pt x="155" y="127"/>
                  </a:cubicBezTo>
                  <a:cubicBezTo>
                    <a:pt x="150" y="127"/>
                    <a:pt x="149" y="135"/>
                    <a:pt x="154" y="135"/>
                  </a:cubicBezTo>
                  <a:close/>
                  <a:moveTo>
                    <a:pt x="15" y="231"/>
                  </a:moveTo>
                  <a:cubicBezTo>
                    <a:pt x="13" y="225"/>
                    <a:pt x="15" y="218"/>
                    <a:pt x="13" y="212"/>
                  </a:cubicBezTo>
                  <a:cubicBezTo>
                    <a:pt x="3" y="193"/>
                    <a:pt x="0" y="178"/>
                    <a:pt x="14" y="160"/>
                  </a:cubicBezTo>
                  <a:cubicBezTo>
                    <a:pt x="16" y="156"/>
                    <a:pt x="22" y="159"/>
                    <a:pt x="20" y="163"/>
                  </a:cubicBezTo>
                  <a:cubicBezTo>
                    <a:pt x="20" y="165"/>
                    <a:pt x="18" y="167"/>
                    <a:pt x="17" y="169"/>
                  </a:cubicBezTo>
                  <a:cubicBezTo>
                    <a:pt x="7" y="183"/>
                    <a:pt x="15" y="197"/>
                    <a:pt x="21" y="210"/>
                  </a:cubicBezTo>
                  <a:cubicBezTo>
                    <a:pt x="23" y="217"/>
                    <a:pt x="21" y="224"/>
                    <a:pt x="22" y="230"/>
                  </a:cubicBezTo>
                  <a:cubicBezTo>
                    <a:pt x="23" y="235"/>
                    <a:pt x="15" y="236"/>
                    <a:pt x="15" y="231"/>
                  </a:cubicBezTo>
                  <a:close/>
                  <a:moveTo>
                    <a:pt x="51" y="17"/>
                  </a:moveTo>
                  <a:cubicBezTo>
                    <a:pt x="56" y="21"/>
                    <a:pt x="73" y="11"/>
                    <a:pt x="63" y="6"/>
                  </a:cubicBezTo>
                  <a:cubicBezTo>
                    <a:pt x="60" y="5"/>
                    <a:pt x="59" y="7"/>
                    <a:pt x="58" y="9"/>
                  </a:cubicBezTo>
                  <a:cubicBezTo>
                    <a:pt x="55" y="10"/>
                    <a:pt x="52" y="9"/>
                    <a:pt x="50" y="11"/>
                  </a:cubicBezTo>
                  <a:cubicBezTo>
                    <a:pt x="49" y="13"/>
                    <a:pt x="49" y="15"/>
                    <a:pt x="51" y="17"/>
                  </a:cubicBezTo>
                  <a:close/>
                  <a:moveTo>
                    <a:pt x="74" y="16"/>
                  </a:moveTo>
                  <a:cubicBezTo>
                    <a:pt x="81" y="21"/>
                    <a:pt x="96" y="13"/>
                    <a:pt x="89" y="6"/>
                  </a:cubicBezTo>
                  <a:cubicBezTo>
                    <a:pt x="82" y="0"/>
                    <a:pt x="65" y="8"/>
                    <a:pt x="74" y="16"/>
                  </a:cubicBezTo>
                  <a:close/>
                  <a:moveTo>
                    <a:pt x="135" y="72"/>
                  </a:moveTo>
                  <a:cubicBezTo>
                    <a:pt x="135" y="77"/>
                    <a:pt x="143" y="77"/>
                    <a:pt x="142" y="72"/>
                  </a:cubicBezTo>
                  <a:cubicBezTo>
                    <a:pt x="142" y="67"/>
                    <a:pt x="134" y="67"/>
                    <a:pt x="135" y="72"/>
                  </a:cubicBezTo>
                  <a:close/>
                  <a:moveTo>
                    <a:pt x="121" y="90"/>
                  </a:moveTo>
                  <a:cubicBezTo>
                    <a:pt x="131" y="94"/>
                    <a:pt x="139" y="79"/>
                    <a:pt x="126" y="79"/>
                  </a:cubicBezTo>
                  <a:cubicBezTo>
                    <a:pt x="120" y="76"/>
                    <a:pt x="114" y="88"/>
                    <a:pt x="121" y="90"/>
                  </a:cubicBezTo>
                  <a:close/>
                  <a:moveTo>
                    <a:pt x="77" y="227"/>
                  </a:moveTo>
                  <a:cubicBezTo>
                    <a:pt x="77" y="233"/>
                    <a:pt x="85" y="233"/>
                    <a:pt x="85" y="227"/>
                  </a:cubicBezTo>
                  <a:cubicBezTo>
                    <a:pt x="85" y="222"/>
                    <a:pt x="77" y="222"/>
                    <a:pt x="77" y="227"/>
                  </a:cubicBezTo>
                  <a:close/>
                  <a:moveTo>
                    <a:pt x="61" y="242"/>
                  </a:moveTo>
                  <a:cubicBezTo>
                    <a:pt x="64" y="251"/>
                    <a:pt x="76" y="241"/>
                    <a:pt x="71" y="235"/>
                  </a:cubicBezTo>
                  <a:cubicBezTo>
                    <a:pt x="67" y="230"/>
                    <a:pt x="59" y="237"/>
                    <a:pt x="61" y="242"/>
                  </a:cubicBezTo>
                  <a:close/>
                  <a:moveTo>
                    <a:pt x="167" y="95"/>
                  </a:moveTo>
                  <a:cubicBezTo>
                    <a:pt x="172" y="98"/>
                    <a:pt x="177" y="95"/>
                    <a:pt x="181" y="93"/>
                  </a:cubicBezTo>
                  <a:cubicBezTo>
                    <a:pt x="186" y="90"/>
                    <a:pt x="188" y="85"/>
                    <a:pt x="191" y="81"/>
                  </a:cubicBezTo>
                  <a:cubicBezTo>
                    <a:pt x="194" y="78"/>
                    <a:pt x="200" y="79"/>
                    <a:pt x="200" y="74"/>
                  </a:cubicBezTo>
                  <a:cubicBezTo>
                    <a:pt x="199" y="67"/>
                    <a:pt x="190" y="71"/>
                    <a:pt x="186" y="74"/>
                  </a:cubicBezTo>
                  <a:cubicBezTo>
                    <a:pt x="182" y="78"/>
                    <a:pt x="181" y="83"/>
                    <a:pt x="177" y="86"/>
                  </a:cubicBezTo>
                  <a:cubicBezTo>
                    <a:pt x="174" y="88"/>
                    <a:pt x="170" y="88"/>
                    <a:pt x="168" y="90"/>
                  </a:cubicBezTo>
                  <a:cubicBezTo>
                    <a:pt x="166" y="91"/>
                    <a:pt x="166" y="94"/>
                    <a:pt x="167" y="95"/>
                  </a:cubicBezTo>
                  <a:close/>
                  <a:moveTo>
                    <a:pt x="163" y="46"/>
                  </a:moveTo>
                  <a:cubicBezTo>
                    <a:pt x="172" y="54"/>
                    <a:pt x="185" y="45"/>
                    <a:pt x="182" y="33"/>
                  </a:cubicBezTo>
                  <a:cubicBezTo>
                    <a:pt x="181" y="29"/>
                    <a:pt x="177" y="20"/>
                    <a:pt x="171" y="24"/>
                  </a:cubicBezTo>
                  <a:cubicBezTo>
                    <a:pt x="167" y="28"/>
                    <a:pt x="174" y="32"/>
                    <a:pt x="174" y="36"/>
                  </a:cubicBezTo>
                  <a:cubicBezTo>
                    <a:pt x="174" y="39"/>
                    <a:pt x="171" y="42"/>
                    <a:pt x="168" y="40"/>
                  </a:cubicBezTo>
                  <a:cubicBezTo>
                    <a:pt x="171" y="37"/>
                    <a:pt x="167" y="32"/>
                    <a:pt x="163" y="34"/>
                  </a:cubicBezTo>
                  <a:cubicBezTo>
                    <a:pt x="158" y="36"/>
                    <a:pt x="159" y="44"/>
                    <a:pt x="163" y="46"/>
                  </a:cubicBezTo>
                  <a:close/>
                  <a:moveTo>
                    <a:pt x="19" y="150"/>
                  </a:moveTo>
                  <a:cubicBezTo>
                    <a:pt x="21" y="152"/>
                    <a:pt x="25" y="150"/>
                    <a:pt x="25" y="147"/>
                  </a:cubicBezTo>
                  <a:cubicBezTo>
                    <a:pt x="28" y="140"/>
                    <a:pt x="30" y="132"/>
                    <a:pt x="35" y="126"/>
                  </a:cubicBezTo>
                  <a:cubicBezTo>
                    <a:pt x="40" y="123"/>
                    <a:pt x="44" y="117"/>
                    <a:pt x="49" y="114"/>
                  </a:cubicBezTo>
                  <a:cubicBezTo>
                    <a:pt x="57" y="111"/>
                    <a:pt x="64" y="107"/>
                    <a:pt x="71" y="102"/>
                  </a:cubicBezTo>
                  <a:cubicBezTo>
                    <a:pt x="73" y="100"/>
                    <a:pt x="75" y="96"/>
                    <a:pt x="77" y="93"/>
                  </a:cubicBezTo>
                  <a:cubicBezTo>
                    <a:pt x="81" y="92"/>
                    <a:pt x="86" y="95"/>
                    <a:pt x="91" y="93"/>
                  </a:cubicBezTo>
                  <a:cubicBezTo>
                    <a:pt x="98" y="92"/>
                    <a:pt x="101" y="86"/>
                    <a:pt x="105" y="82"/>
                  </a:cubicBezTo>
                  <a:cubicBezTo>
                    <a:pt x="109" y="80"/>
                    <a:pt x="114" y="79"/>
                    <a:pt x="118" y="77"/>
                  </a:cubicBezTo>
                  <a:cubicBezTo>
                    <a:pt x="123" y="74"/>
                    <a:pt x="128" y="71"/>
                    <a:pt x="133" y="66"/>
                  </a:cubicBezTo>
                  <a:cubicBezTo>
                    <a:pt x="141" y="58"/>
                    <a:pt x="136" y="45"/>
                    <a:pt x="130" y="37"/>
                  </a:cubicBezTo>
                  <a:cubicBezTo>
                    <a:pt x="125" y="31"/>
                    <a:pt x="116" y="30"/>
                    <a:pt x="109" y="31"/>
                  </a:cubicBezTo>
                  <a:cubicBezTo>
                    <a:pt x="104" y="32"/>
                    <a:pt x="105" y="39"/>
                    <a:pt x="110" y="39"/>
                  </a:cubicBezTo>
                  <a:cubicBezTo>
                    <a:pt x="122" y="37"/>
                    <a:pt x="126" y="43"/>
                    <a:pt x="129" y="54"/>
                  </a:cubicBezTo>
                  <a:cubicBezTo>
                    <a:pt x="129" y="62"/>
                    <a:pt x="121" y="65"/>
                    <a:pt x="116" y="68"/>
                  </a:cubicBezTo>
                  <a:cubicBezTo>
                    <a:pt x="111" y="71"/>
                    <a:pt x="105" y="72"/>
                    <a:pt x="101" y="75"/>
                  </a:cubicBezTo>
                  <a:cubicBezTo>
                    <a:pt x="96" y="78"/>
                    <a:pt x="93" y="85"/>
                    <a:pt x="87" y="85"/>
                  </a:cubicBezTo>
                  <a:cubicBezTo>
                    <a:pt x="82" y="85"/>
                    <a:pt x="78" y="83"/>
                    <a:pt x="73" y="85"/>
                  </a:cubicBezTo>
                  <a:cubicBezTo>
                    <a:pt x="70" y="87"/>
                    <a:pt x="68" y="90"/>
                    <a:pt x="66" y="93"/>
                  </a:cubicBezTo>
                  <a:cubicBezTo>
                    <a:pt x="60" y="101"/>
                    <a:pt x="50" y="104"/>
                    <a:pt x="42" y="108"/>
                  </a:cubicBezTo>
                  <a:cubicBezTo>
                    <a:pt x="39" y="111"/>
                    <a:pt x="36" y="114"/>
                    <a:pt x="33" y="117"/>
                  </a:cubicBezTo>
                  <a:cubicBezTo>
                    <a:pt x="27" y="122"/>
                    <a:pt x="23" y="127"/>
                    <a:pt x="21" y="134"/>
                  </a:cubicBezTo>
                  <a:cubicBezTo>
                    <a:pt x="20" y="138"/>
                    <a:pt x="15" y="146"/>
                    <a:pt x="19" y="150"/>
                  </a:cubicBezTo>
                  <a:close/>
                </a:path>
              </a:pathLst>
            </a:custGeom>
            <a:solidFill>
              <a:srgbClr val="74AD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8" name="Freeform 7"/>
            <p:cNvSpPr>
              <a:spLocks noEditPoints="1"/>
            </p:cNvSpPr>
            <p:nvPr/>
          </p:nvSpPr>
          <p:spPr bwMode="auto">
            <a:xfrm>
              <a:off x="4165" y="1205"/>
              <a:ext cx="1263" cy="1202"/>
            </a:xfrm>
            <a:custGeom>
              <a:avLst/>
              <a:gdLst>
                <a:gd name="T0" fmla="*/ 138 w 286"/>
                <a:gd name="T1" fmla="*/ 43 h 273"/>
                <a:gd name="T2" fmla="*/ 105 w 286"/>
                <a:gd name="T3" fmla="*/ 68 h 273"/>
                <a:gd name="T4" fmla="*/ 70 w 286"/>
                <a:gd name="T5" fmla="*/ 84 h 273"/>
                <a:gd name="T6" fmla="*/ 38 w 286"/>
                <a:gd name="T7" fmla="*/ 108 h 273"/>
                <a:gd name="T8" fmla="*/ 29 w 286"/>
                <a:gd name="T9" fmla="*/ 129 h 273"/>
                <a:gd name="T10" fmla="*/ 23 w 286"/>
                <a:gd name="T11" fmla="*/ 132 h 273"/>
                <a:gd name="T12" fmla="*/ 8 w 286"/>
                <a:gd name="T13" fmla="*/ 107 h 273"/>
                <a:gd name="T14" fmla="*/ 2 w 286"/>
                <a:gd name="T15" fmla="*/ 76 h 273"/>
                <a:gd name="T16" fmla="*/ 37 w 286"/>
                <a:gd name="T17" fmla="*/ 13 h 273"/>
                <a:gd name="T18" fmla="*/ 79 w 286"/>
                <a:gd name="T19" fmla="*/ 7 h 273"/>
                <a:gd name="T20" fmla="*/ 136 w 286"/>
                <a:gd name="T21" fmla="*/ 18 h 273"/>
                <a:gd name="T22" fmla="*/ 111 w 286"/>
                <a:gd name="T23" fmla="*/ 270 h 273"/>
                <a:gd name="T24" fmla="*/ 116 w 286"/>
                <a:gd name="T25" fmla="*/ 259 h 273"/>
                <a:gd name="T26" fmla="*/ 140 w 286"/>
                <a:gd name="T27" fmla="*/ 255 h 273"/>
                <a:gd name="T28" fmla="*/ 174 w 286"/>
                <a:gd name="T29" fmla="*/ 267 h 273"/>
                <a:gd name="T30" fmla="*/ 117 w 286"/>
                <a:gd name="T31" fmla="*/ 272 h 273"/>
                <a:gd name="T32" fmla="*/ 150 w 286"/>
                <a:gd name="T33" fmla="*/ 262 h 273"/>
                <a:gd name="T34" fmla="*/ 146 w 286"/>
                <a:gd name="T35" fmla="*/ 263 h 273"/>
                <a:gd name="T36" fmla="*/ 242 w 286"/>
                <a:gd name="T37" fmla="*/ 135 h 273"/>
                <a:gd name="T38" fmla="*/ 195 w 286"/>
                <a:gd name="T39" fmla="*/ 118 h 273"/>
                <a:gd name="T40" fmla="*/ 158 w 286"/>
                <a:gd name="T41" fmla="*/ 150 h 273"/>
                <a:gd name="T42" fmla="*/ 179 w 286"/>
                <a:gd name="T43" fmla="*/ 207 h 273"/>
                <a:gd name="T44" fmla="*/ 206 w 286"/>
                <a:gd name="T45" fmla="*/ 248 h 273"/>
                <a:gd name="T46" fmla="*/ 220 w 286"/>
                <a:gd name="T47" fmla="*/ 247 h 273"/>
                <a:gd name="T48" fmla="*/ 241 w 286"/>
                <a:gd name="T49" fmla="*/ 198 h 273"/>
                <a:gd name="T50" fmla="*/ 285 w 286"/>
                <a:gd name="T51" fmla="*/ 92 h 273"/>
                <a:gd name="T52" fmla="*/ 280 w 286"/>
                <a:gd name="T53" fmla="*/ 99 h 273"/>
                <a:gd name="T54" fmla="*/ 267 w 286"/>
                <a:gd name="T55" fmla="*/ 95 h 273"/>
                <a:gd name="T56" fmla="*/ 261 w 286"/>
                <a:gd name="T57" fmla="*/ 90 h 273"/>
                <a:gd name="T58" fmla="*/ 259 w 286"/>
                <a:gd name="T59" fmla="*/ 88 h 273"/>
                <a:gd name="T60" fmla="*/ 257 w 286"/>
                <a:gd name="T61" fmla="*/ 86 h 273"/>
                <a:gd name="T62" fmla="*/ 250 w 286"/>
                <a:gd name="T63" fmla="*/ 84 h 273"/>
                <a:gd name="T64" fmla="*/ 246 w 286"/>
                <a:gd name="T65" fmla="*/ 89 h 273"/>
                <a:gd name="T66" fmla="*/ 204 w 286"/>
                <a:gd name="T67" fmla="*/ 118 h 273"/>
                <a:gd name="T68" fmla="*/ 195 w 286"/>
                <a:gd name="T69" fmla="*/ 116 h 273"/>
                <a:gd name="T70" fmla="*/ 192 w 286"/>
                <a:gd name="T71" fmla="*/ 92 h 273"/>
                <a:gd name="T72" fmla="*/ 208 w 286"/>
                <a:gd name="T73" fmla="*/ 69 h 273"/>
                <a:gd name="T74" fmla="*/ 194 w 286"/>
                <a:gd name="T75" fmla="*/ 63 h 273"/>
                <a:gd name="T76" fmla="*/ 176 w 286"/>
                <a:gd name="T77" fmla="*/ 68 h 273"/>
                <a:gd name="T78" fmla="*/ 197 w 286"/>
                <a:gd name="T79" fmla="*/ 39 h 273"/>
                <a:gd name="T80" fmla="*/ 209 w 286"/>
                <a:gd name="T81" fmla="*/ 20 h 273"/>
                <a:gd name="T82" fmla="*/ 226 w 286"/>
                <a:gd name="T83" fmla="*/ 21 h 273"/>
                <a:gd name="T84" fmla="*/ 257 w 286"/>
                <a:gd name="T85" fmla="*/ 39 h 273"/>
                <a:gd name="T86" fmla="*/ 274 w 286"/>
                <a:gd name="T87" fmla="*/ 63 h 273"/>
                <a:gd name="T88" fmla="*/ 186 w 286"/>
                <a:gd name="T89" fmla="*/ 9 h 273"/>
                <a:gd name="T90" fmla="*/ 172 w 286"/>
                <a:gd name="T91" fmla="*/ 25 h 273"/>
                <a:gd name="T92" fmla="*/ 50 w 286"/>
                <a:gd name="T93" fmla="*/ 234 h 273"/>
                <a:gd name="T94" fmla="*/ 50 w 286"/>
                <a:gd name="T95" fmla="*/ 234 h 273"/>
                <a:gd name="T96" fmla="*/ 50 w 286"/>
                <a:gd name="T97" fmla="*/ 128 h 273"/>
                <a:gd name="T98" fmla="*/ 15 w 286"/>
                <a:gd name="T99" fmla="*/ 162 h 273"/>
                <a:gd name="T100" fmla="*/ 42 w 286"/>
                <a:gd name="T101" fmla="*/ 237 h 273"/>
                <a:gd name="T102" fmla="*/ 45 w 286"/>
                <a:gd name="T103" fmla="*/ 240 h 273"/>
                <a:gd name="T104" fmla="*/ 66 w 286"/>
                <a:gd name="T105" fmla="*/ 202 h 273"/>
                <a:gd name="T106" fmla="*/ 85 w 286"/>
                <a:gd name="T107" fmla="*/ 170 h 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86" h="273">
                  <a:moveTo>
                    <a:pt x="136" y="18"/>
                  </a:moveTo>
                  <a:cubicBezTo>
                    <a:pt x="144" y="24"/>
                    <a:pt x="143" y="36"/>
                    <a:pt x="138" y="43"/>
                  </a:cubicBezTo>
                  <a:cubicBezTo>
                    <a:pt x="131" y="52"/>
                    <a:pt x="121" y="56"/>
                    <a:pt x="112" y="60"/>
                  </a:cubicBezTo>
                  <a:cubicBezTo>
                    <a:pt x="109" y="62"/>
                    <a:pt x="108" y="66"/>
                    <a:pt x="105" y="68"/>
                  </a:cubicBezTo>
                  <a:cubicBezTo>
                    <a:pt x="100" y="72"/>
                    <a:pt x="92" y="69"/>
                    <a:pt x="85" y="71"/>
                  </a:cubicBezTo>
                  <a:cubicBezTo>
                    <a:pt x="77" y="70"/>
                    <a:pt x="75" y="80"/>
                    <a:pt x="70" y="84"/>
                  </a:cubicBezTo>
                  <a:cubicBezTo>
                    <a:pt x="65" y="88"/>
                    <a:pt x="58" y="89"/>
                    <a:pt x="53" y="93"/>
                  </a:cubicBezTo>
                  <a:cubicBezTo>
                    <a:pt x="47" y="98"/>
                    <a:pt x="44" y="104"/>
                    <a:pt x="38" y="108"/>
                  </a:cubicBezTo>
                  <a:cubicBezTo>
                    <a:pt x="33" y="113"/>
                    <a:pt x="29" y="119"/>
                    <a:pt x="30" y="126"/>
                  </a:cubicBezTo>
                  <a:cubicBezTo>
                    <a:pt x="30" y="127"/>
                    <a:pt x="30" y="128"/>
                    <a:pt x="29" y="129"/>
                  </a:cubicBezTo>
                  <a:cubicBezTo>
                    <a:pt x="30" y="130"/>
                    <a:pt x="29" y="132"/>
                    <a:pt x="28" y="133"/>
                  </a:cubicBezTo>
                  <a:cubicBezTo>
                    <a:pt x="26" y="134"/>
                    <a:pt x="24" y="133"/>
                    <a:pt x="23" y="132"/>
                  </a:cubicBezTo>
                  <a:cubicBezTo>
                    <a:pt x="20" y="127"/>
                    <a:pt x="17" y="122"/>
                    <a:pt x="14" y="118"/>
                  </a:cubicBezTo>
                  <a:cubicBezTo>
                    <a:pt x="12" y="114"/>
                    <a:pt x="9" y="111"/>
                    <a:pt x="8" y="107"/>
                  </a:cubicBezTo>
                  <a:cubicBezTo>
                    <a:pt x="6" y="102"/>
                    <a:pt x="8" y="97"/>
                    <a:pt x="7" y="92"/>
                  </a:cubicBezTo>
                  <a:cubicBezTo>
                    <a:pt x="5" y="86"/>
                    <a:pt x="3" y="81"/>
                    <a:pt x="2" y="76"/>
                  </a:cubicBezTo>
                  <a:cubicBezTo>
                    <a:pt x="2" y="72"/>
                    <a:pt x="0" y="60"/>
                    <a:pt x="5" y="57"/>
                  </a:cubicBezTo>
                  <a:cubicBezTo>
                    <a:pt x="9" y="40"/>
                    <a:pt x="25" y="24"/>
                    <a:pt x="37" y="13"/>
                  </a:cubicBezTo>
                  <a:cubicBezTo>
                    <a:pt x="43" y="8"/>
                    <a:pt x="50" y="7"/>
                    <a:pt x="58" y="7"/>
                  </a:cubicBezTo>
                  <a:cubicBezTo>
                    <a:pt x="65" y="6"/>
                    <a:pt x="72" y="6"/>
                    <a:pt x="79" y="7"/>
                  </a:cubicBezTo>
                  <a:cubicBezTo>
                    <a:pt x="86" y="7"/>
                    <a:pt x="91" y="11"/>
                    <a:pt x="97" y="13"/>
                  </a:cubicBezTo>
                  <a:cubicBezTo>
                    <a:pt x="110" y="15"/>
                    <a:pt x="125" y="9"/>
                    <a:pt x="136" y="18"/>
                  </a:cubicBezTo>
                  <a:close/>
                  <a:moveTo>
                    <a:pt x="117" y="272"/>
                  </a:moveTo>
                  <a:cubicBezTo>
                    <a:pt x="115" y="272"/>
                    <a:pt x="113" y="272"/>
                    <a:pt x="111" y="270"/>
                  </a:cubicBezTo>
                  <a:cubicBezTo>
                    <a:pt x="108" y="271"/>
                    <a:pt x="105" y="267"/>
                    <a:pt x="107" y="264"/>
                  </a:cubicBezTo>
                  <a:cubicBezTo>
                    <a:pt x="109" y="262"/>
                    <a:pt x="113" y="260"/>
                    <a:pt x="116" y="259"/>
                  </a:cubicBezTo>
                  <a:cubicBezTo>
                    <a:pt x="119" y="257"/>
                    <a:pt x="123" y="258"/>
                    <a:pt x="126" y="258"/>
                  </a:cubicBezTo>
                  <a:cubicBezTo>
                    <a:pt x="131" y="258"/>
                    <a:pt x="135" y="256"/>
                    <a:pt x="140" y="255"/>
                  </a:cubicBezTo>
                  <a:cubicBezTo>
                    <a:pt x="152" y="252"/>
                    <a:pt x="157" y="256"/>
                    <a:pt x="168" y="260"/>
                  </a:cubicBezTo>
                  <a:cubicBezTo>
                    <a:pt x="171" y="261"/>
                    <a:pt x="176" y="263"/>
                    <a:pt x="174" y="267"/>
                  </a:cubicBezTo>
                  <a:cubicBezTo>
                    <a:pt x="172" y="271"/>
                    <a:pt x="157" y="270"/>
                    <a:pt x="152" y="270"/>
                  </a:cubicBezTo>
                  <a:cubicBezTo>
                    <a:pt x="140" y="270"/>
                    <a:pt x="129" y="273"/>
                    <a:pt x="117" y="272"/>
                  </a:cubicBezTo>
                  <a:close/>
                  <a:moveTo>
                    <a:pt x="146" y="263"/>
                  </a:moveTo>
                  <a:cubicBezTo>
                    <a:pt x="147" y="263"/>
                    <a:pt x="148" y="262"/>
                    <a:pt x="150" y="262"/>
                  </a:cubicBezTo>
                  <a:cubicBezTo>
                    <a:pt x="150" y="262"/>
                    <a:pt x="150" y="262"/>
                    <a:pt x="150" y="262"/>
                  </a:cubicBezTo>
                  <a:cubicBezTo>
                    <a:pt x="149" y="262"/>
                    <a:pt x="147" y="262"/>
                    <a:pt x="146" y="263"/>
                  </a:cubicBezTo>
                  <a:close/>
                  <a:moveTo>
                    <a:pt x="255" y="158"/>
                  </a:moveTo>
                  <a:cubicBezTo>
                    <a:pt x="254" y="148"/>
                    <a:pt x="246" y="142"/>
                    <a:pt x="242" y="135"/>
                  </a:cubicBezTo>
                  <a:cubicBezTo>
                    <a:pt x="233" y="118"/>
                    <a:pt x="220" y="118"/>
                    <a:pt x="203" y="119"/>
                  </a:cubicBezTo>
                  <a:cubicBezTo>
                    <a:pt x="200" y="119"/>
                    <a:pt x="197" y="119"/>
                    <a:pt x="195" y="118"/>
                  </a:cubicBezTo>
                  <a:cubicBezTo>
                    <a:pt x="192" y="117"/>
                    <a:pt x="190" y="117"/>
                    <a:pt x="188" y="119"/>
                  </a:cubicBezTo>
                  <a:cubicBezTo>
                    <a:pt x="170" y="116"/>
                    <a:pt x="154" y="132"/>
                    <a:pt x="158" y="150"/>
                  </a:cubicBezTo>
                  <a:cubicBezTo>
                    <a:pt x="159" y="162"/>
                    <a:pt x="165" y="173"/>
                    <a:pt x="170" y="184"/>
                  </a:cubicBezTo>
                  <a:cubicBezTo>
                    <a:pt x="172" y="192"/>
                    <a:pt x="176" y="199"/>
                    <a:pt x="179" y="207"/>
                  </a:cubicBezTo>
                  <a:cubicBezTo>
                    <a:pt x="183" y="216"/>
                    <a:pt x="190" y="223"/>
                    <a:pt x="197" y="231"/>
                  </a:cubicBezTo>
                  <a:cubicBezTo>
                    <a:pt x="200" y="236"/>
                    <a:pt x="203" y="242"/>
                    <a:pt x="206" y="248"/>
                  </a:cubicBezTo>
                  <a:cubicBezTo>
                    <a:pt x="207" y="249"/>
                    <a:pt x="208" y="251"/>
                    <a:pt x="209" y="252"/>
                  </a:cubicBezTo>
                  <a:cubicBezTo>
                    <a:pt x="213" y="254"/>
                    <a:pt x="217" y="250"/>
                    <a:pt x="220" y="247"/>
                  </a:cubicBezTo>
                  <a:cubicBezTo>
                    <a:pt x="227" y="238"/>
                    <a:pt x="227" y="227"/>
                    <a:pt x="230" y="216"/>
                  </a:cubicBezTo>
                  <a:cubicBezTo>
                    <a:pt x="233" y="210"/>
                    <a:pt x="238" y="204"/>
                    <a:pt x="241" y="198"/>
                  </a:cubicBezTo>
                  <a:cubicBezTo>
                    <a:pt x="246" y="187"/>
                    <a:pt x="256" y="170"/>
                    <a:pt x="255" y="158"/>
                  </a:cubicBezTo>
                  <a:close/>
                  <a:moveTo>
                    <a:pt x="285" y="92"/>
                  </a:moveTo>
                  <a:cubicBezTo>
                    <a:pt x="285" y="94"/>
                    <a:pt x="286" y="96"/>
                    <a:pt x="285" y="98"/>
                  </a:cubicBezTo>
                  <a:cubicBezTo>
                    <a:pt x="284" y="99"/>
                    <a:pt x="282" y="100"/>
                    <a:pt x="280" y="99"/>
                  </a:cubicBezTo>
                  <a:cubicBezTo>
                    <a:pt x="279" y="99"/>
                    <a:pt x="277" y="99"/>
                    <a:pt x="276" y="98"/>
                  </a:cubicBezTo>
                  <a:cubicBezTo>
                    <a:pt x="273" y="97"/>
                    <a:pt x="270" y="96"/>
                    <a:pt x="267" y="95"/>
                  </a:cubicBezTo>
                  <a:cubicBezTo>
                    <a:pt x="265" y="94"/>
                    <a:pt x="263" y="92"/>
                    <a:pt x="261" y="91"/>
                  </a:cubicBezTo>
                  <a:cubicBezTo>
                    <a:pt x="261" y="91"/>
                    <a:pt x="261" y="90"/>
                    <a:pt x="261" y="90"/>
                  </a:cubicBezTo>
                  <a:cubicBezTo>
                    <a:pt x="261" y="90"/>
                    <a:pt x="261" y="89"/>
                    <a:pt x="260" y="89"/>
                  </a:cubicBezTo>
                  <a:cubicBezTo>
                    <a:pt x="260" y="89"/>
                    <a:pt x="260" y="88"/>
                    <a:pt x="259" y="88"/>
                  </a:cubicBezTo>
                  <a:cubicBezTo>
                    <a:pt x="259" y="88"/>
                    <a:pt x="259" y="88"/>
                    <a:pt x="259" y="88"/>
                  </a:cubicBezTo>
                  <a:cubicBezTo>
                    <a:pt x="258" y="87"/>
                    <a:pt x="258" y="87"/>
                    <a:pt x="257" y="86"/>
                  </a:cubicBezTo>
                  <a:cubicBezTo>
                    <a:pt x="256" y="86"/>
                    <a:pt x="255" y="85"/>
                    <a:pt x="253" y="84"/>
                  </a:cubicBezTo>
                  <a:cubicBezTo>
                    <a:pt x="252" y="84"/>
                    <a:pt x="251" y="84"/>
                    <a:pt x="250" y="84"/>
                  </a:cubicBezTo>
                  <a:cubicBezTo>
                    <a:pt x="249" y="85"/>
                    <a:pt x="249" y="85"/>
                    <a:pt x="248" y="86"/>
                  </a:cubicBezTo>
                  <a:cubicBezTo>
                    <a:pt x="247" y="86"/>
                    <a:pt x="246" y="88"/>
                    <a:pt x="246" y="89"/>
                  </a:cubicBezTo>
                  <a:cubicBezTo>
                    <a:pt x="240" y="91"/>
                    <a:pt x="235" y="94"/>
                    <a:pt x="230" y="98"/>
                  </a:cubicBezTo>
                  <a:cubicBezTo>
                    <a:pt x="221" y="104"/>
                    <a:pt x="216" y="118"/>
                    <a:pt x="204" y="118"/>
                  </a:cubicBezTo>
                  <a:cubicBezTo>
                    <a:pt x="203" y="118"/>
                    <a:pt x="203" y="118"/>
                    <a:pt x="202" y="118"/>
                  </a:cubicBezTo>
                  <a:cubicBezTo>
                    <a:pt x="200" y="118"/>
                    <a:pt x="197" y="118"/>
                    <a:pt x="195" y="116"/>
                  </a:cubicBezTo>
                  <a:cubicBezTo>
                    <a:pt x="194" y="116"/>
                    <a:pt x="193" y="115"/>
                    <a:pt x="192" y="114"/>
                  </a:cubicBezTo>
                  <a:cubicBezTo>
                    <a:pt x="189" y="107"/>
                    <a:pt x="188" y="98"/>
                    <a:pt x="192" y="92"/>
                  </a:cubicBezTo>
                  <a:cubicBezTo>
                    <a:pt x="195" y="88"/>
                    <a:pt x="200" y="87"/>
                    <a:pt x="202" y="82"/>
                  </a:cubicBezTo>
                  <a:cubicBezTo>
                    <a:pt x="203" y="77"/>
                    <a:pt x="207" y="74"/>
                    <a:pt x="208" y="69"/>
                  </a:cubicBezTo>
                  <a:cubicBezTo>
                    <a:pt x="208" y="65"/>
                    <a:pt x="208" y="60"/>
                    <a:pt x="205" y="57"/>
                  </a:cubicBezTo>
                  <a:cubicBezTo>
                    <a:pt x="201" y="57"/>
                    <a:pt x="197" y="61"/>
                    <a:pt x="194" y="63"/>
                  </a:cubicBezTo>
                  <a:cubicBezTo>
                    <a:pt x="190" y="67"/>
                    <a:pt x="187" y="73"/>
                    <a:pt x="182" y="76"/>
                  </a:cubicBezTo>
                  <a:cubicBezTo>
                    <a:pt x="177" y="78"/>
                    <a:pt x="175" y="72"/>
                    <a:pt x="176" y="68"/>
                  </a:cubicBezTo>
                  <a:cubicBezTo>
                    <a:pt x="178" y="61"/>
                    <a:pt x="180" y="54"/>
                    <a:pt x="185" y="49"/>
                  </a:cubicBezTo>
                  <a:cubicBezTo>
                    <a:pt x="189" y="45"/>
                    <a:pt x="194" y="43"/>
                    <a:pt x="197" y="39"/>
                  </a:cubicBezTo>
                  <a:cubicBezTo>
                    <a:pt x="201" y="34"/>
                    <a:pt x="205" y="29"/>
                    <a:pt x="205" y="24"/>
                  </a:cubicBezTo>
                  <a:cubicBezTo>
                    <a:pt x="206" y="21"/>
                    <a:pt x="208" y="20"/>
                    <a:pt x="209" y="20"/>
                  </a:cubicBezTo>
                  <a:cubicBezTo>
                    <a:pt x="209" y="20"/>
                    <a:pt x="209" y="20"/>
                    <a:pt x="209" y="20"/>
                  </a:cubicBezTo>
                  <a:cubicBezTo>
                    <a:pt x="214" y="17"/>
                    <a:pt x="221" y="18"/>
                    <a:pt x="226" y="21"/>
                  </a:cubicBezTo>
                  <a:cubicBezTo>
                    <a:pt x="231" y="25"/>
                    <a:pt x="233" y="32"/>
                    <a:pt x="239" y="35"/>
                  </a:cubicBezTo>
                  <a:cubicBezTo>
                    <a:pt x="248" y="40"/>
                    <a:pt x="254" y="39"/>
                    <a:pt x="257" y="39"/>
                  </a:cubicBezTo>
                  <a:cubicBezTo>
                    <a:pt x="261" y="39"/>
                    <a:pt x="262" y="39"/>
                    <a:pt x="265" y="42"/>
                  </a:cubicBezTo>
                  <a:cubicBezTo>
                    <a:pt x="268" y="48"/>
                    <a:pt x="271" y="56"/>
                    <a:pt x="274" y="63"/>
                  </a:cubicBezTo>
                  <a:cubicBezTo>
                    <a:pt x="278" y="72"/>
                    <a:pt x="283" y="82"/>
                    <a:pt x="285" y="92"/>
                  </a:cubicBezTo>
                  <a:close/>
                  <a:moveTo>
                    <a:pt x="186" y="9"/>
                  </a:moveTo>
                  <a:cubicBezTo>
                    <a:pt x="183" y="0"/>
                    <a:pt x="173" y="1"/>
                    <a:pt x="171" y="9"/>
                  </a:cubicBezTo>
                  <a:cubicBezTo>
                    <a:pt x="167" y="12"/>
                    <a:pt x="169" y="22"/>
                    <a:pt x="172" y="25"/>
                  </a:cubicBezTo>
                  <a:cubicBezTo>
                    <a:pt x="181" y="33"/>
                    <a:pt x="188" y="16"/>
                    <a:pt x="186" y="9"/>
                  </a:cubicBezTo>
                  <a:close/>
                  <a:moveTo>
                    <a:pt x="50" y="234"/>
                  </a:moveTo>
                  <a:cubicBezTo>
                    <a:pt x="51" y="234"/>
                    <a:pt x="51" y="235"/>
                    <a:pt x="52" y="235"/>
                  </a:cubicBezTo>
                  <a:cubicBezTo>
                    <a:pt x="51" y="235"/>
                    <a:pt x="51" y="234"/>
                    <a:pt x="50" y="234"/>
                  </a:cubicBezTo>
                  <a:close/>
                  <a:moveTo>
                    <a:pt x="98" y="138"/>
                  </a:moveTo>
                  <a:cubicBezTo>
                    <a:pt x="96" y="123"/>
                    <a:pt x="61" y="126"/>
                    <a:pt x="50" y="128"/>
                  </a:cubicBezTo>
                  <a:cubicBezTo>
                    <a:pt x="45" y="125"/>
                    <a:pt x="28" y="134"/>
                    <a:pt x="25" y="141"/>
                  </a:cubicBezTo>
                  <a:cubicBezTo>
                    <a:pt x="21" y="144"/>
                    <a:pt x="18" y="150"/>
                    <a:pt x="15" y="162"/>
                  </a:cubicBezTo>
                  <a:cubicBezTo>
                    <a:pt x="11" y="174"/>
                    <a:pt x="23" y="182"/>
                    <a:pt x="27" y="193"/>
                  </a:cubicBezTo>
                  <a:cubicBezTo>
                    <a:pt x="31" y="211"/>
                    <a:pt x="26" y="221"/>
                    <a:pt x="42" y="237"/>
                  </a:cubicBezTo>
                  <a:cubicBezTo>
                    <a:pt x="43" y="238"/>
                    <a:pt x="44" y="238"/>
                    <a:pt x="45" y="238"/>
                  </a:cubicBezTo>
                  <a:cubicBezTo>
                    <a:pt x="45" y="239"/>
                    <a:pt x="45" y="239"/>
                    <a:pt x="45" y="240"/>
                  </a:cubicBezTo>
                  <a:cubicBezTo>
                    <a:pt x="49" y="243"/>
                    <a:pt x="53" y="240"/>
                    <a:pt x="52" y="235"/>
                  </a:cubicBezTo>
                  <a:cubicBezTo>
                    <a:pt x="56" y="224"/>
                    <a:pt x="58" y="211"/>
                    <a:pt x="66" y="202"/>
                  </a:cubicBezTo>
                  <a:cubicBezTo>
                    <a:pt x="72" y="195"/>
                    <a:pt x="83" y="193"/>
                    <a:pt x="84" y="183"/>
                  </a:cubicBezTo>
                  <a:cubicBezTo>
                    <a:pt x="84" y="179"/>
                    <a:pt x="83" y="174"/>
                    <a:pt x="85" y="170"/>
                  </a:cubicBezTo>
                  <a:cubicBezTo>
                    <a:pt x="94" y="162"/>
                    <a:pt x="99" y="150"/>
                    <a:pt x="98" y="138"/>
                  </a:cubicBezTo>
                  <a:close/>
                </a:path>
              </a:pathLst>
            </a:custGeom>
            <a:solidFill>
              <a:srgbClr val="9BC1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9" name="Freeform 8"/>
            <p:cNvSpPr>
              <a:spLocks noEditPoints="1"/>
            </p:cNvSpPr>
            <p:nvPr/>
          </p:nvSpPr>
          <p:spPr bwMode="auto">
            <a:xfrm>
              <a:off x="4201" y="1236"/>
              <a:ext cx="1227" cy="1167"/>
            </a:xfrm>
            <a:custGeom>
              <a:avLst/>
              <a:gdLst>
                <a:gd name="T0" fmla="*/ 250 w 278"/>
                <a:gd name="T1" fmla="*/ 79 h 265"/>
                <a:gd name="T2" fmla="*/ 215 w 278"/>
                <a:gd name="T3" fmla="*/ 96 h 265"/>
                <a:gd name="T4" fmla="*/ 198 w 278"/>
                <a:gd name="T5" fmla="*/ 103 h 265"/>
                <a:gd name="T6" fmla="*/ 240 w 278"/>
                <a:gd name="T7" fmla="*/ 72 h 265"/>
                <a:gd name="T8" fmla="*/ 233 w 278"/>
                <a:gd name="T9" fmla="*/ 32 h 265"/>
                <a:gd name="T10" fmla="*/ 258 w 278"/>
                <a:gd name="T11" fmla="*/ 41 h 265"/>
                <a:gd name="T12" fmla="*/ 275 w 278"/>
                <a:gd name="T13" fmla="*/ 84 h 265"/>
                <a:gd name="T14" fmla="*/ 113 w 278"/>
                <a:gd name="T15" fmla="*/ 262 h 265"/>
                <a:gd name="T16" fmla="*/ 131 w 278"/>
                <a:gd name="T17" fmla="*/ 249 h 265"/>
                <a:gd name="T18" fmla="*/ 162 w 278"/>
                <a:gd name="T19" fmla="*/ 262 h 265"/>
                <a:gd name="T20" fmla="*/ 182 w 278"/>
                <a:gd name="T21" fmla="*/ 187 h 265"/>
                <a:gd name="T22" fmla="*/ 199 w 278"/>
                <a:gd name="T23" fmla="*/ 173 h 265"/>
                <a:gd name="T24" fmla="*/ 205 w 278"/>
                <a:gd name="T25" fmla="*/ 167 h 265"/>
                <a:gd name="T26" fmla="*/ 222 w 278"/>
                <a:gd name="T27" fmla="*/ 51 h 265"/>
                <a:gd name="T28" fmla="*/ 230 w 278"/>
                <a:gd name="T29" fmla="*/ 65 h 265"/>
                <a:gd name="T30" fmla="*/ 30 w 278"/>
                <a:gd name="T31" fmla="*/ 176 h 265"/>
                <a:gd name="T32" fmla="*/ 38 w 278"/>
                <a:gd name="T33" fmla="*/ 188 h 265"/>
                <a:gd name="T34" fmla="*/ 38 w 278"/>
                <a:gd name="T35" fmla="*/ 188 h 265"/>
                <a:gd name="T36" fmla="*/ 4 w 278"/>
                <a:gd name="T37" fmla="*/ 84 h 265"/>
                <a:gd name="T38" fmla="*/ 13 w 278"/>
                <a:gd name="T39" fmla="*/ 100 h 265"/>
                <a:gd name="T40" fmla="*/ 71 w 278"/>
                <a:gd name="T41" fmla="*/ 62 h 265"/>
                <a:gd name="T42" fmla="*/ 119 w 278"/>
                <a:gd name="T43" fmla="*/ 43 h 265"/>
                <a:gd name="T44" fmla="*/ 124 w 278"/>
                <a:gd name="T45" fmla="*/ 30 h 265"/>
                <a:gd name="T46" fmla="*/ 53 w 278"/>
                <a:gd name="T47" fmla="*/ 70 h 265"/>
                <a:gd name="T48" fmla="*/ 16 w 278"/>
                <a:gd name="T49" fmla="*/ 106 h 265"/>
                <a:gd name="T50" fmla="*/ 33 w 278"/>
                <a:gd name="T51" fmla="*/ 97 h 265"/>
                <a:gd name="T52" fmla="*/ 67 w 278"/>
                <a:gd name="T53" fmla="*/ 73 h 265"/>
                <a:gd name="T54" fmla="*/ 45 w 278"/>
                <a:gd name="T55" fmla="*/ 230 h 265"/>
                <a:gd name="T56" fmla="*/ 48 w 278"/>
                <a:gd name="T57" fmla="*/ 210 h 265"/>
                <a:gd name="T58" fmla="*/ 84 w 278"/>
                <a:gd name="T59" fmla="*/ 155 h 265"/>
                <a:gd name="T60" fmla="*/ 83 w 278"/>
                <a:gd name="T61" fmla="*/ 131 h 265"/>
                <a:gd name="T62" fmla="*/ 64 w 278"/>
                <a:gd name="T63" fmla="*/ 178 h 265"/>
                <a:gd name="T64" fmla="*/ 45 w 278"/>
                <a:gd name="T65" fmla="*/ 199 h 265"/>
                <a:gd name="T66" fmla="*/ 166 w 278"/>
                <a:gd name="T67" fmla="*/ 21 h 265"/>
                <a:gd name="T68" fmla="*/ 181 w 278"/>
                <a:gd name="T69" fmla="*/ 5 h 265"/>
                <a:gd name="T70" fmla="*/ 188 w 278"/>
                <a:gd name="T71" fmla="*/ 56 h 265"/>
                <a:gd name="T72" fmla="*/ 171 w 278"/>
                <a:gd name="T73" fmla="*/ 62 h 265"/>
                <a:gd name="T74" fmla="*/ 201 w 278"/>
                <a:gd name="T75" fmla="*/ 244 h 265"/>
                <a:gd name="T76" fmla="*/ 237 w 278"/>
                <a:gd name="T77" fmla="*/ 184 h 265"/>
                <a:gd name="T78" fmla="*/ 235 w 278"/>
                <a:gd name="T79" fmla="*/ 129 h 265"/>
                <a:gd name="T80" fmla="*/ 228 w 278"/>
                <a:gd name="T81" fmla="*/ 137 h 265"/>
                <a:gd name="T82" fmla="*/ 177 w 278"/>
                <a:gd name="T83" fmla="*/ 208 h 265"/>
                <a:gd name="T84" fmla="*/ 195 w 278"/>
                <a:gd name="T85" fmla="*/ 232 h 2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78" h="265">
                  <a:moveTo>
                    <a:pt x="270" y="91"/>
                  </a:moveTo>
                  <a:cubicBezTo>
                    <a:pt x="265" y="90"/>
                    <a:pt x="260" y="88"/>
                    <a:pt x="257" y="84"/>
                  </a:cubicBezTo>
                  <a:cubicBezTo>
                    <a:pt x="255" y="82"/>
                    <a:pt x="253" y="80"/>
                    <a:pt x="250" y="79"/>
                  </a:cubicBezTo>
                  <a:cubicBezTo>
                    <a:pt x="248" y="78"/>
                    <a:pt x="245" y="79"/>
                    <a:pt x="244" y="78"/>
                  </a:cubicBezTo>
                  <a:cubicBezTo>
                    <a:pt x="241" y="81"/>
                    <a:pt x="236" y="81"/>
                    <a:pt x="233" y="82"/>
                  </a:cubicBezTo>
                  <a:cubicBezTo>
                    <a:pt x="227" y="87"/>
                    <a:pt x="221" y="92"/>
                    <a:pt x="215" y="96"/>
                  </a:cubicBezTo>
                  <a:cubicBezTo>
                    <a:pt x="206" y="107"/>
                    <a:pt x="202" y="112"/>
                    <a:pt x="188" y="113"/>
                  </a:cubicBezTo>
                  <a:cubicBezTo>
                    <a:pt x="184" y="113"/>
                    <a:pt x="183" y="109"/>
                    <a:pt x="185" y="107"/>
                  </a:cubicBezTo>
                  <a:cubicBezTo>
                    <a:pt x="189" y="104"/>
                    <a:pt x="194" y="105"/>
                    <a:pt x="198" y="103"/>
                  </a:cubicBezTo>
                  <a:cubicBezTo>
                    <a:pt x="202" y="100"/>
                    <a:pt x="205" y="94"/>
                    <a:pt x="209" y="91"/>
                  </a:cubicBezTo>
                  <a:cubicBezTo>
                    <a:pt x="217" y="84"/>
                    <a:pt x="225" y="76"/>
                    <a:pt x="235" y="73"/>
                  </a:cubicBezTo>
                  <a:cubicBezTo>
                    <a:pt x="237" y="72"/>
                    <a:pt x="239" y="72"/>
                    <a:pt x="240" y="72"/>
                  </a:cubicBezTo>
                  <a:cubicBezTo>
                    <a:pt x="240" y="63"/>
                    <a:pt x="238" y="55"/>
                    <a:pt x="236" y="47"/>
                  </a:cubicBezTo>
                  <a:cubicBezTo>
                    <a:pt x="235" y="43"/>
                    <a:pt x="235" y="40"/>
                    <a:pt x="233" y="37"/>
                  </a:cubicBezTo>
                  <a:cubicBezTo>
                    <a:pt x="232" y="36"/>
                    <a:pt x="232" y="34"/>
                    <a:pt x="233" y="32"/>
                  </a:cubicBezTo>
                  <a:cubicBezTo>
                    <a:pt x="237" y="28"/>
                    <a:pt x="242" y="33"/>
                    <a:pt x="246" y="34"/>
                  </a:cubicBezTo>
                  <a:cubicBezTo>
                    <a:pt x="247" y="34"/>
                    <a:pt x="248" y="34"/>
                    <a:pt x="249" y="34"/>
                  </a:cubicBezTo>
                  <a:cubicBezTo>
                    <a:pt x="254" y="30"/>
                    <a:pt x="256" y="37"/>
                    <a:pt x="258" y="41"/>
                  </a:cubicBezTo>
                  <a:cubicBezTo>
                    <a:pt x="264" y="48"/>
                    <a:pt x="268" y="57"/>
                    <a:pt x="270" y="66"/>
                  </a:cubicBezTo>
                  <a:cubicBezTo>
                    <a:pt x="273" y="67"/>
                    <a:pt x="278" y="82"/>
                    <a:pt x="275" y="84"/>
                  </a:cubicBezTo>
                  <a:cubicBezTo>
                    <a:pt x="275" y="84"/>
                    <a:pt x="275" y="84"/>
                    <a:pt x="275" y="84"/>
                  </a:cubicBezTo>
                  <a:cubicBezTo>
                    <a:pt x="277" y="88"/>
                    <a:pt x="274" y="92"/>
                    <a:pt x="270" y="91"/>
                  </a:cubicBezTo>
                  <a:close/>
                  <a:moveTo>
                    <a:pt x="118" y="264"/>
                  </a:moveTo>
                  <a:cubicBezTo>
                    <a:pt x="116" y="264"/>
                    <a:pt x="114" y="264"/>
                    <a:pt x="113" y="262"/>
                  </a:cubicBezTo>
                  <a:cubicBezTo>
                    <a:pt x="111" y="262"/>
                    <a:pt x="109" y="263"/>
                    <a:pt x="107" y="262"/>
                  </a:cubicBezTo>
                  <a:cubicBezTo>
                    <a:pt x="103" y="264"/>
                    <a:pt x="98" y="259"/>
                    <a:pt x="102" y="256"/>
                  </a:cubicBezTo>
                  <a:cubicBezTo>
                    <a:pt x="110" y="250"/>
                    <a:pt x="121" y="249"/>
                    <a:pt x="131" y="249"/>
                  </a:cubicBezTo>
                  <a:cubicBezTo>
                    <a:pt x="132" y="248"/>
                    <a:pt x="134" y="247"/>
                    <a:pt x="136" y="248"/>
                  </a:cubicBezTo>
                  <a:cubicBezTo>
                    <a:pt x="145" y="247"/>
                    <a:pt x="154" y="249"/>
                    <a:pt x="162" y="253"/>
                  </a:cubicBezTo>
                  <a:cubicBezTo>
                    <a:pt x="165" y="255"/>
                    <a:pt x="167" y="260"/>
                    <a:pt x="162" y="262"/>
                  </a:cubicBezTo>
                  <a:cubicBezTo>
                    <a:pt x="159" y="263"/>
                    <a:pt x="149" y="265"/>
                    <a:pt x="146" y="263"/>
                  </a:cubicBezTo>
                  <a:cubicBezTo>
                    <a:pt x="137" y="263"/>
                    <a:pt x="127" y="265"/>
                    <a:pt x="118" y="264"/>
                  </a:cubicBezTo>
                  <a:close/>
                  <a:moveTo>
                    <a:pt x="182" y="187"/>
                  </a:moveTo>
                  <a:cubicBezTo>
                    <a:pt x="177" y="185"/>
                    <a:pt x="181" y="176"/>
                    <a:pt x="186" y="178"/>
                  </a:cubicBezTo>
                  <a:cubicBezTo>
                    <a:pt x="190" y="181"/>
                    <a:pt x="186" y="189"/>
                    <a:pt x="182" y="187"/>
                  </a:cubicBezTo>
                  <a:close/>
                  <a:moveTo>
                    <a:pt x="199" y="173"/>
                  </a:moveTo>
                  <a:cubicBezTo>
                    <a:pt x="197" y="173"/>
                    <a:pt x="195" y="171"/>
                    <a:pt x="196" y="168"/>
                  </a:cubicBezTo>
                  <a:cubicBezTo>
                    <a:pt x="197" y="165"/>
                    <a:pt x="199" y="157"/>
                    <a:pt x="204" y="160"/>
                  </a:cubicBezTo>
                  <a:cubicBezTo>
                    <a:pt x="207" y="162"/>
                    <a:pt x="206" y="165"/>
                    <a:pt x="205" y="167"/>
                  </a:cubicBezTo>
                  <a:cubicBezTo>
                    <a:pt x="204" y="170"/>
                    <a:pt x="203" y="174"/>
                    <a:pt x="199" y="173"/>
                  </a:cubicBezTo>
                  <a:close/>
                  <a:moveTo>
                    <a:pt x="218" y="60"/>
                  </a:moveTo>
                  <a:cubicBezTo>
                    <a:pt x="223" y="62"/>
                    <a:pt x="227" y="53"/>
                    <a:pt x="222" y="51"/>
                  </a:cubicBezTo>
                  <a:cubicBezTo>
                    <a:pt x="217" y="48"/>
                    <a:pt x="213" y="58"/>
                    <a:pt x="218" y="60"/>
                  </a:cubicBezTo>
                  <a:close/>
                  <a:moveTo>
                    <a:pt x="224" y="68"/>
                  </a:moveTo>
                  <a:cubicBezTo>
                    <a:pt x="227" y="70"/>
                    <a:pt x="229" y="68"/>
                    <a:pt x="230" y="65"/>
                  </a:cubicBezTo>
                  <a:cubicBezTo>
                    <a:pt x="232" y="64"/>
                    <a:pt x="232" y="62"/>
                    <a:pt x="231" y="60"/>
                  </a:cubicBezTo>
                  <a:cubicBezTo>
                    <a:pt x="227" y="54"/>
                    <a:pt x="218" y="65"/>
                    <a:pt x="224" y="68"/>
                  </a:cubicBezTo>
                  <a:close/>
                  <a:moveTo>
                    <a:pt x="30" y="176"/>
                  </a:moveTo>
                  <a:cubicBezTo>
                    <a:pt x="25" y="173"/>
                    <a:pt x="30" y="165"/>
                    <a:pt x="35" y="169"/>
                  </a:cubicBezTo>
                  <a:cubicBezTo>
                    <a:pt x="38" y="172"/>
                    <a:pt x="33" y="178"/>
                    <a:pt x="30" y="176"/>
                  </a:cubicBezTo>
                  <a:close/>
                  <a:moveTo>
                    <a:pt x="38" y="188"/>
                  </a:moveTo>
                  <a:cubicBezTo>
                    <a:pt x="41" y="189"/>
                    <a:pt x="43" y="187"/>
                    <a:pt x="44" y="185"/>
                  </a:cubicBezTo>
                  <a:cubicBezTo>
                    <a:pt x="46" y="183"/>
                    <a:pt x="47" y="181"/>
                    <a:pt x="45" y="179"/>
                  </a:cubicBezTo>
                  <a:cubicBezTo>
                    <a:pt x="41" y="174"/>
                    <a:pt x="32" y="185"/>
                    <a:pt x="38" y="188"/>
                  </a:cubicBezTo>
                  <a:close/>
                  <a:moveTo>
                    <a:pt x="4" y="84"/>
                  </a:moveTo>
                  <a:cubicBezTo>
                    <a:pt x="0" y="81"/>
                    <a:pt x="5" y="74"/>
                    <a:pt x="9" y="77"/>
                  </a:cubicBezTo>
                  <a:cubicBezTo>
                    <a:pt x="14" y="80"/>
                    <a:pt x="8" y="88"/>
                    <a:pt x="4" y="84"/>
                  </a:cubicBezTo>
                  <a:close/>
                  <a:moveTo>
                    <a:pt x="5" y="100"/>
                  </a:moveTo>
                  <a:cubicBezTo>
                    <a:pt x="4" y="94"/>
                    <a:pt x="14" y="88"/>
                    <a:pt x="15" y="96"/>
                  </a:cubicBezTo>
                  <a:cubicBezTo>
                    <a:pt x="15" y="98"/>
                    <a:pt x="13" y="99"/>
                    <a:pt x="13" y="100"/>
                  </a:cubicBezTo>
                  <a:cubicBezTo>
                    <a:pt x="12" y="105"/>
                    <a:pt x="5" y="104"/>
                    <a:pt x="5" y="100"/>
                  </a:cubicBezTo>
                  <a:close/>
                  <a:moveTo>
                    <a:pt x="70" y="64"/>
                  </a:moveTo>
                  <a:cubicBezTo>
                    <a:pt x="70" y="63"/>
                    <a:pt x="71" y="63"/>
                    <a:pt x="71" y="62"/>
                  </a:cubicBezTo>
                  <a:cubicBezTo>
                    <a:pt x="76" y="60"/>
                    <a:pt x="80" y="62"/>
                    <a:pt x="85" y="62"/>
                  </a:cubicBezTo>
                  <a:cubicBezTo>
                    <a:pt x="96" y="64"/>
                    <a:pt x="100" y="53"/>
                    <a:pt x="107" y="48"/>
                  </a:cubicBezTo>
                  <a:cubicBezTo>
                    <a:pt x="111" y="46"/>
                    <a:pt x="115" y="45"/>
                    <a:pt x="119" y="43"/>
                  </a:cubicBezTo>
                  <a:cubicBezTo>
                    <a:pt x="122" y="42"/>
                    <a:pt x="125" y="40"/>
                    <a:pt x="127" y="38"/>
                  </a:cubicBezTo>
                  <a:cubicBezTo>
                    <a:pt x="131" y="35"/>
                    <a:pt x="140" y="25"/>
                    <a:pt x="132" y="22"/>
                  </a:cubicBezTo>
                  <a:cubicBezTo>
                    <a:pt x="127" y="20"/>
                    <a:pt x="127" y="28"/>
                    <a:pt x="124" y="30"/>
                  </a:cubicBezTo>
                  <a:cubicBezTo>
                    <a:pt x="108" y="42"/>
                    <a:pt x="106" y="34"/>
                    <a:pt x="90" y="53"/>
                  </a:cubicBezTo>
                  <a:cubicBezTo>
                    <a:pt x="84" y="57"/>
                    <a:pt x="76" y="49"/>
                    <a:pt x="67" y="55"/>
                  </a:cubicBezTo>
                  <a:cubicBezTo>
                    <a:pt x="60" y="59"/>
                    <a:pt x="57" y="66"/>
                    <a:pt x="53" y="70"/>
                  </a:cubicBezTo>
                  <a:cubicBezTo>
                    <a:pt x="49" y="74"/>
                    <a:pt x="43" y="74"/>
                    <a:pt x="39" y="78"/>
                  </a:cubicBezTo>
                  <a:cubicBezTo>
                    <a:pt x="35" y="81"/>
                    <a:pt x="33" y="86"/>
                    <a:pt x="30" y="89"/>
                  </a:cubicBezTo>
                  <a:cubicBezTo>
                    <a:pt x="24" y="93"/>
                    <a:pt x="18" y="98"/>
                    <a:pt x="16" y="106"/>
                  </a:cubicBezTo>
                  <a:cubicBezTo>
                    <a:pt x="15" y="111"/>
                    <a:pt x="11" y="124"/>
                    <a:pt x="19" y="127"/>
                  </a:cubicBezTo>
                  <a:cubicBezTo>
                    <a:pt x="22" y="127"/>
                    <a:pt x="25" y="122"/>
                    <a:pt x="22" y="120"/>
                  </a:cubicBezTo>
                  <a:cubicBezTo>
                    <a:pt x="22" y="111"/>
                    <a:pt x="25" y="102"/>
                    <a:pt x="33" y="97"/>
                  </a:cubicBezTo>
                  <a:cubicBezTo>
                    <a:pt x="38" y="94"/>
                    <a:pt x="41" y="88"/>
                    <a:pt x="45" y="84"/>
                  </a:cubicBezTo>
                  <a:cubicBezTo>
                    <a:pt x="53" y="81"/>
                    <a:pt x="56" y="78"/>
                    <a:pt x="59" y="76"/>
                  </a:cubicBezTo>
                  <a:cubicBezTo>
                    <a:pt x="61" y="79"/>
                    <a:pt x="65" y="76"/>
                    <a:pt x="67" y="73"/>
                  </a:cubicBezTo>
                  <a:cubicBezTo>
                    <a:pt x="69" y="70"/>
                    <a:pt x="72" y="66"/>
                    <a:pt x="70" y="64"/>
                  </a:cubicBezTo>
                  <a:close/>
                  <a:moveTo>
                    <a:pt x="40" y="233"/>
                  </a:moveTo>
                  <a:cubicBezTo>
                    <a:pt x="42" y="234"/>
                    <a:pt x="45" y="232"/>
                    <a:pt x="45" y="230"/>
                  </a:cubicBezTo>
                  <a:cubicBezTo>
                    <a:pt x="45" y="230"/>
                    <a:pt x="45" y="230"/>
                    <a:pt x="45" y="230"/>
                  </a:cubicBezTo>
                  <a:cubicBezTo>
                    <a:pt x="45" y="230"/>
                    <a:pt x="45" y="230"/>
                    <a:pt x="45" y="230"/>
                  </a:cubicBezTo>
                  <a:cubicBezTo>
                    <a:pt x="45" y="223"/>
                    <a:pt x="45" y="216"/>
                    <a:pt x="48" y="210"/>
                  </a:cubicBezTo>
                  <a:cubicBezTo>
                    <a:pt x="51" y="204"/>
                    <a:pt x="54" y="198"/>
                    <a:pt x="58" y="192"/>
                  </a:cubicBezTo>
                  <a:cubicBezTo>
                    <a:pt x="68" y="185"/>
                    <a:pt x="73" y="187"/>
                    <a:pt x="74" y="172"/>
                  </a:cubicBezTo>
                  <a:cubicBezTo>
                    <a:pt x="74" y="165"/>
                    <a:pt x="81" y="161"/>
                    <a:pt x="84" y="155"/>
                  </a:cubicBezTo>
                  <a:cubicBezTo>
                    <a:pt x="85" y="150"/>
                    <a:pt x="88" y="145"/>
                    <a:pt x="90" y="140"/>
                  </a:cubicBezTo>
                  <a:cubicBezTo>
                    <a:pt x="91" y="136"/>
                    <a:pt x="93" y="128"/>
                    <a:pt x="87" y="127"/>
                  </a:cubicBezTo>
                  <a:cubicBezTo>
                    <a:pt x="85" y="127"/>
                    <a:pt x="83" y="129"/>
                    <a:pt x="83" y="131"/>
                  </a:cubicBezTo>
                  <a:cubicBezTo>
                    <a:pt x="83" y="137"/>
                    <a:pt x="80" y="141"/>
                    <a:pt x="78" y="146"/>
                  </a:cubicBezTo>
                  <a:cubicBezTo>
                    <a:pt x="77" y="149"/>
                    <a:pt x="76" y="152"/>
                    <a:pt x="74" y="155"/>
                  </a:cubicBezTo>
                  <a:cubicBezTo>
                    <a:pt x="68" y="161"/>
                    <a:pt x="65" y="169"/>
                    <a:pt x="64" y="178"/>
                  </a:cubicBezTo>
                  <a:cubicBezTo>
                    <a:pt x="64" y="179"/>
                    <a:pt x="63" y="180"/>
                    <a:pt x="62" y="180"/>
                  </a:cubicBezTo>
                  <a:cubicBezTo>
                    <a:pt x="58" y="182"/>
                    <a:pt x="54" y="185"/>
                    <a:pt x="51" y="188"/>
                  </a:cubicBezTo>
                  <a:cubicBezTo>
                    <a:pt x="48" y="191"/>
                    <a:pt x="47" y="195"/>
                    <a:pt x="45" y="199"/>
                  </a:cubicBezTo>
                  <a:cubicBezTo>
                    <a:pt x="41" y="204"/>
                    <a:pt x="38" y="209"/>
                    <a:pt x="37" y="216"/>
                  </a:cubicBezTo>
                  <a:cubicBezTo>
                    <a:pt x="37" y="221"/>
                    <a:pt x="34" y="231"/>
                    <a:pt x="40" y="233"/>
                  </a:cubicBezTo>
                  <a:close/>
                  <a:moveTo>
                    <a:pt x="166" y="21"/>
                  </a:moveTo>
                  <a:cubicBezTo>
                    <a:pt x="161" y="21"/>
                    <a:pt x="161" y="12"/>
                    <a:pt x="167" y="13"/>
                  </a:cubicBezTo>
                  <a:cubicBezTo>
                    <a:pt x="173" y="11"/>
                    <a:pt x="172" y="7"/>
                    <a:pt x="174" y="2"/>
                  </a:cubicBezTo>
                  <a:cubicBezTo>
                    <a:pt x="177" y="0"/>
                    <a:pt x="181" y="2"/>
                    <a:pt x="181" y="5"/>
                  </a:cubicBezTo>
                  <a:cubicBezTo>
                    <a:pt x="181" y="13"/>
                    <a:pt x="174" y="21"/>
                    <a:pt x="166" y="21"/>
                  </a:cubicBezTo>
                  <a:close/>
                  <a:moveTo>
                    <a:pt x="171" y="71"/>
                  </a:moveTo>
                  <a:cubicBezTo>
                    <a:pt x="179" y="70"/>
                    <a:pt x="181" y="60"/>
                    <a:pt x="188" y="56"/>
                  </a:cubicBezTo>
                  <a:cubicBezTo>
                    <a:pt x="189" y="55"/>
                    <a:pt x="190" y="54"/>
                    <a:pt x="192" y="54"/>
                  </a:cubicBezTo>
                  <a:cubicBezTo>
                    <a:pt x="196" y="52"/>
                    <a:pt x="193" y="44"/>
                    <a:pt x="189" y="47"/>
                  </a:cubicBezTo>
                  <a:cubicBezTo>
                    <a:pt x="181" y="49"/>
                    <a:pt x="177" y="56"/>
                    <a:pt x="171" y="62"/>
                  </a:cubicBezTo>
                  <a:cubicBezTo>
                    <a:pt x="170" y="63"/>
                    <a:pt x="169" y="63"/>
                    <a:pt x="169" y="64"/>
                  </a:cubicBezTo>
                  <a:cubicBezTo>
                    <a:pt x="166" y="66"/>
                    <a:pt x="168" y="70"/>
                    <a:pt x="171" y="71"/>
                  </a:cubicBezTo>
                  <a:close/>
                  <a:moveTo>
                    <a:pt x="201" y="244"/>
                  </a:moveTo>
                  <a:cubicBezTo>
                    <a:pt x="202" y="244"/>
                    <a:pt x="202" y="244"/>
                    <a:pt x="203" y="244"/>
                  </a:cubicBezTo>
                  <a:cubicBezTo>
                    <a:pt x="219" y="244"/>
                    <a:pt x="220" y="208"/>
                    <a:pt x="227" y="198"/>
                  </a:cubicBezTo>
                  <a:cubicBezTo>
                    <a:pt x="232" y="195"/>
                    <a:pt x="234" y="188"/>
                    <a:pt x="237" y="184"/>
                  </a:cubicBezTo>
                  <a:cubicBezTo>
                    <a:pt x="243" y="172"/>
                    <a:pt x="250" y="157"/>
                    <a:pt x="245" y="143"/>
                  </a:cubicBezTo>
                  <a:cubicBezTo>
                    <a:pt x="243" y="139"/>
                    <a:pt x="240" y="131"/>
                    <a:pt x="236" y="131"/>
                  </a:cubicBezTo>
                  <a:cubicBezTo>
                    <a:pt x="235" y="130"/>
                    <a:pt x="235" y="129"/>
                    <a:pt x="235" y="129"/>
                  </a:cubicBezTo>
                  <a:cubicBezTo>
                    <a:pt x="234" y="128"/>
                    <a:pt x="232" y="128"/>
                    <a:pt x="231" y="128"/>
                  </a:cubicBezTo>
                  <a:cubicBezTo>
                    <a:pt x="230" y="130"/>
                    <a:pt x="230" y="132"/>
                    <a:pt x="229" y="134"/>
                  </a:cubicBezTo>
                  <a:cubicBezTo>
                    <a:pt x="229" y="135"/>
                    <a:pt x="228" y="136"/>
                    <a:pt x="228" y="137"/>
                  </a:cubicBezTo>
                  <a:cubicBezTo>
                    <a:pt x="223" y="161"/>
                    <a:pt x="210" y="178"/>
                    <a:pt x="191" y="193"/>
                  </a:cubicBezTo>
                  <a:cubicBezTo>
                    <a:pt x="188" y="195"/>
                    <a:pt x="185" y="198"/>
                    <a:pt x="181" y="200"/>
                  </a:cubicBezTo>
                  <a:cubicBezTo>
                    <a:pt x="179" y="202"/>
                    <a:pt x="174" y="205"/>
                    <a:pt x="177" y="208"/>
                  </a:cubicBezTo>
                  <a:cubicBezTo>
                    <a:pt x="178" y="210"/>
                    <a:pt x="179" y="210"/>
                    <a:pt x="180" y="210"/>
                  </a:cubicBezTo>
                  <a:cubicBezTo>
                    <a:pt x="180" y="210"/>
                    <a:pt x="180" y="210"/>
                    <a:pt x="180" y="210"/>
                  </a:cubicBezTo>
                  <a:cubicBezTo>
                    <a:pt x="182" y="219"/>
                    <a:pt x="190" y="224"/>
                    <a:pt x="195" y="232"/>
                  </a:cubicBezTo>
                  <a:cubicBezTo>
                    <a:pt x="198" y="236"/>
                    <a:pt x="196" y="242"/>
                    <a:pt x="201" y="244"/>
                  </a:cubicBezTo>
                  <a:close/>
                </a:path>
              </a:pathLst>
            </a:custGeom>
            <a:solidFill>
              <a:srgbClr val="8AB4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10" name="Freeform 9"/>
            <p:cNvSpPr/>
            <p:nvPr/>
          </p:nvSpPr>
          <p:spPr bwMode="auto">
            <a:xfrm>
              <a:off x="4205" y="1051"/>
              <a:ext cx="1356" cy="1955"/>
            </a:xfrm>
            <a:custGeom>
              <a:avLst/>
              <a:gdLst>
                <a:gd name="T0" fmla="*/ 304 w 307"/>
                <a:gd name="T1" fmla="*/ 189 h 444"/>
                <a:gd name="T2" fmla="*/ 297 w 307"/>
                <a:gd name="T3" fmla="*/ 221 h 444"/>
                <a:gd name="T4" fmla="*/ 286 w 307"/>
                <a:gd name="T5" fmla="*/ 247 h 444"/>
                <a:gd name="T6" fmla="*/ 269 w 307"/>
                <a:gd name="T7" fmla="*/ 271 h 444"/>
                <a:gd name="T8" fmla="*/ 258 w 307"/>
                <a:gd name="T9" fmla="*/ 282 h 444"/>
                <a:gd name="T10" fmla="*/ 253 w 307"/>
                <a:gd name="T11" fmla="*/ 287 h 444"/>
                <a:gd name="T12" fmla="*/ 208 w 307"/>
                <a:gd name="T13" fmla="*/ 319 h 444"/>
                <a:gd name="T14" fmla="*/ 180 w 307"/>
                <a:gd name="T15" fmla="*/ 330 h 444"/>
                <a:gd name="T16" fmla="*/ 153 w 307"/>
                <a:gd name="T17" fmla="*/ 334 h 444"/>
                <a:gd name="T18" fmla="*/ 148 w 307"/>
                <a:gd name="T19" fmla="*/ 359 h 444"/>
                <a:gd name="T20" fmla="*/ 148 w 307"/>
                <a:gd name="T21" fmla="*/ 383 h 444"/>
                <a:gd name="T22" fmla="*/ 150 w 307"/>
                <a:gd name="T23" fmla="*/ 390 h 444"/>
                <a:gd name="T24" fmla="*/ 190 w 307"/>
                <a:gd name="T25" fmla="*/ 422 h 444"/>
                <a:gd name="T26" fmla="*/ 210 w 307"/>
                <a:gd name="T27" fmla="*/ 440 h 444"/>
                <a:gd name="T28" fmla="*/ 180 w 307"/>
                <a:gd name="T29" fmla="*/ 444 h 444"/>
                <a:gd name="T30" fmla="*/ 115 w 307"/>
                <a:gd name="T31" fmla="*/ 443 h 444"/>
                <a:gd name="T32" fmla="*/ 92 w 307"/>
                <a:gd name="T33" fmla="*/ 443 h 444"/>
                <a:gd name="T34" fmla="*/ 73 w 307"/>
                <a:gd name="T35" fmla="*/ 436 h 444"/>
                <a:gd name="T36" fmla="*/ 86 w 307"/>
                <a:gd name="T37" fmla="*/ 428 h 444"/>
                <a:gd name="T38" fmla="*/ 107 w 307"/>
                <a:gd name="T39" fmla="*/ 411 h 444"/>
                <a:gd name="T40" fmla="*/ 138 w 307"/>
                <a:gd name="T41" fmla="*/ 387 h 444"/>
                <a:gd name="T42" fmla="*/ 137 w 307"/>
                <a:gd name="T43" fmla="*/ 386 h 444"/>
                <a:gd name="T44" fmla="*/ 138 w 307"/>
                <a:gd name="T45" fmla="*/ 375 h 444"/>
                <a:gd name="T46" fmla="*/ 136 w 307"/>
                <a:gd name="T47" fmla="*/ 334 h 444"/>
                <a:gd name="T48" fmla="*/ 71 w 307"/>
                <a:gd name="T49" fmla="*/ 322 h 444"/>
                <a:gd name="T50" fmla="*/ 22 w 307"/>
                <a:gd name="T51" fmla="*/ 292 h 444"/>
                <a:gd name="T52" fmla="*/ 11 w 307"/>
                <a:gd name="T53" fmla="*/ 297 h 444"/>
                <a:gd name="T54" fmla="*/ 21 w 307"/>
                <a:gd name="T55" fmla="*/ 272 h 444"/>
                <a:gd name="T56" fmla="*/ 29 w 307"/>
                <a:gd name="T57" fmla="*/ 270 h 444"/>
                <a:gd name="T58" fmla="*/ 37 w 307"/>
                <a:gd name="T59" fmla="*/ 276 h 444"/>
                <a:gd name="T60" fmla="*/ 27 w 307"/>
                <a:gd name="T61" fmla="*/ 288 h 444"/>
                <a:gd name="T62" fmla="*/ 31 w 307"/>
                <a:gd name="T63" fmla="*/ 291 h 444"/>
                <a:gd name="T64" fmla="*/ 110 w 307"/>
                <a:gd name="T65" fmla="*/ 323 h 444"/>
                <a:gd name="T66" fmla="*/ 137 w 307"/>
                <a:gd name="T67" fmla="*/ 325 h 444"/>
                <a:gd name="T68" fmla="*/ 180 w 307"/>
                <a:gd name="T69" fmla="*/ 321 h 444"/>
                <a:gd name="T70" fmla="*/ 205 w 307"/>
                <a:gd name="T71" fmla="*/ 311 h 444"/>
                <a:gd name="T72" fmla="*/ 234 w 307"/>
                <a:gd name="T73" fmla="*/ 294 h 444"/>
                <a:gd name="T74" fmla="*/ 277 w 307"/>
                <a:gd name="T75" fmla="*/ 245 h 444"/>
                <a:gd name="T76" fmla="*/ 287 w 307"/>
                <a:gd name="T77" fmla="*/ 225 h 444"/>
                <a:gd name="T78" fmla="*/ 291 w 307"/>
                <a:gd name="T79" fmla="*/ 210 h 444"/>
                <a:gd name="T80" fmla="*/ 288 w 307"/>
                <a:gd name="T81" fmla="*/ 106 h 444"/>
                <a:gd name="T82" fmla="*/ 265 w 307"/>
                <a:gd name="T83" fmla="*/ 62 h 444"/>
                <a:gd name="T84" fmla="*/ 237 w 307"/>
                <a:gd name="T85" fmla="*/ 33 h 444"/>
                <a:gd name="T86" fmla="*/ 228 w 307"/>
                <a:gd name="T87" fmla="*/ 35 h 444"/>
                <a:gd name="T88" fmla="*/ 220 w 307"/>
                <a:gd name="T89" fmla="*/ 37 h 444"/>
                <a:gd name="T90" fmla="*/ 230 w 307"/>
                <a:gd name="T91" fmla="*/ 12 h 444"/>
                <a:gd name="T92" fmla="*/ 241 w 307"/>
                <a:gd name="T93" fmla="*/ 2 h 444"/>
                <a:gd name="T94" fmla="*/ 250 w 307"/>
                <a:gd name="T95" fmla="*/ 7 h 444"/>
                <a:gd name="T96" fmla="*/ 241 w 307"/>
                <a:gd name="T97" fmla="*/ 25 h 444"/>
                <a:gd name="T98" fmla="*/ 252 w 307"/>
                <a:gd name="T99" fmla="*/ 34 h 444"/>
                <a:gd name="T100" fmla="*/ 269 w 307"/>
                <a:gd name="T101" fmla="*/ 55 h 444"/>
                <a:gd name="T102" fmla="*/ 296 w 307"/>
                <a:gd name="T103" fmla="*/ 103 h 4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307" h="444">
                  <a:moveTo>
                    <a:pt x="306" y="146"/>
                  </a:moveTo>
                  <a:cubicBezTo>
                    <a:pt x="307" y="161"/>
                    <a:pt x="305" y="175"/>
                    <a:pt x="304" y="189"/>
                  </a:cubicBezTo>
                  <a:cubicBezTo>
                    <a:pt x="302" y="198"/>
                    <a:pt x="301" y="208"/>
                    <a:pt x="298" y="216"/>
                  </a:cubicBezTo>
                  <a:cubicBezTo>
                    <a:pt x="298" y="218"/>
                    <a:pt x="297" y="219"/>
                    <a:pt x="297" y="221"/>
                  </a:cubicBezTo>
                  <a:cubicBezTo>
                    <a:pt x="297" y="222"/>
                    <a:pt x="297" y="223"/>
                    <a:pt x="297" y="224"/>
                  </a:cubicBezTo>
                  <a:cubicBezTo>
                    <a:pt x="294" y="232"/>
                    <a:pt x="290" y="239"/>
                    <a:pt x="286" y="247"/>
                  </a:cubicBezTo>
                  <a:cubicBezTo>
                    <a:pt x="282" y="252"/>
                    <a:pt x="279" y="258"/>
                    <a:pt x="276" y="263"/>
                  </a:cubicBezTo>
                  <a:cubicBezTo>
                    <a:pt x="274" y="266"/>
                    <a:pt x="272" y="270"/>
                    <a:pt x="269" y="271"/>
                  </a:cubicBezTo>
                  <a:cubicBezTo>
                    <a:pt x="267" y="273"/>
                    <a:pt x="265" y="276"/>
                    <a:pt x="263" y="278"/>
                  </a:cubicBezTo>
                  <a:cubicBezTo>
                    <a:pt x="261" y="280"/>
                    <a:pt x="260" y="282"/>
                    <a:pt x="258" y="282"/>
                  </a:cubicBezTo>
                  <a:cubicBezTo>
                    <a:pt x="257" y="282"/>
                    <a:pt x="257" y="283"/>
                    <a:pt x="257" y="283"/>
                  </a:cubicBezTo>
                  <a:cubicBezTo>
                    <a:pt x="255" y="284"/>
                    <a:pt x="254" y="285"/>
                    <a:pt x="253" y="287"/>
                  </a:cubicBezTo>
                  <a:cubicBezTo>
                    <a:pt x="252" y="290"/>
                    <a:pt x="241" y="298"/>
                    <a:pt x="238" y="301"/>
                  </a:cubicBezTo>
                  <a:cubicBezTo>
                    <a:pt x="229" y="308"/>
                    <a:pt x="218" y="313"/>
                    <a:pt x="208" y="319"/>
                  </a:cubicBezTo>
                  <a:cubicBezTo>
                    <a:pt x="202" y="322"/>
                    <a:pt x="196" y="325"/>
                    <a:pt x="190" y="327"/>
                  </a:cubicBezTo>
                  <a:cubicBezTo>
                    <a:pt x="187" y="328"/>
                    <a:pt x="183" y="331"/>
                    <a:pt x="180" y="330"/>
                  </a:cubicBezTo>
                  <a:cubicBezTo>
                    <a:pt x="173" y="331"/>
                    <a:pt x="167" y="333"/>
                    <a:pt x="160" y="334"/>
                  </a:cubicBezTo>
                  <a:cubicBezTo>
                    <a:pt x="158" y="334"/>
                    <a:pt x="155" y="336"/>
                    <a:pt x="153" y="334"/>
                  </a:cubicBezTo>
                  <a:cubicBezTo>
                    <a:pt x="151" y="334"/>
                    <a:pt x="149" y="334"/>
                    <a:pt x="147" y="334"/>
                  </a:cubicBezTo>
                  <a:cubicBezTo>
                    <a:pt x="150" y="340"/>
                    <a:pt x="148" y="355"/>
                    <a:pt x="148" y="359"/>
                  </a:cubicBezTo>
                  <a:cubicBezTo>
                    <a:pt x="148" y="365"/>
                    <a:pt x="148" y="372"/>
                    <a:pt x="148" y="378"/>
                  </a:cubicBezTo>
                  <a:cubicBezTo>
                    <a:pt x="147" y="379"/>
                    <a:pt x="148" y="381"/>
                    <a:pt x="148" y="383"/>
                  </a:cubicBezTo>
                  <a:cubicBezTo>
                    <a:pt x="149" y="384"/>
                    <a:pt x="151" y="387"/>
                    <a:pt x="150" y="390"/>
                  </a:cubicBezTo>
                  <a:cubicBezTo>
                    <a:pt x="150" y="390"/>
                    <a:pt x="150" y="390"/>
                    <a:pt x="150" y="390"/>
                  </a:cubicBezTo>
                  <a:cubicBezTo>
                    <a:pt x="152" y="392"/>
                    <a:pt x="154" y="393"/>
                    <a:pt x="155" y="395"/>
                  </a:cubicBezTo>
                  <a:cubicBezTo>
                    <a:pt x="167" y="404"/>
                    <a:pt x="178" y="413"/>
                    <a:pt x="190" y="422"/>
                  </a:cubicBezTo>
                  <a:cubicBezTo>
                    <a:pt x="197" y="427"/>
                    <a:pt x="204" y="432"/>
                    <a:pt x="210" y="437"/>
                  </a:cubicBezTo>
                  <a:cubicBezTo>
                    <a:pt x="210" y="438"/>
                    <a:pt x="211" y="439"/>
                    <a:pt x="210" y="440"/>
                  </a:cubicBezTo>
                  <a:cubicBezTo>
                    <a:pt x="211" y="442"/>
                    <a:pt x="209" y="444"/>
                    <a:pt x="207" y="444"/>
                  </a:cubicBezTo>
                  <a:cubicBezTo>
                    <a:pt x="198" y="444"/>
                    <a:pt x="189" y="443"/>
                    <a:pt x="180" y="444"/>
                  </a:cubicBezTo>
                  <a:cubicBezTo>
                    <a:pt x="173" y="444"/>
                    <a:pt x="167" y="443"/>
                    <a:pt x="160" y="442"/>
                  </a:cubicBezTo>
                  <a:cubicBezTo>
                    <a:pt x="145" y="441"/>
                    <a:pt x="130" y="443"/>
                    <a:pt x="115" y="443"/>
                  </a:cubicBezTo>
                  <a:cubicBezTo>
                    <a:pt x="113" y="444"/>
                    <a:pt x="111" y="443"/>
                    <a:pt x="109" y="443"/>
                  </a:cubicBezTo>
                  <a:cubicBezTo>
                    <a:pt x="103" y="443"/>
                    <a:pt x="98" y="443"/>
                    <a:pt x="92" y="443"/>
                  </a:cubicBezTo>
                  <a:cubicBezTo>
                    <a:pt x="86" y="443"/>
                    <a:pt x="80" y="444"/>
                    <a:pt x="74" y="443"/>
                  </a:cubicBezTo>
                  <a:cubicBezTo>
                    <a:pt x="71" y="442"/>
                    <a:pt x="70" y="438"/>
                    <a:pt x="73" y="436"/>
                  </a:cubicBezTo>
                  <a:cubicBezTo>
                    <a:pt x="74" y="435"/>
                    <a:pt x="76" y="434"/>
                    <a:pt x="77" y="434"/>
                  </a:cubicBezTo>
                  <a:cubicBezTo>
                    <a:pt x="79" y="431"/>
                    <a:pt x="84" y="430"/>
                    <a:pt x="86" y="428"/>
                  </a:cubicBezTo>
                  <a:cubicBezTo>
                    <a:pt x="91" y="424"/>
                    <a:pt x="95" y="421"/>
                    <a:pt x="99" y="417"/>
                  </a:cubicBezTo>
                  <a:cubicBezTo>
                    <a:pt x="101" y="414"/>
                    <a:pt x="104" y="413"/>
                    <a:pt x="107" y="411"/>
                  </a:cubicBezTo>
                  <a:cubicBezTo>
                    <a:pt x="111" y="408"/>
                    <a:pt x="115" y="405"/>
                    <a:pt x="119" y="401"/>
                  </a:cubicBezTo>
                  <a:cubicBezTo>
                    <a:pt x="125" y="397"/>
                    <a:pt x="131" y="390"/>
                    <a:pt x="138" y="387"/>
                  </a:cubicBezTo>
                  <a:cubicBezTo>
                    <a:pt x="137" y="386"/>
                    <a:pt x="137" y="386"/>
                    <a:pt x="137" y="386"/>
                  </a:cubicBezTo>
                  <a:cubicBezTo>
                    <a:pt x="137" y="386"/>
                    <a:pt x="137" y="386"/>
                    <a:pt x="137" y="386"/>
                  </a:cubicBezTo>
                  <a:cubicBezTo>
                    <a:pt x="136" y="384"/>
                    <a:pt x="136" y="379"/>
                    <a:pt x="138" y="376"/>
                  </a:cubicBezTo>
                  <a:cubicBezTo>
                    <a:pt x="138" y="376"/>
                    <a:pt x="138" y="376"/>
                    <a:pt x="138" y="375"/>
                  </a:cubicBezTo>
                  <a:cubicBezTo>
                    <a:pt x="136" y="373"/>
                    <a:pt x="137" y="358"/>
                    <a:pt x="136" y="353"/>
                  </a:cubicBezTo>
                  <a:cubicBezTo>
                    <a:pt x="137" y="349"/>
                    <a:pt x="134" y="339"/>
                    <a:pt x="136" y="334"/>
                  </a:cubicBezTo>
                  <a:cubicBezTo>
                    <a:pt x="130" y="334"/>
                    <a:pt x="125" y="333"/>
                    <a:pt x="120" y="332"/>
                  </a:cubicBezTo>
                  <a:cubicBezTo>
                    <a:pt x="103" y="331"/>
                    <a:pt x="86" y="328"/>
                    <a:pt x="71" y="322"/>
                  </a:cubicBezTo>
                  <a:cubicBezTo>
                    <a:pt x="53" y="315"/>
                    <a:pt x="35" y="308"/>
                    <a:pt x="23" y="294"/>
                  </a:cubicBezTo>
                  <a:cubicBezTo>
                    <a:pt x="22" y="294"/>
                    <a:pt x="22" y="293"/>
                    <a:pt x="22" y="292"/>
                  </a:cubicBezTo>
                  <a:cubicBezTo>
                    <a:pt x="21" y="293"/>
                    <a:pt x="20" y="294"/>
                    <a:pt x="18" y="294"/>
                  </a:cubicBezTo>
                  <a:cubicBezTo>
                    <a:pt x="16" y="295"/>
                    <a:pt x="14" y="298"/>
                    <a:pt x="11" y="297"/>
                  </a:cubicBezTo>
                  <a:cubicBezTo>
                    <a:pt x="0" y="293"/>
                    <a:pt x="18" y="277"/>
                    <a:pt x="21" y="272"/>
                  </a:cubicBezTo>
                  <a:cubicBezTo>
                    <a:pt x="21" y="272"/>
                    <a:pt x="21" y="272"/>
                    <a:pt x="21" y="272"/>
                  </a:cubicBezTo>
                  <a:cubicBezTo>
                    <a:pt x="21" y="271"/>
                    <a:pt x="22" y="271"/>
                    <a:pt x="23" y="270"/>
                  </a:cubicBezTo>
                  <a:cubicBezTo>
                    <a:pt x="24" y="268"/>
                    <a:pt x="28" y="268"/>
                    <a:pt x="29" y="270"/>
                  </a:cubicBezTo>
                  <a:cubicBezTo>
                    <a:pt x="32" y="268"/>
                    <a:pt x="35" y="270"/>
                    <a:pt x="36" y="272"/>
                  </a:cubicBezTo>
                  <a:cubicBezTo>
                    <a:pt x="38" y="273"/>
                    <a:pt x="38" y="275"/>
                    <a:pt x="37" y="276"/>
                  </a:cubicBezTo>
                  <a:cubicBezTo>
                    <a:pt x="37" y="278"/>
                    <a:pt x="37" y="279"/>
                    <a:pt x="36" y="280"/>
                  </a:cubicBezTo>
                  <a:cubicBezTo>
                    <a:pt x="33" y="283"/>
                    <a:pt x="30" y="285"/>
                    <a:pt x="27" y="288"/>
                  </a:cubicBezTo>
                  <a:cubicBezTo>
                    <a:pt x="27" y="288"/>
                    <a:pt x="28" y="288"/>
                    <a:pt x="29" y="289"/>
                  </a:cubicBezTo>
                  <a:cubicBezTo>
                    <a:pt x="30" y="289"/>
                    <a:pt x="30" y="290"/>
                    <a:pt x="31" y="291"/>
                  </a:cubicBezTo>
                  <a:cubicBezTo>
                    <a:pt x="42" y="302"/>
                    <a:pt x="57" y="307"/>
                    <a:pt x="71" y="313"/>
                  </a:cubicBezTo>
                  <a:cubicBezTo>
                    <a:pt x="84" y="318"/>
                    <a:pt x="97" y="321"/>
                    <a:pt x="110" y="323"/>
                  </a:cubicBezTo>
                  <a:cubicBezTo>
                    <a:pt x="114" y="324"/>
                    <a:pt x="117" y="323"/>
                    <a:pt x="121" y="324"/>
                  </a:cubicBezTo>
                  <a:cubicBezTo>
                    <a:pt x="126" y="324"/>
                    <a:pt x="132" y="326"/>
                    <a:pt x="137" y="325"/>
                  </a:cubicBezTo>
                  <a:cubicBezTo>
                    <a:pt x="141" y="326"/>
                    <a:pt x="146" y="325"/>
                    <a:pt x="150" y="326"/>
                  </a:cubicBezTo>
                  <a:cubicBezTo>
                    <a:pt x="160" y="325"/>
                    <a:pt x="170" y="322"/>
                    <a:pt x="180" y="321"/>
                  </a:cubicBezTo>
                  <a:cubicBezTo>
                    <a:pt x="183" y="320"/>
                    <a:pt x="186" y="319"/>
                    <a:pt x="189" y="319"/>
                  </a:cubicBezTo>
                  <a:cubicBezTo>
                    <a:pt x="194" y="317"/>
                    <a:pt x="200" y="314"/>
                    <a:pt x="205" y="311"/>
                  </a:cubicBezTo>
                  <a:cubicBezTo>
                    <a:pt x="207" y="310"/>
                    <a:pt x="209" y="308"/>
                    <a:pt x="211" y="308"/>
                  </a:cubicBezTo>
                  <a:cubicBezTo>
                    <a:pt x="219" y="303"/>
                    <a:pt x="226" y="298"/>
                    <a:pt x="234" y="294"/>
                  </a:cubicBezTo>
                  <a:cubicBezTo>
                    <a:pt x="242" y="285"/>
                    <a:pt x="251" y="277"/>
                    <a:pt x="259" y="268"/>
                  </a:cubicBezTo>
                  <a:cubicBezTo>
                    <a:pt x="266" y="261"/>
                    <a:pt x="271" y="252"/>
                    <a:pt x="277" y="245"/>
                  </a:cubicBezTo>
                  <a:cubicBezTo>
                    <a:pt x="281" y="239"/>
                    <a:pt x="283" y="233"/>
                    <a:pt x="286" y="227"/>
                  </a:cubicBezTo>
                  <a:cubicBezTo>
                    <a:pt x="286" y="226"/>
                    <a:pt x="286" y="226"/>
                    <a:pt x="287" y="225"/>
                  </a:cubicBezTo>
                  <a:cubicBezTo>
                    <a:pt x="287" y="225"/>
                    <a:pt x="287" y="224"/>
                    <a:pt x="287" y="224"/>
                  </a:cubicBezTo>
                  <a:cubicBezTo>
                    <a:pt x="289" y="219"/>
                    <a:pt x="290" y="215"/>
                    <a:pt x="291" y="210"/>
                  </a:cubicBezTo>
                  <a:cubicBezTo>
                    <a:pt x="295" y="192"/>
                    <a:pt x="298" y="172"/>
                    <a:pt x="298" y="153"/>
                  </a:cubicBezTo>
                  <a:cubicBezTo>
                    <a:pt x="297" y="137"/>
                    <a:pt x="293" y="121"/>
                    <a:pt x="288" y="106"/>
                  </a:cubicBezTo>
                  <a:cubicBezTo>
                    <a:pt x="283" y="93"/>
                    <a:pt x="276" y="82"/>
                    <a:pt x="270" y="70"/>
                  </a:cubicBezTo>
                  <a:cubicBezTo>
                    <a:pt x="268" y="67"/>
                    <a:pt x="266" y="65"/>
                    <a:pt x="265" y="62"/>
                  </a:cubicBezTo>
                  <a:cubicBezTo>
                    <a:pt x="263" y="63"/>
                    <a:pt x="262" y="62"/>
                    <a:pt x="261" y="61"/>
                  </a:cubicBezTo>
                  <a:cubicBezTo>
                    <a:pt x="254" y="50"/>
                    <a:pt x="245" y="42"/>
                    <a:pt x="237" y="33"/>
                  </a:cubicBezTo>
                  <a:cubicBezTo>
                    <a:pt x="235" y="31"/>
                    <a:pt x="234" y="29"/>
                    <a:pt x="235" y="28"/>
                  </a:cubicBezTo>
                  <a:cubicBezTo>
                    <a:pt x="233" y="30"/>
                    <a:pt x="230" y="33"/>
                    <a:pt x="228" y="35"/>
                  </a:cubicBezTo>
                  <a:cubicBezTo>
                    <a:pt x="228" y="36"/>
                    <a:pt x="228" y="36"/>
                    <a:pt x="228" y="37"/>
                  </a:cubicBezTo>
                  <a:cubicBezTo>
                    <a:pt x="228" y="41"/>
                    <a:pt x="221" y="41"/>
                    <a:pt x="220" y="37"/>
                  </a:cubicBezTo>
                  <a:cubicBezTo>
                    <a:pt x="213" y="35"/>
                    <a:pt x="216" y="29"/>
                    <a:pt x="220" y="25"/>
                  </a:cubicBezTo>
                  <a:cubicBezTo>
                    <a:pt x="223" y="20"/>
                    <a:pt x="226" y="16"/>
                    <a:pt x="230" y="12"/>
                  </a:cubicBezTo>
                  <a:cubicBezTo>
                    <a:pt x="232" y="10"/>
                    <a:pt x="233" y="8"/>
                    <a:pt x="236" y="7"/>
                  </a:cubicBezTo>
                  <a:cubicBezTo>
                    <a:pt x="238" y="5"/>
                    <a:pt x="239" y="2"/>
                    <a:pt x="241" y="2"/>
                  </a:cubicBezTo>
                  <a:cubicBezTo>
                    <a:pt x="243" y="1"/>
                    <a:pt x="245" y="0"/>
                    <a:pt x="247" y="0"/>
                  </a:cubicBezTo>
                  <a:cubicBezTo>
                    <a:pt x="250" y="0"/>
                    <a:pt x="252" y="4"/>
                    <a:pt x="250" y="7"/>
                  </a:cubicBezTo>
                  <a:cubicBezTo>
                    <a:pt x="247" y="13"/>
                    <a:pt x="242" y="18"/>
                    <a:pt x="238" y="24"/>
                  </a:cubicBezTo>
                  <a:cubicBezTo>
                    <a:pt x="239" y="24"/>
                    <a:pt x="240" y="24"/>
                    <a:pt x="241" y="25"/>
                  </a:cubicBezTo>
                  <a:cubicBezTo>
                    <a:pt x="243" y="25"/>
                    <a:pt x="247" y="28"/>
                    <a:pt x="250" y="32"/>
                  </a:cubicBezTo>
                  <a:cubicBezTo>
                    <a:pt x="251" y="32"/>
                    <a:pt x="251" y="33"/>
                    <a:pt x="252" y="34"/>
                  </a:cubicBezTo>
                  <a:cubicBezTo>
                    <a:pt x="253" y="35"/>
                    <a:pt x="253" y="36"/>
                    <a:pt x="254" y="37"/>
                  </a:cubicBezTo>
                  <a:cubicBezTo>
                    <a:pt x="259" y="43"/>
                    <a:pt x="264" y="49"/>
                    <a:pt x="269" y="55"/>
                  </a:cubicBezTo>
                  <a:cubicBezTo>
                    <a:pt x="274" y="61"/>
                    <a:pt x="278" y="69"/>
                    <a:pt x="282" y="76"/>
                  </a:cubicBezTo>
                  <a:cubicBezTo>
                    <a:pt x="287" y="85"/>
                    <a:pt x="292" y="94"/>
                    <a:pt x="296" y="103"/>
                  </a:cubicBezTo>
                  <a:cubicBezTo>
                    <a:pt x="301" y="117"/>
                    <a:pt x="305" y="131"/>
                    <a:pt x="306" y="146"/>
                  </a:cubicBezTo>
                  <a:close/>
                </a:path>
              </a:pathLst>
            </a:custGeom>
            <a:solidFill>
              <a:srgbClr val="96A8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11" name="Freeform 10"/>
            <p:cNvSpPr>
              <a:spLocks noEditPoints="1"/>
            </p:cNvSpPr>
            <p:nvPr/>
          </p:nvSpPr>
          <p:spPr bwMode="auto">
            <a:xfrm>
              <a:off x="4263" y="1055"/>
              <a:ext cx="1289" cy="1951"/>
            </a:xfrm>
            <a:custGeom>
              <a:avLst/>
              <a:gdLst>
                <a:gd name="T0" fmla="*/ 202 w 292"/>
                <a:gd name="T1" fmla="*/ 30 h 443"/>
                <a:gd name="T2" fmla="*/ 208 w 292"/>
                <a:gd name="T3" fmla="*/ 22 h 443"/>
                <a:gd name="T4" fmla="*/ 219 w 292"/>
                <a:gd name="T5" fmla="*/ 15 h 443"/>
                <a:gd name="T6" fmla="*/ 214 w 292"/>
                <a:gd name="T7" fmla="*/ 28 h 443"/>
                <a:gd name="T8" fmla="*/ 206 w 292"/>
                <a:gd name="T9" fmla="*/ 35 h 443"/>
                <a:gd name="T10" fmla="*/ 202 w 292"/>
                <a:gd name="T11" fmla="*/ 30 h 443"/>
                <a:gd name="T12" fmla="*/ 69 w 292"/>
                <a:gd name="T13" fmla="*/ 443 h 443"/>
                <a:gd name="T14" fmla="*/ 67 w 292"/>
                <a:gd name="T15" fmla="*/ 443 h 443"/>
                <a:gd name="T16" fmla="*/ 72 w 292"/>
                <a:gd name="T17" fmla="*/ 432 h 443"/>
                <a:gd name="T18" fmla="*/ 90 w 292"/>
                <a:gd name="T19" fmla="*/ 417 h 443"/>
                <a:gd name="T20" fmla="*/ 109 w 292"/>
                <a:gd name="T21" fmla="*/ 402 h 443"/>
                <a:gd name="T22" fmla="*/ 123 w 292"/>
                <a:gd name="T23" fmla="*/ 396 h 443"/>
                <a:gd name="T24" fmla="*/ 119 w 292"/>
                <a:gd name="T25" fmla="*/ 408 h 443"/>
                <a:gd name="T26" fmla="*/ 102 w 292"/>
                <a:gd name="T27" fmla="*/ 426 h 443"/>
                <a:gd name="T28" fmla="*/ 90 w 292"/>
                <a:gd name="T29" fmla="*/ 440 h 443"/>
                <a:gd name="T30" fmla="*/ 83 w 292"/>
                <a:gd name="T31" fmla="*/ 439 h 443"/>
                <a:gd name="T32" fmla="*/ 75 w 292"/>
                <a:gd name="T33" fmla="*/ 443 h 443"/>
                <a:gd name="T34" fmla="*/ 71 w 292"/>
                <a:gd name="T35" fmla="*/ 443 h 443"/>
                <a:gd name="T36" fmla="*/ 69 w 292"/>
                <a:gd name="T37" fmla="*/ 443 h 443"/>
                <a:gd name="T38" fmla="*/ 123 w 292"/>
                <a:gd name="T39" fmla="*/ 379 h 443"/>
                <a:gd name="T40" fmla="*/ 123 w 292"/>
                <a:gd name="T41" fmla="*/ 342 h 443"/>
                <a:gd name="T42" fmla="*/ 131 w 292"/>
                <a:gd name="T43" fmla="*/ 342 h 443"/>
                <a:gd name="T44" fmla="*/ 131 w 292"/>
                <a:gd name="T45" fmla="*/ 379 h 443"/>
                <a:gd name="T46" fmla="*/ 123 w 292"/>
                <a:gd name="T47" fmla="*/ 379 h 443"/>
                <a:gd name="T48" fmla="*/ 233 w 292"/>
                <a:gd name="T49" fmla="*/ 283 h 443"/>
                <a:gd name="T50" fmla="*/ 240 w 292"/>
                <a:gd name="T51" fmla="*/ 273 h 443"/>
                <a:gd name="T52" fmla="*/ 264 w 292"/>
                <a:gd name="T53" fmla="*/ 244 h 443"/>
                <a:gd name="T54" fmla="*/ 271 w 292"/>
                <a:gd name="T55" fmla="*/ 231 h 443"/>
                <a:gd name="T56" fmla="*/ 277 w 292"/>
                <a:gd name="T57" fmla="*/ 235 h 443"/>
                <a:gd name="T58" fmla="*/ 276 w 292"/>
                <a:gd name="T59" fmla="*/ 239 h 443"/>
                <a:gd name="T60" fmla="*/ 251 w 292"/>
                <a:gd name="T61" fmla="*/ 273 h 443"/>
                <a:gd name="T62" fmla="*/ 233 w 292"/>
                <a:gd name="T63" fmla="*/ 283 h 443"/>
                <a:gd name="T64" fmla="*/ 282 w 292"/>
                <a:gd name="T65" fmla="*/ 209 h 443"/>
                <a:gd name="T66" fmla="*/ 280 w 292"/>
                <a:gd name="T67" fmla="*/ 201 h 443"/>
                <a:gd name="T68" fmla="*/ 282 w 292"/>
                <a:gd name="T69" fmla="*/ 188 h 443"/>
                <a:gd name="T70" fmla="*/ 278 w 292"/>
                <a:gd name="T71" fmla="*/ 119 h 443"/>
                <a:gd name="T72" fmla="*/ 279 w 292"/>
                <a:gd name="T73" fmla="*/ 114 h 443"/>
                <a:gd name="T74" fmla="*/ 290 w 292"/>
                <a:gd name="T75" fmla="*/ 136 h 443"/>
                <a:gd name="T76" fmla="*/ 289 w 292"/>
                <a:gd name="T77" fmla="*/ 195 h 443"/>
                <a:gd name="T78" fmla="*/ 282 w 292"/>
                <a:gd name="T79" fmla="*/ 209 h 443"/>
                <a:gd name="T80" fmla="*/ 0 w 292"/>
                <a:gd name="T81" fmla="*/ 284 h 443"/>
                <a:gd name="T82" fmla="*/ 8 w 292"/>
                <a:gd name="T83" fmla="*/ 271 h 443"/>
                <a:gd name="T84" fmla="*/ 15 w 292"/>
                <a:gd name="T85" fmla="*/ 274 h 443"/>
                <a:gd name="T86" fmla="*/ 8 w 292"/>
                <a:gd name="T87" fmla="*/ 284 h 443"/>
                <a:gd name="T88" fmla="*/ 0 w 292"/>
                <a:gd name="T89" fmla="*/ 284 h 443"/>
                <a:gd name="T90" fmla="*/ 223 w 292"/>
                <a:gd name="T91" fmla="*/ 13 h 443"/>
                <a:gd name="T92" fmla="*/ 229 w 292"/>
                <a:gd name="T93" fmla="*/ 4 h 443"/>
                <a:gd name="T94" fmla="*/ 223 w 292"/>
                <a:gd name="T95" fmla="*/ 13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92" h="443">
                  <a:moveTo>
                    <a:pt x="202" y="30"/>
                  </a:moveTo>
                  <a:cubicBezTo>
                    <a:pt x="203" y="27"/>
                    <a:pt x="206" y="25"/>
                    <a:pt x="208" y="22"/>
                  </a:cubicBezTo>
                  <a:cubicBezTo>
                    <a:pt x="211" y="20"/>
                    <a:pt x="214" y="12"/>
                    <a:pt x="219" y="15"/>
                  </a:cubicBezTo>
                  <a:cubicBezTo>
                    <a:pt x="224" y="19"/>
                    <a:pt x="216" y="24"/>
                    <a:pt x="214" y="28"/>
                  </a:cubicBezTo>
                  <a:cubicBezTo>
                    <a:pt x="211" y="30"/>
                    <a:pt x="209" y="34"/>
                    <a:pt x="206" y="35"/>
                  </a:cubicBezTo>
                  <a:cubicBezTo>
                    <a:pt x="203" y="35"/>
                    <a:pt x="201" y="32"/>
                    <a:pt x="202" y="30"/>
                  </a:cubicBezTo>
                  <a:close/>
                  <a:moveTo>
                    <a:pt x="69" y="443"/>
                  </a:moveTo>
                  <a:cubicBezTo>
                    <a:pt x="68" y="443"/>
                    <a:pt x="68" y="443"/>
                    <a:pt x="67" y="443"/>
                  </a:cubicBezTo>
                  <a:cubicBezTo>
                    <a:pt x="63" y="438"/>
                    <a:pt x="69" y="435"/>
                    <a:pt x="72" y="432"/>
                  </a:cubicBezTo>
                  <a:cubicBezTo>
                    <a:pt x="78" y="427"/>
                    <a:pt x="84" y="422"/>
                    <a:pt x="90" y="417"/>
                  </a:cubicBezTo>
                  <a:cubicBezTo>
                    <a:pt x="97" y="412"/>
                    <a:pt x="103" y="407"/>
                    <a:pt x="109" y="402"/>
                  </a:cubicBezTo>
                  <a:cubicBezTo>
                    <a:pt x="113" y="400"/>
                    <a:pt x="118" y="393"/>
                    <a:pt x="123" y="396"/>
                  </a:cubicBezTo>
                  <a:cubicBezTo>
                    <a:pt x="128" y="400"/>
                    <a:pt x="121" y="405"/>
                    <a:pt x="119" y="408"/>
                  </a:cubicBezTo>
                  <a:cubicBezTo>
                    <a:pt x="113" y="414"/>
                    <a:pt x="108" y="420"/>
                    <a:pt x="102" y="426"/>
                  </a:cubicBezTo>
                  <a:cubicBezTo>
                    <a:pt x="98" y="431"/>
                    <a:pt x="94" y="436"/>
                    <a:pt x="90" y="440"/>
                  </a:cubicBezTo>
                  <a:cubicBezTo>
                    <a:pt x="89" y="443"/>
                    <a:pt x="84" y="442"/>
                    <a:pt x="83" y="439"/>
                  </a:cubicBezTo>
                  <a:cubicBezTo>
                    <a:pt x="81" y="440"/>
                    <a:pt x="78" y="442"/>
                    <a:pt x="75" y="443"/>
                  </a:cubicBezTo>
                  <a:cubicBezTo>
                    <a:pt x="74" y="443"/>
                    <a:pt x="73" y="443"/>
                    <a:pt x="71" y="443"/>
                  </a:cubicBezTo>
                  <a:cubicBezTo>
                    <a:pt x="70" y="443"/>
                    <a:pt x="70" y="443"/>
                    <a:pt x="69" y="443"/>
                  </a:cubicBezTo>
                  <a:close/>
                  <a:moveTo>
                    <a:pt x="123" y="379"/>
                  </a:moveTo>
                  <a:cubicBezTo>
                    <a:pt x="124" y="367"/>
                    <a:pt x="123" y="354"/>
                    <a:pt x="123" y="342"/>
                  </a:cubicBezTo>
                  <a:cubicBezTo>
                    <a:pt x="123" y="337"/>
                    <a:pt x="130" y="337"/>
                    <a:pt x="131" y="342"/>
                  </a:cubicBezTo>
                  <a:cubicBezTo>
                    <a:pt x="130" y="354"/>
                    <a:pt x="132" y="367"/>
                    <a:pt x="131" y="379"/>
                  </a:cubicBezTo>
                  <a:cubicBezTo>
                    <a:pt x="131" y="384"/>
                    <a:pt x="123" y="384"/>
                    <a:pt x="123" y="379"/>
                  </a:cubicBezTo>
                  <a:close/>
                  <a:moveTo>
                    <a:pt x="233" y="283"/>
                  </a:moveTo>
                  <a:cubicBezTo>
                    <a:pt x="230" y="278"/>
                    <a:pt x="237" y="276"/>
                    <a:pt x="240" y="273"/>
                  </a:cubicBezTo>
                  <a:cubicBezTo>
                    <a:pt x="249" y="264"/>
                    <a:pt x="257" y="254"/>
                    <a:pt x="264" y="244"/>
                  </a:cubicBezTo>
                  <a:cubicBezTo>
                    <a:pt x="267" y="240"/>
                    <a:pt x="269" y="235"/>
                    <a:pt x="271" y="231"/>
                  </a:cubicBezTo>
                  <a:cubicBezTo>
                    <a:pt x="274" y="227"/>
                    <a:pt x="280" y="231"/>
                    <a:pt x="277" y="235"/>
                  </a:cubicBezTo>
                  <a:cubicBezTo>
                    <a:pt x="277" y="236"/>
                    <a:pt x="276" y="237"/>
                    <a:pt x="276" y="239"/>
                  </a:cubicBezTo>
                  <a:cubicBezTo>
                    <a:pt x="270" y="252"/>
                    <a:pt x="260" y="263"/>
                    <a:pt x="251" y="273"/>
                  </a:cubicBezTo>
                  <a:cubicBezTo>
                    <a:pt x="247" y="276"/>
                    <a:pt x="238" y="288"/>
                    <a:pt x="233" y="283"/>
                  </a:cubicBezTo>
                  <a:close/>
                  <a:moveTo>
                    <a:pt x="282" y="209"/>
                  </a:moveTo>
                  <a:cubicBezTo>
                    <a:pt x="278" y="209"/>
                    <a:pt x="279" y="204"/>
                    <a:pt x="280" y="201"/>
                  </a:cubicBezTo>
                  <a:cubicBezTo>
                    <a:pt x="280" y="197"/>
                    <a:pt x="281" y="193"/>
                    <a:pt x="282" y="188"/>
                  </a:cubicBezTo>
                  <a:cubicBezTo>
                    <a:pt x="283" y="166"/>
                    <a:pt x="286" y="141"/>
                    <a:pt x="278" y="119"/>
                  </a:cubicBezTo>
                  <a:cubicBezTo>
                    <a:pt x="277" y="118"/>
                    <a:pt x="278" y="115"/>
                    <a:pt x="279" y="114"/>
                  </a:cubicBezTo>
                  <a:cubicBezTo>
                    <a:pt x="288" y="111"/>
                    <a:pt x="289" y="131"/>
                    <a:pt x="290" y="136"/>
                  </a:cubicBezTo>
                  <a:cubicBezTo>
                    <a:pt x="292" y="156"/>
                    <a:pt x="292" y="176"/>
                    <a:pt x="289" y="195"/>
                  </a:cubicBezTo>
                  <a:cubicBezTo>
                    <a:pt x="287" y="199"/>
                    <a:pt x="288" y="211"/>
                    <a:pt x="282" y="209"/>
                  </a:cubicBezTo>
                  <a:close/>
                  <a:moveTo>
                    <a:pt x="0" y="284"/>
                  </a:moveTo>
                  <a:cubicBezTo>
                    <a:pt x="0" y="279"/>
                    <a:pt x="5" y="275"/>
                    <a:pt x="8" y="271"/>
                  </a:cubicBezTo>
                  <a:cubicBezTo>
                    <a:pt x="10" y="269"/>
                    <a:pt x="15" y="270"/>
                    <a:pt x="15" y="274"/>
                  </a:cubicBezTo>
                  <a:cubicBezTo>
                    <a:pt x="14" y="278"/>
                    <a:pt x="10" y="281"/>
                    <a:pt x="8" y="284"/>
                  </a:cubicBezTo>
                  <a:cubicBezTo>
                    <a:pt x="7" y="288"/>
                    <a:pt x="0" y="288"/>
                    <a:pt x="0" y="284"/>
                  </a:cubicBezTo>
                  <a:close/>
                  <a:moveTo>
                    <a:pt x="223" y="13"/>
                  </a:moveTo>
                  <a:cubicBezTo>
                    <a:pt x="227" y="15"/>
                    <a:pt x="233" y="7"/>
                    <a:pt x="229" y="4"/>
                  </a:cubicBezTo>
                  <a:cubicBezTo>
                    <a:pt x="224" y="0"/>
                    <a:pt x="217" y="11"/>
                    <a:pt x="223" y="13"/>
                  </a:cubicBezTo>
                  <a:close/>
                </a:path>
              </a:pathLst>
            </a:custGeom>
            <a:solidFill>
              <a:srgbClr val="C0CC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12" name="Freeform 11"/>
            <p:cNvSpPr>
              <a:spLocks noEditPoints="1"/>
            </p:cNvSpPr>
            <p:nvPr/>
          </p:nvSpPr>
          <p:spPr bwMode="auto">
            <a:xfrm>
              <a:off x="4170" y="1104"/>
              <a:ext cx="737" cy="898"/>
            </a:xfrm>
            <a:custGeom>
              <a:avLst/>
              <a:gdLst>
                <a:gd name="T0" fmla="*/ 94 w 167"/>
                <a:gd name="T1" fmla="*/ 20 h 204"/>
                <a:gd name="T2" fmla="*/ 116 w 167"/>
                <a:gd name="T3" fmla="*/ 7 h 204"/>
                <a:gd name="T4" fmla="*/ 142 w 167"/>
                <a:gd name="T5" fmla="*/ 8 h 204"/>
                <a:gd name="T6" fmla="*/ 124 w 167"/>
                <a:gd name="T7" fmla="*/ 14 h 204"/>
                <a:gd name="T8" fmla="*/ 103 w 167"/>
                <a:gd name="T9" fmla="*/ 18 h 204"/>
                <a:gd name="T10" fmla="*/ 94 w 167"/>
                <a:gd name="T11" fmla="*/ 20 h 204"/>
                <a:gd name="T12" fmla="*/ 11 w 167"/>
                <a:gd name="T13" fmla="*/ 201 h 204"/>
                <a:gd name="T14" fmla="*/ 13 w 167"/>
                <a:gd name="T15" fmla="*/ 188 h 204"/>
                <a:gd name="T16" fmla="*/ 17 w 167"/>
                <a:gd name="T17" fmla="*/ 192 h 204"/>
                <a:gd name="T18" fmla="*/ 19 w 167"/>
                <a:gd name="T19" fmla="*/ 201 h 204"/>
                <a:gd name="T20" fmla="*/ 11 w 167"/>
                <a:gd name="T21" fmla="*/ 201 h 204"/>
                <a:gd name="T22" fmla="*/ 6 w 167"/>
                <a:gd name="T23" fmla="*/ 175 h 204"/>
                <a:gd name="T24" fmla="*/ 14 w 167"/>
                <a:gd name="T25" fmla="*/ 125 h 204"/>
                <a:gd name="T26" fmla="*/ 11 w 167"/>
                <a:gd name="T27" fmla="*/ 159 h 204"/>
                <a:gd name="T28" fmla="*/ 13 w 167"/>
                <a:gd name="T29" fmla="*/ 176 h 204"/>
                <a:gd name="T30" fmla="*/ 6 w 167"/>
                <a:gd name="T31" fmla="*/ 175 h 204"/>
                <a:gd name="T32" fmla="*/ 160 w 167"/>
                <a:gd name="T33" fmla="*/ 14 h 204"/>
                <a:gd name="T34" fmla="*/ 153 w 167"/>
                <a:gd name="T35" fmla="*/ 13 h 204"/>
                <a:gd name="T36" fmla="*/ 155 w 167"/>
                <a:gd name="T37" fmla="*/ 6 h 204"/>
                <a:gd name="T38" fmla="*/ 160 w 167"/>
                <a:gd name="T39" fmla="*/ 14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67" h="204">
                  <a:moveTo>
                    <a:pt x="94" y="20"/>
                  </a:moveTo>
                  <a:cubicBezTo>
                    <a:pt x="85" y="12"/>
                    <a:pt x="111" y="8"/>
                    <a:pt x="116" y="7"/>
                  </a:cubicBezTo>
                  <a:cubicBezTo>
                    <a:pt x="122" y="7"/>
                    <a:pt x="142" y="0"/>
                    <a:pt x="142" y="8"/>
                  </a:cubicBezTo>
                  <a:cubicBezTo>
                    <a:pt x="142" y="14"/>
                    <a:pt x="129" y="12"/>
                    <a:pt x="124" y="14"/>
                  </a:cubicBezTo>
                  <a:cubicBezTo>
                    <a:pt x="117" y="15"/>
                    <a:pt x="110" y="15"/>
                    <a:pt x="103" y="18"/>
                  </a:cubicBezTo>
                  <a:cubicBezTo>
                    <a:pt x="100" y="19"/>
                    <a:pt x="97" y="21"/>
                    <a:pt x="94" y="20"/>
                  </a:cubicBezTo>
                  <a:close/>
                  <a:moveTo>
                    <a:pt x="11" y="201"/>
                  </a:moveTo>
                  <a:cubicBezTo>
                    <a:pt x="10" y="197"/>
                    <a:pt x="6" y="189"/>
                    <a:pt x="13" y="188"/>
                  </a:cubicBezTo>
                  <a:cubicBezTo>
                    <a:pt x="15" y="188"/>
                    <a:pt x="17" y="190"/>
                    <a:pt x="17" y="192"/>
                  </a:cubicBezTo>
                  <a:cubicBezTo>
                    <a:pt x="17" y="195"/>
                    <a:pt x="20" y="198"/>
                    <a:pt x="19" y="201"/>
                  </a:cubicBezTo>
                  <a:cubicBezTo>
                    <a:pt x="18" y="204"/>
                    <a:pt x="13" y="204"/>
                    <a:pt x="11" y="201"/>
                  </a:cubicBezTo>
                  <a:close/>
                  <a:moveTo>
                    <a:pt x="6" y="175"/>
                  </a:moveTo>
                  <a:cubicBezTo>
                    <a:pt x="3" y="170"/>
                    <a:pt x="0" y="111"/>
                    <a:pt x="14" y="125"/>
                  </a:cubicBezTo>
                  <a:cubicBezTo>
                    <a:pt x="13" y="136"/>
                    <a:pt x="10" y="148"/>
                    <a:pt x="11" y="159"/>
                  </a:cubicBezTo>
                  <a:cubicBezTo>
                    <a:pt x="11" y="165"/>
                    <a:pt x="14" y="171"/>
                    <a:pt x="13" y="176"/>
                  </a:cubicBezTo>
                  <a:cubicBezTo>
                    <a:pt x="12" y="179"/>
                    <a:pt x="7" y="178"/>
                    <a:pt x="6" y="175"/>
                  </a:cubicBezTo>
                  <a:close/>
                  <a:moveTo>
                    <a:pt x="160" y="14"/>
                  </a:moveTo>
                  <a:cubicBezTo>
                    <a:pt x="158" y="14"/>
                    <a:pt x="155" y="14"/>
                    <a:pt x="153" y="13"/>
                  </a:cubicBezTo>
                  <a:cubicBezTo>
                    <a:pt x="150" y="11"/>
                    <a:pt x="151" y="5"/>
                    <a:pt x="155" y="6"/>
                  </a:cubicBezTo>
                  <a:cubicBezTo>
                    <a:pt x="167" y="4"/>
                    <a:pt x="167" y="13"/>
                    <a:pt x="160" y="14"/>
                  </a:cubicBezTo>
                  <a:close/>
                </a:path>
              </a:pathLst>
            </a:custGeom>
            <a:solidFill>
              <a:srgbClr val="CCE3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13" name="Freeform 12"/>
            <p:cNvSpPr/>
            <p:nvPr/>
          </p:nvSpPr>
          <p:spPr bwMode="auto">
            <a:xfrm>
              <a:off x="4104" y="1377"/>
              <a:ext cx="251" cy="858"/>
            </a:xfrm>
            <a:custGeom>
              <a:avLst/>
              <a:gdLst>
                <a:gd name="T0" fmla="*/ 53 w 57"/>
                <a:gd name="T1" fmla="*/ 194 h 195"/>
                <a:gd name="T2" fmla="*/ 16 w 57"/>
                <a:gd name="T3" fmla="*/ 147 h 195"/>
                <a:gd name="T4" fmla="*/ 5 w 57"/>
                <a:gd name="T5" fmla="*/ 114 h 195"/>
                <a:gd name="T6" fmla="*/ 0 w 57"/>
                <a:gd name="T7" fmla="*/ 74 h 195"/>
                <a:gd name="T8" fmla="*/ 8 w 57"/>
                <a:gd name="T9" fmla="*/ 32 h 195"/>
                <a:gd name="T10" fmla="*/ 19 w 57"/>
                <a:gd name="T11" fmla="*/ 6 h 195"/>
                <a:gd name="T12" fmla="*/ 23 w 57"/>
                <a:gd name="T13" fmla="*/ 1 h 195"/>
                <a:gd name="T14" fmla="*/ 25 w 57"/>
                <a:gd name="T15" fmla="*/ 0 h 195"/>
                <a:gd name="T16" fmla="*/ 26 w 57"/>
                <a:gd name="T17" fmla="*/ 3 h 195"/>
                <a:gd name="T18" fmla="*/ 22 w 57"/>
                <a:gd name="T19" fmla="*/ 9 h 195"/>
                <a:gd name="T20" fmla="*/ 9 w 57"/>
                <a:gd name="T21" fmla="*/ 40 h 195"/>
                <a:gd name="T22" fmla="*/ 4 w 57"/>
                <a:gd name="T23" fmla="*/ 74 h 195"/>
                <a:gd name="T24" fmla="*/ 5 w 57"/>
                <a:gd name="T25" fmla="*/ 95 h 195"/>
                <a:gd name="T26" fmla="*/ 11 w 57"/>
                <a:gd name="T27" fmla="*/ 122 h 195"/>
                <a:gd name="T28" fmla="*/ 24 w 57"/>
                <a:gd name="T29" fmla="*/ 154 h 195"/>
                <a:gd name="T30" fmla="*/ 37 w 57"/>
                <a:gd name="T31" fmla="*/ 173 h 195"/>
                <a:gd name="T32" fmla="*/ 54 w 57"/>
                <a:gd name="T33" fmla="*/ 191 h 195"/>
                <a:gd name="T34" fmla="*/ 53 w 57"/>
                <a:gd name="T35" fmla="*/ 194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7" h="195">
                  <a:moveTo>
                    <a:pt x="53" y="194"/>
                  </a:moveTo>
                  <a:cubicBezTo>
                    <a:pt x="38" y="181"/>
                    <a:pt x="25" y="165"/>
                    <a:pt x="16" y="147"/>
                  </a:cubicBezTo>
                  <a:cubicBezTo>
                    <a:pt x="12" y="136"/>
                    <a:pt x="8" y="125"/>
                    <a:pt x="5" y="114"/>
                  </a:cubicBezTo>
                  <a:cubicBezTo>
                    <a:pt x="1" y="101"/>
                    <a:pt x="0" y="87"/>
                    <a:pt x="0" y="74"/>
                  </a:cubicBezTo>
                  <a:cubicBezTo>
                    <a:pt x="1" y="60"/>
                    <a:pt x="3" y="46"/>
                    <a:pt x="8" y="32"/>
                  </a:cubicBezTo>
                  <a:cubicBezTo>
                    <a:pt x="11" y="23"/>
                    <a:pt x="14" y="14"/>
                    <a:pt x="19" y="6"/>
                  </a:cubicBezTo>
                  <a:cubicBezTo>
                    <a:pt x="21" y="4"/>
                    <a:pt x="22" y="2"/>
                    <a:pt x="23" y="1"/>
                  </a:cubicBezTo>
                  <a:cubicBezTo>
                    <a:pt x="23" y="0"/>
                    <a:pt x="24" y="0"/>
                    <a:pt x="25" y="0"/>
                  </a:cubicBezTo>
                  <a:cubicBezTo>
                    <a:pt x="26" y="1"/>
                    <a:pt x="26" y="2"/>
                    <a:pt x="26" y="3"/>
                  </a:cubicBezTo>
                  <a:cubicBezTo>
                    <a:pt x="24" y="5"/>
                    <a:pt x="23" y="7"/>
                    <a:pt x="22" y="9"/>
                  </a:cubicBezTo>
                  <a:cubicBezTo>
                    <a:pt x="16" y="19"/>
                    <a:pt x="13" y="30"/>
                    <a:pt x="9" y="40"/>
                  </a:cubicBezTo>
                  <a:cubicBezTo>
                    <a:pt x="6" y="51"/>
                    <a:pt x="4" y="63"/>
                    <a:pt x="4" y="74"/>
                  </a:cubicBezTo>
                  <a:cubicBezTo>
                    <a:pt x="4" y="81"/>
                    <a:pt x="4" y="88"/>
                    <a:pt x="5" y="95"/>
                  </a:cubicBezTo>
                  <a:cubicBezTo>
                    <a:pt x="6" y="104"/>
                    <a:pt x="8" y="113"/>
                    <a:pt x="11" y="122"/>
                  </a:cubicBezTo>
                  <a:cubicBezTo>
                    <a:pt x="14" y="133"/>
                    <a:pt x="18" y="144"/>
                    <a:pt x="24" y="154"/>
                  </a:cubicBezTo>
                  <a:cubicBezTo>
                    <a:pt x="28" y="161"/>
                    <a:pt x="33" y="167"/>
                    <a:pt x="37" y="173"/>
                  </a:cubicBezTo>
                  <a:cubicBezTo>
                    <a:pt x="42" y="179"/>
                    <a:pt x="48" y="185"/>
                    <a:pt x="54" y="191"/>
                  </a:cubicBezTo>
                  <a:cubicBezTo>
                    <a:pt x="57" y="192"/>
                    <a:pt x="55" y="195"/>
                    <a:pt x="53" y="194"/>
                  </a:cubicBezTo>
                  <a:close/>
                </a:path>
              </a:pathLst>
            </a:custGeom>
            <a:solidFill>
              <a:srgbClr val="5044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14" name="Freeform 13"/>
            <p:cNvSpPr/>
            <p:nvPr/>
          </p:nvSpPr>
          <p:spPr bwMode="auto">
            <a:xfrm>
              <a:off x="4187" y="1064"/>
              <a:ext cx="981" cy="348"/>
            </a:xfrm>
            <a:custGeom>
              <a:avLst/>
              <a:gdLst>
                <a:gd name="T0" fmla="*/ 2 w 222"/>
                <a:gd name="T1" fmla="*/ 78 h 79"/>
                <a:gd name="T2" fmla="*/ 2 w 222"/>
                <a:gd name="T3" fmla="*/ 75 h 79"/>
                <a:gd name="T4" fmla="*/ 7 w 222"/>
                <a:gd name="T5" fmla="*/ 67 h 79"/>
                <a:gd name="T6" fmla="*/ 35 w 222"/>
                <a:gd name="T7" fmla="*/ 37 h 79"/>
                <a:gd name="T8" fmla="*/ 86 w 222"/>
                <a:gd name="T9" fmla="*/ 8 h 79"/>
                <a:gd name="T10" fmla="*/ 138 w 222"/>
                <a:gd name="T11" fmla="*/ 1 h 79"/>
                <a:gd name="T12" fmla="*/ 184 w 222"/>
                <a:gd name="T13" fmla="*/ 9 h 79"/>
                <a:gd name="T14" fmla="*/ 202 w 222"/>
                <a:gd name="T15" fmla="*/ 16 h 79"/>
                <a:gd name="T16" fmla="*/ 217 w 222"/>
                <a:gd name="T17" fmla="*/ 25 h 79"/>
                <a:gd name="T18" fmla="*/ 221 w 222"/>
                <a:gd name="T19" fmla="*/ 28 h 79"/>
                <a:gd name="T20" fmla="*/ 222 w 222"/>
                <a:gd name="T21" fmla="*/ 30 h 79"/>
                <a:gd name="T22" fmla="*/ 220 w 222"/>
                <a:gd name="T23" fmla="*/ 31 h 79"/>
                <a:gd name="T24" fmla="*/ 210 w 222"/>
                <a:gd name="T25" fmla="*/ 24 h 79"/>
                <a:gd name="T26" fmla="*/ 176 w 222"/>
                <a:gd name="T27" fmla="*/ 10 h 79"/>
                <a:gd name="T28" fmla="*/ 137 w 222"/>
                <a:gd name="T29" fmla="*/ 4 h 79"/>
                <a:gd name="T30" fmla="*/ 88 w 222"/>
                <a:gd name="T31" fmla="*/ 11 h 79"/>
                <a:gd name="T32" fmla="*/ 37 w 222"/>
                <a:gd name="T33" fmla="*/ 40 h 79"/>
                <a:gd name="T34" fmla="*/ 7 w 222"/>
                <a:gd name="T35" fmla="*/ 72 h 79"/>
                <a:gd name="T36" fmla="*/ 4 w 222"/>
                <a:gd name="T37" fmla="*/ 77 h 79"/>
                <a:gd name="T38" fmla="*/ 2 w 222"/>
                <a:gd name="T39" fmla="*/ 78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22" h="79">
                  <a:moveTo>
                    <a:pt x="2" y="78"/>
                  </a:moveTo>
                  <a:cubicBezTo>
                    <a:pt x="0" y="78"/>
                    <a:pt x="1" y="76"/>
                    <a:pt x="2" y="75"/>
                  </a:cubicBezTo>
                  <a:cubicBezTo>
                    <a:pt x="3" y="72"/>
                    <a:pt x="5" y="70"/>
                    <a:pt x="7" y="67"/>
                  </a:cubicBezTo>
                  <a:cubicBezTo>
                    <a:pt x="15" y="56"/>
                    <a:pt x="24" y="46"/>
                    <a:pt x="35" y="37"/>
                  </a:cubicBezTo>
                  <a:cubicBezTo>
                    <a:pt x="50" y="25"/>
                    <a:pt x="67" y="14"/>
                    <a:pt x="86" y="8"/>
                  </a:cubicBezTo>
                  <a:cubicBezTo>
                    <a:pt x="103" y="3"/>
                    <a:pt x="121" y="0"/>
                    <a:pt x="138" y="1"/>
                  </a:cubicBezTo>
                  <a:cubicBezTo>
                    <a:pt x="154" y="1"/>
                    <a:pt x="169" y="4"/>
                    <a:pt x="184" y="9"/>
                  </a:cubicBezTo>
                  <a:cubicBezTo>
                    <a:pt x="190" y="11"/>
                    <a:pt x="196" y="14"/>
                    <a:pt x="202" y="16"/>
                  </a:cubicBezTo>
                  <a:cubicBezTo>
                    <a:pt x="207" y="19"/>
                    <a:pt x="212" y="21"/>
                    <a:pt x="217" y="25"/>
                  </a:cubicBezTo>
                  <a:cubicBezTo>
                    <a:pt x="218" y="26"/>
                    <a:pt x="220" y="27"/>
                    <a:pt x="221" y="28"/>
                  </a:cubicBezTo>
                  <a:cubicBezTo>
                    <a:pt x="222" y="29"/>
                    <a:pt x="222" y="30"/>
                    <a:pt x="222" y="30"/>
                  </a:cubicBezTo>
                  <a:cubicBezTo>
                    <a:pt x="221" y="31"/>
                    <a:pt x="220" y="31"/>
                    <a:pt x="220" y="31"/>
                  </a:cubicBezTo>
                  <a:cubicBezTo>
                    <a:pt x="216" y="28"/>
                    <a:pt x="213" y="26"/>
                    <a:pt x="210" y="24"/>
                  </a:cubicBezTo>
                  <a:cubicBezTo>
                    <a:pt x="199" y="19"/>
                    <a:pt x="188" y="14"/>
                    <a:pt x="176" y="10"/>
                  </a:cubicBezTo>
                  <a:cubicBezTo>
                    <a:pt x="164" y="7"/>
                    <a:pt x="151" y="4"/>
                    <a:pt x="137" y="4"/>
                  </a:cubicBezTo>
                  <a:cubicBezTo>
                    <a:pt x="121" y="4"/>
                    <a:pt x="104" y="6"/>
                    <a:pt x="88" y="11"/>
                  </a:cubicBezTo>
                  <a:cubicBezTo>
                    <a:pt x="69" y="17"/>
                    <a:pt x="52" y="27"/>
                    <a:pt x="37" y="40"/>
                  </a:cubicBezTo>
                  <a:cubicBezTo>
                    <a:pt x="25" y="49"/>
                    <a:pt x="16" y="60"/>
                    <a:pt x="7" y="72"/>
                  </a:cubicBezTo>
                  <a:cubicBezTo>
                    <a:pt x="6" y="74"/>
                    <a:pt x="5" y="76"/>
                    <a:pt x="4" y="77"/>
                  </a:cubicBezTo>
                  <a:cubicBezTo>
                    <a:pt x="4" y="78"/>
                    <a:pt x="3" y="79"/>
                    <a:pt x="2" y="78"/>
                  </a:cubicBezTo>
                  <a:close/>
                </a:path>
              </a:pathLst>
            </a:custGeom>
            <a:solidFill>
              <a:srgbClr val="5044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15" name="Freeform 14"/>
            <p:cNvSpPr/>
            <p:nvPr/>
          </p:nvSpPr>
          <p:spPr bwMode="auto">
            <a:xfrm>
              <a:off x="4329" y="2059"/>
              <a:ext cx="1015" cy="348"/>
            </a:xfrm>
            <a:custGeom>
              <a:avLst/>
              <a:gdLst>
                <a:gd name="T0" fmla="*/ 86 w 230"/>
                <a:gd name="T1" fmla="*/ 77 h 79"/>
                <a:gd name="T2" fmla="*/ 45 w 230"/>
                <a:gd name="T3" fmla="*/ 66 h 79"/>
                <a:gd name="T4" fmla="*/ 28 w 230"/>
                <a:gd name="T5" fmla="*/ 57 h 79"/>
                <a:gd name="T6" fmla="*/ 6 w 230"/>
                <a:gd name="T7" fmla="*/ 43 h 79"/>
                <a:gd name="T8" fmla="*/ 0 w 230"/>
                <a:gd name="T9" fmla="*/ 38 h 79"/>
                <a:gd name="T10" fmla="*/ 0 w 230"/>
                <a:gd name="T11" fmla="*/ 36 h 79"/>
                <a:gd name="T12" fmla="*/ 9 w 230"/>
                <a:gd name="T13" fmla="*/ 41 h 79"/>
                <a:gd name="T14" fmla="*/ 32 w 230"/>
                <a:gd name="T15" fmla="*/ 56 h 79"/>
                <a:gd name="T16" fmla="*/ 47 w 230"/>
                <a:gd name="T17" fmla="*/ 63 h 79"/>
                <a:gd name="T18" fmla="*/ 70 w 230"/>
                <a:gd name="T19" fmla="*/ 71 h 79"/>
                <a:gd name="T20" fmla="*/ 131 w 230"/>
                <a:gd name="T21" fmla="*/ 70 h 79"/>
                <a:gd name="T22" fmla="*/ 187 w 230"/>
                <a:gd name="T23" fmla="*/ 45 h 79"/>
                <a:gd name="T24" fmla="*/ 205 w 230"/>
                <a:gd name="T25" fmla="*/ 28 h 79"/>
                <a:gd name="T26" fmla="*/ 224 w 230"/>
                <a:gd name="T27" fmla="*/ 5 h 79"/>
                <a:gd name="T28" fmla="*/ 226 w 230"/>
                <a:gd name="T29" fmla="*/ 1 h 79"/>
                <a:gd name="T30" fmla="*/ 229 w 230"/>
                <a:gd name="T31" fmla="*/ 0 h 79"/>
                <a:gd name="T32" fmla="*/ 229 w 230"/>
                <a:gd name="T33" fmla="*/ 2 h 79"/>
                <a:gd name="T34" fmla="*/ 222 w 230"/>
                <a:gd name="T35" fmla="*/ 14 h 79"/>
                <a:gd name="T36" fmla="*/ 199 w 230"/>
                <a:gd name="T37" fmla="*/ 39 h 79"/>
                <a:gd name="T38" fmla="*/ 178 w 230"/>
                <a:gd name="T39" fmla="*/ 56 h 79"/>
                <a:gd name="T40" fmla="*/ 86 w 230"/>
                <a:gd name="T41" fmla="*/ 77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30" h="79">
                  <a:moveTo>
                    <a:pt x="86" y="77"/>
                  </a:moveTo>
                  <a:cubicBezTo>
                    <a:pt x="72" y="76"/>
                    <a:pt x="58" y="72"/>
                    <a:pt x="45" y="66"/>
                  </a:cubicBezTo>
                  <a:cubicBezTo>
                    <a:pt x="39" y="64"/>
                    <a:pt x="33" y="61"/>
                    <a:pt x="28" y="57"/>
                  </a:cubicBezTo>
                  <a:cubicBezTo>
                    <a:pt x="20" y="53"/>
                    <a:pt x="13" y="48"/>
                    <a:pt x="6" y="43"/>
                  </a:cubicBezTo>
                  <a:cubicBezTo>
                    <a:pt x="4" y="41"/>
                    <a:pt x="2" y="39"/>
                    <a:pt x="0" y="38"/>
                  </a:cubicBezTo>
                  <a:cubicBezTo>
                    <a:pt x="0" y="37"/>
                    <a:pt x="0" y="36"/>
                    <a:pt x="0" y="36"/>
                  </a:cubicBezTo>
                  <a:cubicBezTo>
                    <a:pt x="2" y="33"/>
                    <a:pt x="7" y="40"/>
                    <a:pt x="9" y="41"/>
                  </a:cubicBezTo>
                  <a:cubicBezTo>
                    <a:pt x="16" y="47"/>
                    <a:pt x="24" y="51"/>
                    <a:pt x="32" y="56"/>
                  </a:cubicBezTo>
                  <a:cubicBezTo>
                    <a:pt x="37" y="58"/>
                    <a:pt x="42" y="61"/>
                    <a:pt x="47" y="63"/>
                  </a:cubicBezTo>
                  <a:cubicBezTo>
                    <a:pt x="54" y="66"/>
                    <a:pt x="62" y="69"/>
                    <a:pt x="70" y="71"/>
                  </a:cubicBezTo>
                  <a:cubicBezTo>
                    <a:pt x="90" y="76"/>
                    <a:pt x="111" y="75"/>
                    <a:pt x="131" y="70"/>
                  </a:cubicBezTo>
                  <a:cubicBezTo>
                    <a:pt x="152" y="66"/>
                    <a:pt x="171" y="58"/>
                    <a:pt x="187" y="45"/>
                  </a:cubicBezTo>
                  <a:cubicBezTo>
                    <a:pt x="194" y="40"/>
                    <a:pt x="199" y="34"/>
                    <a:pt x="205" y="28"/>
                  </a:cubicBezTo>
                  <a:cubicBezTo>
                    <a:pt x="211" y="21"/>
                    <a:pt x="218" y="14"/>
                    <a:pt x="224" y="5"/>
                  </a:cubicBezTo>
                  <a:cubicBezTo>
                    <a:pt x="225" y="4"/>
                    <a:pt x="226" y="2"/>
                    <a:pt x="226" y="1"/>
                  </a:cubicBezTo>
                  <a:cubicBezTo>
                    <a:pt x="227" y="0"/>
                    <a:pt x="228" y="0"/>
                    <a:pt x="229" y="0"/>
                  </a:cubicBezTo>
                  <a:cubicBezTo>
                    <a:pt x="229" y="1"/>
                    <a:pt x="230" y="2"/>
                    <a:pt x="229" y="2"/>
                  </a:cubicBezTo>
                  <a:cubicBezTo>
                    <a:pt x="227" y="7"/>
                    <a:pt x="225" y="11"/>
                    <a:pt x="222" y="14"/>
                  </a:cubicBezTo>
                  <a:cubicBezTo>
                    <a:pt x="215" y="23"/>
                    <a:pt x="207" y="31"/>
                    <a:pt x="199" y="39"/>
                  </a:cubicBezTo>
                  <a:cubicBezTo>
                    <a:pt x="193" y="45"/>
                    <a:pt x="185" y="51"/>
                    <a:pt x="178" y="56"/>
                  </a:cubicBezTo>
                  <a:cubicBezTo>
                    <a:pt x="151" y="73"/>
                    <a:pt x="117" y="79"/>
                    <a:pt x="86" y="77"/>
                  </a:cubicBezTo>
                  <a:close/>
                </a:path>
              </a:pathLst>
            </a:custGeom>
            <a:solidFill>
              <a:srgbClr val="5044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16" name="Freeform 15"/>
            <p:cNvSpPr/>
            <p:nvPr/>
          </p:nvSpPr>
          <p:spPr bwMode="auto">
            <a:xfrm>
              <a:off x="5146" y="1178"/>
              <a:ext cx="313" cy="908"/>
            </a:xfrm>
            <a:custGeom>
              <a:avLst/>
              <a:gdLst>
                <a:gd name="T0" fmla="*/ 41 w 71"/>
                <a:gd name="T1" fmla="*/ 205 h 206"/>
                <a:gd name="T2" fmla="*/ 43 w 71"/>
                <a:gd name="T3" fmla="*/ 198 h 206"/>
                <a:gd name="T4" fmla="*/ 48 w 71"/>
                <a:gd name="T5" fmla="*/ 191 h 206"/>
                <a:gd name="T6" fmla="*/ 60 w 71"/>
                <a:gd name="T7" fmla="*/ 160 h 206"/>
                <a:gd name="T8" fmla="*/ 52 w 71"/>
                <a:gd name="T9" fmla="*/ 68 h 206"/>
                <a:gd name="T10" fmla="*/ 31 w 71"/>
                <a:gd name="T11" fmla="*/ 34 h 206"/>
                <a:gd name="T12" fmla="*/ 9 w 71"/>
                <a:gd name="T13" fmla="*/ 11 h 206"/>
                <a:gd name="T14" fmla="*/ 1 w 71"/>
                <a:gd name="T15" fmla="*/ 3 h 206"/>
                <a:gd name="T16" fmla="*/ 0 w 71"/>
                <a:gd name="T17" fmla="*/ 1 h 206"/>
                <a:gd name="T18" fmla="*/ 3 w 71"/>
                <a:gd name="T19" fmla="*/ 1 h 206"/>
                <a:gd name="T20" fmla="*/ 12 w 71"/>
                <a:gd name="T21" fmla="*/ 9 h 206"/>
                <a:gd name="T22" fmla="*/ 32 w 71"/>
                <a:gd name="T23" fmla="*/ 29 h 206"/>
                <a:gd name="T24" fmla="*/ 56 w 71"/>
                <a:gd name="T25" fmla="*/ 70 h 206"/>
                <a:gd name="T26" fmla="*/ 61 w 71"/>
                <a:gd name="T27" fmla="*/ 166 h 206"/>
                <a:gd name="T28" fmla="*/ 57 w 71"/>
                <a:gd name="T29" fmla="*/ 179 h 206"/>
                <a:gd name="T30" fmla="*/ 46 w 71"/>
                <a:gd name="T31" fmla="*/ 200 h 206"/>
                <a:gd name="T32" fmla="*/ 43 w 71"/>
                <a:gd name="T33" fmla="*/ 204 h 206"/>
                <a:gd name="T34" fmla="*/ 42 w 71"/>
                <a:gd name="T35" fmla="*/ 205 h 206"/>
                <a:gd name="T36" fmla="*/ 41 w 71"/>
                <a:gd name="T37" fmla="*/ 205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1" h="206">
                  <a:moveTo>
                    <a:pt x="41" y="205"/>
                  </a:moveTo>
                  <a:cubicBezTo>
                    <a:pt x="39" y="203"/>
                    <a:pt x="42" y="200"/>
                    <a:pt x="43" y="198"/>
                  </a:cubicBezTo>
                  <a:cubicBezTo>
                    <a:pt x="45" y="196"/>
                    <a:pt x="46" y="193"/>
                    <a:pt x="48" y="191"/>
                  </a:cubicBezTo>
                  <a:cubicBezTo>
                    <a:pt x="53" y="181"/>
                    <a:pt x="57" y="171"/>
                    <a:pt x="60" y="160"/>
                  </a:cubicBezTo>
                  <a:cubicBezTo>
                    <a:pt x="67" y="130"/>
                    <a:pt x="64" y="97"/>
                    <a:pt x="52" y="68"/>
                  </a:cubicBezTo>
                  <a:cubicBezTo>
                    <a:pt x="47" y="56"/>
                    <a:pt x="39" y="45"/>
                    <a:pt x="31" y="34"/>
                  </a:cubicBezTo>
                  <a:cubicBezTo>
                    <a:pt x="24" y="26"/>
                    <a:pt x="17" y="18"/>
                    <a:pt x="9" y="11"/>
                  </a:cubicBezTo>
                  <a:cubicBezTo>
                    <a:pt x="6" y="8"/>
                    <a:pt x="4" y="6"/>
                    <a:pt x="1" y="3"/>
                  </a:cubicBezTo>
                  <a:cubicBezTo>
                    <a:pt x="0" y="3"/>
                    <a:pt x="0" y="2"/>
                    <a:pt x="0" y="1"/>
                  </a:cubicBezTo>
                  <a:cubicBezTo>
                    <a:pt x="1" y="0"/>
                    <a:pt x="2" y="0"/>
                    <a:pt x="3" y="1"/>
                  </a:cubicBezTo>
                  <a:cubicBezTo>
                    <a:pt x="6" y="3"/>
                    <a:pt x="9" y="6"/>
                    <a:pt x="12" y="9"/>
                  </a:cubicBezTo>
                  <a:cubicBezTo>
                    <a:pt x="19" y="16"/>
                    <a:pt x="25" y="22"/>
                    <a:pt x="32" y="29"/>
                  </a:cubicBezTo>
                  <a:cubicBezTo>
                    <a:pt x="42" y="42"/>
                    <a:pt x="51" y="55"/>
                    <a:pt x="56" y="70"/>
                  </a:cubicBezTo>
                  <a:cubicBezTo>
                    <a:pt x="69" y="101"/>
                    <a:pt x="71" y="135"/>
                    <a:pt x="61" y="166"/>
                  </a:cubicBezTo>
                  <a:cubicBezTo>
                    <a:pt x="60" y="170"/>
                    <a:pt x="59" y="175"/>
                    <a:pt x="57" y="179"/>
                  </a:cubicBezTo>
                  <a:cubicBezTo>
                    <a:pt x="54" y="186"/>
                    <a:pt x="51" y="194"/>
                    <a:pt x="46" y="200"/>
                  </a:cubicBezTo>
                  <a:cubicBezTo>
                    <a:pt x="45" y="201"/>
                    <a:pt x="44" y="203"/>
                    <a:pt x="43" y="204"/>
                  </a:cubicBezTo>
                  <a:cubicBezTo>
                    <a:pt x="43" y="205"/>
                    <a:pt x="43" y="205"/>
                    <a:pt x="42" y="205"/>
                  </a:cubicBezTo>
                  <a:cubicBezTo>
                    <a:pt x="42" y="206"/>
                    <a:pt x="41" y="205"/>
                    <a:pt x="41" y="205"/>
                  </a:cubicBezTo>
                  <a:close/>
                </a:path>
              </a:pathLst>
            </a:custGeom>
            <a:solidFill>
              <a:srgbClr val="5044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17" name="Freeform 16"/>
            <p:cNvSpPr/>
            <p:nvPr/>
          </p:nvSpPr>
          <p:spPr bwMode="auto">
            <a:xfrm>
              <a:off x="5137" y="1024"/>
              <a:ext cx="190" cy="207"/>
            </a:xfrm>
            <a:custGeom>
              <a:avLst/>
              <a:gdLst>
                <a:gd name="T0" fmla="*/ 11 w 43"/>
                <a:gd name="T1" fmla="*/ 46 h 47"/>
                <a:gd name="T2" fmla="*/ 12 w 43"/>
                <a:gd name="T3" fmla="*/ 41 h 47"/>
                <a:gd name="T4" fmla="*/ 17 w 43"/>
                <a:gd name="T5" fmla="*/ 36 h 47"/>
                <a:gd name="T6" fmla="*/ 32 w 43"/>
                <a:gd name="T7" fmla="*/ 18 h 47"/>
                <a:gd name="T8" fmla="*/ 34 w 43"/>
                <a:gd name="T9" fmla="*/ 4 h 47"/>
                <a:gd name="T10" fmla="*/ 23 w 43"/>
                <a:gd name="T11" fmla="*/ 12 h 47"/>
                <a:gd name="T12" fmla="*/ 14 w 43"/>
                <a:gd name="T13" fmla="*/ 23 h 47"/>
                <a:gd name="T14" fmla="*/ 3 w 43"/>
                <a:gd name="T15" fmla="*/ 35 h 47"/>
                <a:gd name="T16" fmla="*/ 0 w 43"/>
                <a:gd name="T17" fmla="*/ 35 h 47"/>
                <a:gd name="T18" fmla="*/ 2 w 43"/>
                <a:gd name="T19" fmla="*/ 31 h 47"/>
                <a:gd name="T20" fmla="*/ 7 w 43"/>
                <a:gd name="T21" fmla="*/ 25 h 47"/>
                <a:gd name="T22" fmla="*/ 22 w 43"/>
                <a:gd name="T23" fmla="*/ 9 h 47"/>
                <a:gd name="T24" fmla="*/ 34 w 43"/>
                <a:gd name="T25" fmla="*/ 1 h 47"/>
                <a:gd name="T26" fmla="*/ 37 w 43"/>
                <a:gd name="T27" fmla="*/ 16 h 47"/>
                <a:gd name="T28" fmla="*/ 19 w 43"/>
                <a:gd name="T29" fmla="*/ 39 h 47"/>
                <a:gd name="T30" fmla="*/ 15 w 43"/>
                <a:gd name="T31" fmla="*/ 44 h 47"/>
                <a:gd name="T32" fmla="*/ 11 w 43"/>
                <a:gd name="T33" fmla="*/ 46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3" h="47">
                  <a:moveTo>
                    <a:pt x="11" y="46"/>
                  </a:moveTo>
                  <a:cubicBezTo>
                    <a:pt x="10" y="44"/>
                    <a:pt x="11" y="43"/>
                    <a:pt x="12" y="41"/>
                  </a:cubicBezTo>
                  <a:cubicBezTo>
                    <a:pt x="14" y="40"/>
                    <a:pt x="15" y="38"/>
                    <a:pt x="17" y="36"/>
                  </a:cubicBezTo>
                  <a:cubicBezTo>
                    <a:pt x="22" y="30"/>
                    <a:pt x="27" y="24"/>
                    <a:pt x="32" y="18"/>
                  </a:cubicBezTo>
                  <a:cubicBezTo>
                    <a:pt x="33" y="16"/>
                    <a:pt x="40" y="4"/>
                    <a:pt x="34" y="4"/>
                  </a:cubicBezTo>
                  <a:cubicBezTo>
                    <a:pt x="30" y="5"/>
                    <a:pt x="27" y="9"/>
                    <a:pt x="23" y="12"/>
                  </a:cubicBezTo>
                  <a:cubicBezTo>
                    <a:pt x="20" y="16"/>
                    <a:pt x="17" y="19"/>
                    <a:pt x="14" y="23"/>
                  </a:cubicBezTo>
                  <a:cubicBezTo>
                    <a:pt x="10" y="27"/>
                    <a:pt x="7" y="30"/>
                    <a:pt x="3" y="35"/>
                  </a:cubicBezTo>
                  <a:cubicBezTo>
                    <a:pt x="3" y="37"/>
                    <a:pt x="0" y="37"/>
                    <a:pt x="0" y="35"/>
                  </a:cubicBezTo>
                  <a:cubicBezTo>
                    <a:pt x="0" y="33"/>
                    <a:pt x="1" y="32"/>
                    <a:pt x="2" y="31"/>
                  </a:cubicBezTo>
                  <a:cubicBezTo>
                    <a:pt x="3" y="29"/>
                    <a:pt x="5" y="27"/>
                    <a:pt x="7" y="25"/>
                  </a:cubicBezTo>
                  <a:cubicBezTo>
                    <a:pt x="12" y="20"/>
                    <a:pt x="17" y="14"/>
                    <a:pt x="22" y="9"/>
                  </a:cubicBezTo>
                  <a:cubicBezTo>
                    <a:pt x="25" y="6"/>
                    <a:pt x="29" y="1"/>
                    <a:pt x="34" y="1"/>
                  </a:cubicBezTo>
                  <a:cubicBezTo>
                    <a:pt x="43" y="0"/>
                    <a:pt x="40" y="11"/>
                    <a:pt x="37" y="16"/>
                  </a:cubicBezTo>
                  <a:cubicBezTo>
                    <a:pt x="32" y="24"/>
                    <a:pt x="25" y="31"/>
                    <a:pt x="19" y="39"/>
                  </a:cubicBezTo>
                  <a:cubicBezTo>
                    <a:pt x="18" y="41"/>
                    <a:pt x="16" y="42"/>
                    <a:pt x="15" y="44"/>
                  </a:cubicBezTo>
                  <a:cubicBezTo>
                    <a:pt x="14" y="45"/>
                    <a:pt x="13" y="47"/>
                    <a:pt x="11" y="46"/>
                  </a:cubicBezTo>
                  <a:close/>
                </a:path>
              </a:pathLst>
            </a:custGeom>
            <a:solidFill>
              <a:srgbClr val="5044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18" name="Freeform 17"/>
            <p:cNvSpPr/>
            <p:nvPr/>
          </p:nvSpPr>
          <p:spPr bwMode="auto">
            <a:xfrm>
              <a:off x="4218" y="2200"/>
              <a:ext cx="173" cy="163"/>
            </a:xfrm>
            <a:custGeom>
              <a:avLst/>
              <a:gdLst>
                <a:gd name="T0" fmla="*/ 6 w 39"/>
                <a:gd name="T1" fmla="*/ 36 h 37"/>
                <a:gd name="T2" fmla="*/ 1 w 39"/>
                <a:gd name="T3" fmla="*/ 28 h 37"/>
                <a:gd name="T4" fmla="*/ 8 w 39"/>
                <a:gd name="T5" fmla="*/ 17 h 37"/>
                <a:gd name="T6" fmla="*/ 20 w 39"/>
                <a:gd name="T7" fmla="*/ 3 h 37"/>
                <a:gd name="T8" fmla="*/ 24 w 39"/>
                <a:gd name="T9" fmla="*/ 1 h 37"/>
                <a:gd name="T10" fmla="*/ 24 w 39"/>
                <a:gd name="T11" fmla="*/ 4 h 37"/>
                <a:gd name="T12" fmla="*/ 11 w 39"/>
                <a:gd name="T13" fmla="*/ 20 h 37"/>
                <a:gd name="T14" fmla="*/ 5 w 39"/>
                <a:gd name="T15" fmla="*/ 31 h 37"/>
                <a:gd name="T16" fmla="*/ 5 w 39"/>
                <a:gd name="T17" fmla="*/ 31 h 37"/>
                <a:gd name="T18" fmla="*/ 5 w 39"/>
                <a:gd name="T19" fmla="*/ 31 h 37"/>
                <a:gd name="T20" fmla="*/ 6 w 39"/>
                <a:gd name="T21" fmla="*/ 32 h 37"/>
                <a:gd name="T22" fmla="*/ 6 w 39"/>
                <a:gd name="T23" fmla="*/ 32 h 37"/>
                <a:gd name="T24" fmla="*/ 6 w 39"/>
                <a:gd name="T25" fmla="*/ 32 h 37"/>
                <a:gd name="T26" fmla="*/ 34 w 39"/>
                <a:gd name="T27" fmla="*/ 12 h 37"/>
                <a:gd name="T28" fmla="*/ 38 w 39"/>
                <a:gd name="T29" fmla="*/ 10 h 37"/>
                <a:gd name="T30" fmla="*/ 38 w 39"/>
                <a:gd name="T31" fmla="*/ 12 h 37"/>
                <a:gd name="T32" fmla="*/ 6 w 39"/>
                <a:gd name="T33" fmla="*/ 36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9" h="37">
                  <a:moveTo>
                    <a:pt x="6" y="36"/>
                  </a:moveTo>
                  <a:cubicBezTo>
                    <a:pt x="2" y="35"/>
                    <a:pt x="0" y="31"/>
                    <a:pt x="1" y="28"/>
                  </a:cubicBezTo>
                  <a:cubicBezTo>
                    <a:pt x="2" y="24"/>
                    <a:pt x="6" y="21"/>
                    <a:pt x="8" y="17"/>
                  </a:cubicBezTo>
                  <a:cubicBezTo>
                    <a:pt x="12" y="12"/>
                    <a:pt x="16" y="8"/>
                    <a:pt x="20" y="3"/>
                  </a:cubicBezTo>
                  <a:cubicBezTo>
                    <a:pt x="21" y="2"/>
                    <a:pt x="23" y="0"/>
                    <a:pt x="24" y="1"/>
                  </a:cubicBezTo>
                  <a:cubicBezTo>
                    <a:pt x="26" y="2"/>
                    <a:pt x="25" y="4"/>
                    <a:pt x="24" y="4"/>
                  </a:cubicBezTo>
                  <a:cubicBezTo>
                    <a:pt x="19" y="9"/>
                    <a:pt x="15" y="15"/>
                    <a:pt x="11" y="20"/>
                  </a:cubicBezTo>
                  <a:cubicBezTo>
                    <a:pt x="8" y="23"/>
                    <a:pt x="4" y="26"/>
                    <a:pt x="5" y="31"/>
                  </a:cubicBezTo>
                  <a:cubicBezTo>
                    <a:pt x="5" y="31"/>
                    <a:pt x="5" y="31"/>
                    <a:pt x="5" y="31"/>
                  </a:cubicBezTo>
                  <a:cubicBezTo>
                    <a:pt x="5" y="31"/>
                    <a:pt x="5" y="31"/>
                    <a:pt x="5" y="31"/>
                  </a:cubicBezTo>
                  <a:cubicBezTo>
                    <a:pt x="5" y="31"/>
                    <a:pt x="5" y="32"/>
                    <a:pt x="6" y="32"/>
                  </a:cubicBezTo>
                  <a:cubicBezTo>
                    <a:pt x="6" y="32"/>
                    <a:pt x="6" y="32"/>
                    <a:pt x="6" y="32"/>
                  </a:cubicBezTo>
                  <a:cubicBezTo>
                    <a:pt x="6" y="32"/>
                    <a:pt x="6" y="32"/>
                    <a:pt x="6" y="32"/>
                  </a:cubicBezTo>
                  <a:cubicBezTo>
                    <a:pt x="14" y="34"/>
                    <a:pt x="29" y="17"/>
                    <a:pt x="34" y="12"/>
                  </a:cubicBezTo>
                  <a:cubicBezTo>
                    <a:pt x="35" y="11"/>
                    <a:pt x="36" y="9"/>
                    <a:pt x="38" y="10"/>
                  </a:cubicBezTo>
                  <a:cubicBezTo>
                    <a:pt x="38" y="10"/>
                    <a:pt x="39" y="11"/>
                    <a:pt x="38" y="12"/>
                  </a:cubicBezTo>
                  <a:cubicBezTo>
                    <a:pt x="32" y="20"/>
                    <a:pt x="16" y="37"/>
                    <a:pt x="6" y="36"/>
                  </a:cubicBezTo>
                  <a:close/>
                </a:path>
              </a:pathLst>
            </a:custGeom>
            <a:solidFill>
              <a:srgbClr val="5044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19" name="Freeform 18"/>
            <p:cNvSpPr/>
            <p:nvPr/>
          </p:nvSpPr>
          <p:spPr bwMode="auto">
            <a:xfrm>
              <a:off x="4324" y="1993"/>
              <a:ext cx="1162" cy="493"/>
            </a:xfrm>
            <a:custGeom>
              <a:avLst/>
              <a:gdLst>
                <a:gd name="T0" fmla="*/ 109 w 263"/>
                <a:gd name="T1" fmla="*/ 110 h 112"/>
                <a:gd name="T2" fmla="*/ 61 w 263"/>
                <a:gd name="T3" fmla="*/ 104 h 112"/>
                <a:gd name="T4" fmla="*/ 21 w 263"/>
                <a:gd name="T5" fmla="*/ 88 h 112"/>
                <a:gd name="T6" fmla="*/ 2 w 263"/>
                <a:gd name="T7" fmla="*/ 76 h 112"/>
                <a:gd name="T8" fmla="*/ 0 w 263"/>
                <a:gd name="T9" fmla="*/ 73 h 112"/>
                <a:gd name="T10" fmla="*/ 3 w 263"/>
                <a:gd name="T11" fmla="*/ 71 h 112"/>
                <a:gd name="T12" fmla="*/ 28 w 263"/>
                <a:gd name="T13" fmla="*/ 87 h 112"/>
                <a:gd name="T14" fmla="*/ 62 w 263"/>
                <a:gd name="T15" fmla="*/ 101 h 112"/>
                <a:gd name="T16" fmla="*/ 95 w 263"/>
                <a:gd name="T17" fmla="*/ 106 h 112"/>
                <a:gd name="T18" fmla="*/ 170 w 263"/>
                <a:gd name="T19" fmla="*/ 94 h 112"/>
                <a:gd name="T20" fmla="*/ 228 w 263"/>
                <a:gd name="T21" fmla="*/ 51 h 112"/>
                <a:gd name="T22" fmla="*/ 252 w 263"/>
                <a:gd name="T23" fmla="*/ 16 h 112"/>
                <a:gd name="T24" fmla="*/ 259 w 263"/>
                <a:gd name="T25" fmla="*/ 1 h 112"/>
                <a:gd name="T26" fmla="*/ 261 w 263"/>
                <a:gd name="T27" fmla="*/ 0 h 112"/>
                <a:gd name="T28" fmla="*/ 262 w 263"/>
                <a:gd name="T29" fmla="*/ 2 h 112"/>
                <a:gd name="T30" fmla="*/ 259 w 263"/>
                <a:gd name="T31" fmla="*/ 9 h 112"/>
                <a:gd name="T32" fmla="*/ 239 w 263"/>
                <a:gd name="T33" fmla="*/ 44 h 112"/>
                <a:gd name="T34" fmla="*/ 109 w 263"/>
                <a:gd name="T35" fmla="*/ 110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63" h="112">
                  <a:moveTo>
                    <a:pt x="109" y="110"/>
                  </a:moveTo>
                  <a:cubicBezTo>
                    <a:pt x="93" y="110"/>
                    <a:pt x="76" y="108"/>
                    <a:pt x="61" y="104"/>
                  </a:cubicBezTo>
                  <a:cubicBezTo>
                    <a:pt x="47" y="100"/>
                    <a:pt x="34" y="94"/>
                    <a:pt x="21" y="88"/>
                  </a:cubicBezTo>
                  <a:cubicBezTo>
                    <a:pt x="15" y="84"/>
                    <a:pt x="8" y="80"/>
                    <a:pt x="2" y="76"/>
                  </a:cubicBezTo>
                  <a:cubicBezTo>
                    <a:pt x="2" y="75"/>
                    <a:pt x="1" y="74"/>
                    <a:pt x="0" y="73"/>
                  </a:cubicBezTo>
                  <a:cubicBezTo>
                    <a:pt x="0" y="71"/>
                    <a:pt x="1" y="70"/>
                    <a:pt x="3" y="71"/>
                  </a:cubicBezTo>
                  <a:cubicBezTo>
                    <a:pt x="10" y="78"/>
                    <a:pt x="19" y="83"/>
                    <a:pt x="28" y="87"/>
                  </a:cubicBezTo>
                  <a:cubicBezTo>
                    <a:pt x="39" y="93"/>
                    <a:pt x="51" y="97"/>
                    <a:pt x="62" y="101"/>
                  </a:cubicBezTo>
                  <a:cubicBezTo>
                    <a:pt x="73" y="103"/>
                    <a:pt x="84" y="105"/>
                    <a:pt x="95" y="106"/>
                  </a:cubicBezTo>
                  <a:cubicBezTo>
                    <a:pt x="121" y="109"/>
                    <a:pt x="147" y="105"/>
                    <a:pt x="170" y="94"/>
                  </a:cubicBezTo>
                  <a:cubicBezTo>
                    <a:pt x="192" y="84"/>
                    <a:pt x="212" y="69"/>
                    <a:pt x="228" y="51"/>
                  </a:cubicBezTo>
                  <a:cubicBezTo>
                    <a:pt x="238" y="41"/>
                    <a:pt x="246" y="29"/>
                    <a:pt x="252" y="16"/>
                  </a:cubicBezTo>
                  <a:cubicBezTo>
                    <a:pt x="255" y="11"/>
                    <a:pt x="257" y="6"/>
                    <a:pt x="259" y="1"/>
                  </a:cubicBezTo>
                  <a:cubicBezTo>
                    <a:pt x="260" y="0"/>
                    <a:pt x="260" y="0"/>
                    <a:pt x="261" y="0"/>
                  </a:cubicBezTo>
                  <a:cubicBezTo>
                    <a:pt x="262" y="0"/>
                    <a:pt x="263" y="1"/>
                    <a:pt x="262" y="2"/>
                  </a:cubicBezTo>
                  <a:cubicBezTo>
                    <a:pt x="261" y="4"/>
                    <a:pt x="260" y="7"/>
                    <a:pt x="259" y="9"/>
                  </a:cubicBezTo>
                  <a:cubicBezTo>
                    <a:pt x="254" y="21"/>
                    <a:pt x="247" y="33"/>
                    <a:pt x="239" y="44"/>
                  </a:cubicBezTo>
                  <a:cubicBezTo>
                    <a:pt x="208" y="83"/>
                    <a:pt x="160" y="112"/>
                    <a:pt x="109" y="110"/>
                  </a:cubicBezTo>
                  <a:close/>
                </a:path>
              </a:pathLst>
            </a:custGeom>
            <a:solidFill>
              <a:srgbClr val="5044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20" name="Freeform 19"/>
            <p:cNvSpPr/>
            <p:nvPr/>
          </p:nvSpPr>
          <p:spPr bwMode="auto">
            <a:xfrm>
              <a:off x="5230" y="1165"/>
              <a:ext cx="291" cy="850"/>
            </a:xfrm>
            <a:custGeom>
              <a:avLst/>
              <a:gdLst>
                <a:gd name="T0" fmla="*/ 55 w 66"/>
                <a:gd name="T1" fmla="*/ 193 h 193"/>
                <a:gd name="T2" fmla="*/ 54 w 66"/>
                <a:gd name="T3" fmla="*/ 192 h 193"/>
                <a:gd name="T4" fmla="*/ 54 w 66"/>
                <a:gd name="T5" fmla="*/ 190 h 193"/>
                <a:gd name="T6" fmla="*/ 55 w 66"/>
                <a:gd name="T7" fmla="*/ 187 h 193"/>
                <a:gd name="T8" fmla="*/ 59 w 66"/>
                <a:gd name="T9" fmla="*/ 173 h 193"/>
                <a:gd name="T10" fmla="*/ 59 w 66"/>
                <a:gd name="T11" fmla="*/ 97 h 193"/>
                <a:gd name="T12" fmla="*/ 26 w 66"/>
                <a:gd name="T13" fmla="*/ 29 h 193"/>
                <a:gd name="T14" fmla="*/ 7 w 66"/>
                <a:gd name="T15" fmla="*/ 8 h 193"/>
                <a:gd name="T16" fmla="*/ 3 w 66"/>
                <a:gd name="T17" fmla="*/ 4 h 193"/>
                <a:gd name="T18" fmla="*/ 1 w 66"/>
                <a:gd name="T19" fmla="*/ 1 h 193"/>
                <a:gd name="T20" fmla="*/ 4 w 66"/>
                <a:gd name="T21" fmla="*/ 1 h 193"/>
                <a:gd name="T22" fmla="*/ 9 w 66"/>
                <a:gd name="T23" fmla="*/ 6 h 193"/>
                <a:gd name="T24" fmla="*/ 25 w 66"/>
                <a:gd name="T25" fmla="*/ 23 h 193"/>
                <a:gd name="T26" fmla="*/ 62 w 66"/>
                <a:gd name="T27" fmla="*/ 96 h 193"/>
                <a:gd name="T28" fmla="*/ 65 w 66"/>
                <a:gd name="T29" fmla="*/ 147 h 193"/>
                <a:gd name="T30" fmla="*/ 59 w 66"/>
                <a:gd name="T31" fmla="*/ 185 h 193"/>
                <a:gd name="T32" fmla="*/ 58 w 66"/>
                <a:gd name="T33" fmla="*/ 190 h 193"/>
                <a:gd name="T34" fmla="*/ 55 w 66"/>
                <a:gd name="T35" fmla="*/ 193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6" h="193">
                  <a:moveTo>
                    <a:pt x="55" y="193"/>
                  </a:moveTo>
                  <a:cubicBezTo>
                    <a:pt x="54" y="193"/>
                    <a:pt x="54" y="192"/>
                    <a:pt x="54" y="192"/>
                  </a:cubicBezTo>
                  <a:cubicBezTo>
                    <a:pt x="54" y="191"/>
                    <a:pt x="54" y="191"/>
                    <a:pt x="54" y="190"/>
                  </a:cubicBezTo>
                  <a:cubicBezTo>
                    <a:pt x="54" y="189"/>
                    <a:pt x="55" y="188"/>
                    <a:pt x="55" y="187"/>
                  </a:cubicBezTo>
                  <a:cubicBezTo>
                    <a:pt x="57" y="183"/>
                    <a:pt x="58" y="178"/>
                    <a:pt x="59" y="173"/>
                  </a:cubicBezTo>
                  <a:cubicBezTo>
                    <a:pt x="63" y="148"/>
                    <a:pt x="63" y="122"/>
                    <a:pt x="59" y="97"/>
                  </a:cubicBezTo>
                  <a:cubicBezTo>
                    <a:pt x="53" y="72"/>
                    <a:pt x="42" y="49"/>
                    <a:pt x="26" y="29"/>
                  </a:cubicBezTo>
                  <a:cubicBezTo>
                    <a:pt x="20" y="22"/>
                    <a:pt x="13" y="15"/>
                    <a:pt x="7" y="8"/>
                  </a:cubicBezTo>
                  <a:cubicBezTo>
                    <a:pt x="5" y="7"/>
                    <a:pt x="4" y="5"/>
                    <a:pt x="3" y="4"/>
                  </a:cubicBezTo>
                  <a:cubicBezTo>
                    <a:pt x="2" y="3"/>
                    <a:pt x="0" y="2"/>
                    <a:pt x="1" y="1"/>
                  </a:cubicBezTo>
                  <a:cubicBezTo>
                    <a:pt x="2" y="0"/>
                    <a:pt x="3" y="0"/>
                    <a:pt x="4" y="1"/>
                  </a:cubicBezTo>
                  <a:cubicBezTo>
                    <a:pt x="6" y="2"/>
                    <a:pt x="7" y="4"/>
                    <a:pt x="9" y="6"/>
                  </a:cubicBezTo>
                  <a:cubicBezTo>
                    <a:pt x="14" y="12"/>
                    <a:pt x="20" y="17"/>
                    <a:pt x="25" y="23"/>
                  </a:cubicBezTo>
                  <a:cubicBezTo>
                    <a:pt x="43" y="44"/>
                    <a:pt x="56" y="69"/>
                    <a:pt x="62" y="96"/>
                  </a:cubicBezTo>
                  <a:cubicBezTo>
                    <a:pt x="65" y="113"/>
                    <a:pt x="66" y="130"/>
                    <a:pt x="65" y="147"/>
                  </a:cubicBezTo>
                  <a:cubicBezTo>
                    <a:pt x="65" y="160"/>
                    <a:pt x="63" y="173"/>
                    <a:pt x="59" y="185"/>
                  </a:cubicBezTo>
                  <a:cubicBezTo>
                    <a:pt x="59" y="187"/>
                    <a:pt x="58" y="188"/>
                    <a:pt x="58" y="190"/>
                  </a:cubicBezTo>
                  <a:cubicBezTo>
                    <a:pt x="57" y="191"/>
                    <a:pt x="57" y="193"/>
                    <a:pt x="55" y="193"/>
                  </a:cubicBezTo>
                  <a:close/>
                </a:path>
              </a:pathLst>
            </a:custGeom>
            <a:solidFill>
              <a:srgbClr val="5044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23" name="Freeform 20"/>
            <p:cNvSpPr/>
            <p:nvPr/>
          </p:nvSpPr>
          <p:spPr bwMode="auto">
            <a:xfrm>
              <a:off x="4289" y="2319"/>
              <a:ext cx="742" cy="198"/>
            </a:xfrm>
            <a:custGeom>
              <a:avLst/>
              <a:gdLst>
                <a:gd name="T0" fmla="*/ 117 w 168"/>
                <a:gd name="T1" fmla="*/ 45 h 45"/>
                <a:gd name="T2" fmla="*/ 76 w 168"/>
                <a:gd name="T3" fmla="*/ 40 h 45"/>
                <a:gd name="T4" fmla="*/ 47 w 168"/>
                <a:gd name="T5" fmla="*/ 30 h 45"/>
                <a:gd name="T6" fmla="*/ 15 w 168"/>
                <a:gd name="T7" fmla="*/ 14 h 45"/>
                <a:gd name="T8" fmla="*/ 4 w 168"/>
                <a:gd name="T9" fmla="*/ 6 h 45"/>
                <a:gd name="T10" fmla="*/ 0 w 168"/>
                <a:gd name="T11" fmla="*/ 3 h 45"/>
                <a:gd name="T12" fmla="*/ 2 w 168"/>
                <a:gd name="T13" fmla="*/ 1 h 45"/>
                <a:gd name="T14" fmla="*/ 18 w 168"/>
                <a:gd name="T15" fmla="*/ 12 h 45"/>
                <a:gd name="T16" fmla="*/ 48 w 168"/>
                <a:gd name="T17" fmla="*/ 27 h 45"/>
                <a:gd name="T18" fmla="*/ 73 w 168"/>
                <a:gd name="T19" fmla="*/ 36 h 45"/>
                <a:gd name="T20" fmla="*/ 124 w 168"/>
                <a:gd name="T21" fmla="*/ 42 h 45"/>
                <a:gd name="T22" fmla="*/ 166 w 168"/>
                <a:gd name="T23" fmla="*/ 36 h 45"/>
                <a:gd name="T24" fmla="*/ 168 w 168"/>
                <a:gd name="T25" fmla="*/ 37 h 45"/>
                <a:gd name="T26" fmla="*/ 167 w 168"/>
                <a:gd name="T27" fmla="*/ 39 h 45"/>
                <a:gd name="T28" fmla="*/ 148 w 168"/>
                <a:gd name="T29" fmla="*/ 43 h 45"/>
                <a:gd name="T30" fmla="*/ 117 w 168"/>
                <a:gd name="T31" fmla="*/ 45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68" h="45">
                  <a:moveTo>
                    <a:pt x="117" y="45"/>
                  </a:moveTo>
                  <a:cubicBezTo>
                    <a:pt x="103" y="45"/>
                    <a:pt x="90" y="43"/>
                    <a:pt x="76" y="40"/>
                  </a:cubicBezTo>
                  <a:cubicBezTo>
                    <a:pt x="66" y="37"/>
                    <a:pt x="57" y="33"/>
                    <a:pt x="47" y="30"/>
                  </a:cubicBezTo>
                  <a:cubicBezTo>
                    <a:pt x="36" y="25"/>
                    <a:pt x="25" y="20"/>
                    <a:pt x="15" y="14"/>
                  </a:cubicBezTo>
                  <a:cubicBezTo>
                    <a:pt x="11" y="11"/>
                    <a:pt x="8" y="9"/>
                    <a:pt x="4" y="6"/>
                  </a:cubicBezTo>
                  <a:cubicBezTo>
                    <a:pt x="3" y="5"/>
                    <a:pt x="1" y="4"/>
                    <a:pt x="0" y="3"/>
                  </a:cubicBezTo>
                  <a:cubicBezTo>
                    <a:pt x="0" y="1"/>
                    <a:pt x="1" y="0"/>
                    <a:pt x="2" y="1"/>
                  </a:cubicBezTo>
                  <a:cubicBezTo>
                    <a:pt x="7" y="5"/>
                    <a:pt x="13" y="9"/>
                    <a:pt x="18" y="12"/>
                  </a:cubicBezTo>
                  <a:cubicBezTo>
                    <a:pt x="28" y="18"/>
                    <a:pt x="38" y="23"/>
                    <a:pt x="48" y="27"/>
                  </a:cubicBezTo>
                  <a:cubicBezTo>
                    <a:pt x="56" y="30"/>
                    <a:pt x="65" y="33"/>
                    <a:pt x="73" y="36"/>
                  </a:cubicBezTo>
                  <a:cubicBezTo>
                    <a:pt x="90" y="40"/>
                    <a:pt x="107" y="42"/>
                    <a:pt x="124" y="42"/>
                  </a:cubicBezTo>
                  <a:cubicBezTo>
                    <a:pt x="138" y="42"/>
                    <a:pt x="153" y="41"/>
                    <a:pt x="166" y="36"/>
                  </a:cubicBezTo>
                  <a:cubicBezTo>
                    <a:pt x="167" y="36"/>
                    <a:pt x="168" y="36"/>
                    <a:pt x="168" y="37"/>
                  </a:cubicBezTo>
                  <a:cubicBezTo>
                    <a:pt x="168" y="38"/>
                    <a:pt x="168" y="39"/>
                    <a:pt x="167" y="39"/>
                  </a:cubicBezTo>
                  <a:cubicBezTo>
                    <a:pt x="161" y="41"/>
                    <a:pt x="154" y="43"/>
                    <a:pt x="148" y="43"/>
                  </a:cubicBezTo>
                  <a:cubicBezTo>
                    <a:pt x="138" y="45"/>
                    <a:pt x="127" y="45"/>
                    <a:pt x="117" y="45"/>
                  </a:cubicBezTo>
                  <a:close/>
                </a:path>
              </a:pathLst>
            </a:custGeom>
            <a:solidFill>
              <a:srgbClr val="5044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24" name="Freeform 21"/>
            <p:cNvSpPr/>
            <p:nvPr/>
          </p:nvSpPr>
          <p:spPr bwMode="auto">
            <a:xfrm>
              <a:off x="5004" y="2020"/>
              <a:ext cx="513" cy="475"/>
            </a:xfrm>
            <a:custGeom>
              <a:avLst/>
              <a:gdLst>
                <a:gd name="T0" fmla="*/ 2 w 116"/>
                <a:gd name="T1" fmla="*/ 108 h 108"/>
                <a:gd name="T2" fmla="*/ 2 w 116"/>
                <a:gd name="T3" fmla="*/ 104 h 108"/>
                <a:gd name="T4" fmla="*/ 11 w 116"/>
                <a:gd name="T5" fmla="*/ 101 h 108"/>
                <a:gd name="T6" fmla="*/ 40 w 116"/>
                <a:gd name="T7" fmla="*/ 86 h 108"/>
                <a:gd name="T8" fmla="*/ 54 w 116"/>
                <a:gd name="T9" fmla="*/ 77 h 108"/>
                <a:gd name="T10" fmla="*/ 73 w 116"/>
                <a:gd name="T11" fmla="*/ 60 h 108"/>
                <a:gd name="T12" fmla="*/ 105 w 116"/>
                <a:gd name="T13" fmla="*/ 18 h 108"/>
                <a:gd name="T14" fmla="*/ 110 w 116"/>
                <a:gd name="T15" fmla="*/ 10 h 108"/>
                <a:gd name="T16" fmla="*/ 113 w 116"/>
                <a:gd name="T17" fmla="*/ 2 h 108"/>
                <a:gd name="T18" fmla="*/ 115 w 116"/>
                <a:gd name="T19" fmla="*/ 1 h 108"/>
                <a:gd name="T20" fmla="*/ 116 w 116"/>
                <a:gd name="T21" fmla="*/ 3 h 108"/>
                <a:gd name="T22" fmla="*/ 110 w 116"/>
                <a:gd name="T23" fmla="*/ 17 h 108"/>
                <a:gd name="T24" fmla="*/ 52 w 116"/>
                <a:gd name="T25" fmla="*/ 83 h 108"/>
                <a:gd name="T26" fmla="*/ 28 w 116"/>
                <a:gd name="T27" fmla="*/ 96 h 108"/>
                <a:gd name="T28" fmla="*/ 2 w 116"/>
                <a:gd name="T29" fmla="*/ 108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16" h="108">
                  <a:moveTo>
                    <a:pt x="2" y="108"/>
                  </a:moveTo>
                  <a:cubicBezTo>
                    <a:pt x="0" y="107"/>
                    <a:pt x="0" y="105"/>
                    <a:pt x="2" y="104"/>
                  </a:cubicBezTo>
                  <a:cubicBezTo>
                    <a:pt x="5" y="103"/>
                    <a:pt x="8" y="102"/>
                    <a:pt x="11" y="101"/>
                  </a:cubicBezTo>
                  <a:cubicBezTo>
                    <a:pt x="21" y="96"/>
                    <a:pt x="31" y="91"/>
                    <a:pt x="40" y="86"/>
                  </a:cubicBezTo>
                  <a:cubicBezTo>
                    <a:pt x="45" y="83"/>
                    <a:pt x="50" y="80"/>
                    <a:pt x="54" y="77"/>
                  </a:cubicBezTo>
                  <a:cubicBezTo>
                    <a:pt x="61" y="72"/>
                    <a:pt x="67" y="66"/>
                    <a:pt x="73" y="60"/>
                  </a:cubicBezTo>
                  <a:cubicBezTo>
                    <a:pt x="86" y="48"/>
                    <a:pt x="97" y="34"/>
                    <a:pt x="105" y="18"/>
                  </a:cubicBezTo>
                  <a:cubicBezTo>
                    <a:pt x="107" y="16"/>
                    <a:pt x="108" y="13"/>
                    <a:pt x="110" y="10"/>
                  </a:cubicBezTo>
                  <a:cubicBezTo>
                    <a:pt x="111" y="7"/>
                    <a:pt x="112" y="4"/>
                    <a:pt x="113" y="2"/>
                  </a:cubicBezTo>
                  <a:cubicBezTo>
                    <a:pt x="113" y="1"/>
                    <a:pt x="114" y="0"/>
                    <a:pt x="115" y="1"/>
                  </a:cubicBezTo>
                  <a:cubicBezTo>
                    <a:pt x="116" y="1"/>
                    <a:pt x="116" y="2"/>
                    <a:pt x="116" y="3"/>
                  </a:cubicBezTo>
                  <a:cubicBezTo>
                    <a:pt x="114" y="8"/>
                    <a:pt x="112" y="12"/>
                    <a:pt x="110" y="17"/>
                  </a:cubicBezTo>
                  <a:cubicBezTo>
                    <a:pt x="97" y="42"/>
                    <a:pt x="75" y="67"/>
                    <a:pt x="52" y="83"/>
                  </a:cubicBezTo>
                  <a:cubicBezTo>
                    <a:pt x="44" y="88"/>
                    <a:pt x="36" y="92"/>
                    <a:pt x="28" y="96"/>
                  </a:cubicBezTo>
                  <a:cubicBezTo>
                    <a:pt x="19" y="101"/>
                    <a:pt x="11" y="105"/>
                    <a:pt x="2" y="108"/>
                  </a:cubicBezTo>
                  <a:close/>
                </a:path>
              </a:pathLst>
            </a:custGeom>
            <a:solidFill>
              <a:srgbClr val="5044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25" name="Freeform 22"/>
            <p:cNvSpPr/>
            <p:nvPr/>
          </p:nvSpPr>
          <p:spPr bwMode="auto">
            <a:xfrm>
              <a:off x="5252" y="1130"/>
              <a:ext cx="318" cy="925"/>
            </a:xfrm>
            <a:custGeom>
              <a:avLst/>
              <a:gdLst>
                <a:gd name="T0" fmla="*/ 55 w 72"/>
                <a:gd name="T1" fmla="*/ 209 h 210"/>
                <a:gd name="T2" fmla="*/ 57 w 72"/>
                <a:gd name="T3" fmla="*/ 204 h 210"/>
                <a:gd name="T4" fmla="*/ 60 w 72"/>
                <a:gd name="T5" fmla="*/ 193 h 210"/>
                <a:gd name="T6" fmla="*/ 67 w 72"/>
                <a:gd name="T7" fmla="*/ 154 h 210"/>
                <a:gd name="T8" fmla="*/ 30 w 72"/>
                <a:gd name="T9" fmla="*/ 36 h 210"/>
                <a:gd name="T10" fmla="*/ 11 w 72"/>
                <a:gd name="T11" fmla="*/ 13 h 210"/>
                <a:gd name="T12" fmla="*/ 3 w 72"/>
                <a:gd name="T13" fmla="*/ 6 h 210"/>
                <a:gd name="T14" fmla="*/ 1 w 72"/>
                <a:gd name="T15" fmla="*/ 2 h 210"/>
                <a:gd name="T16" fmla="*/ 7 w 72"/>
                <a:gd name="T17" fmla="*/ 5 h 210"/>
                <a:gd name="T18" fmla="*/ 28 w 72"/>
                <a:gd name="T19" fmla="*/ 28 h 210"/>
                <a:gd name="T20" fmla="*/ 65 w 72"/>
                <a:gd name="T21" fmla="*/ 106 h 210"/>
                <a:gd name="T22" fmla="*/ 68 w 72"/>
                <a:gd name="T23" fmla="*/ 174 h 210"/>
                <a:gd name="T24" fmla="*/ 60 w 72"/>
                <a:gd name="T25" fmla="*/ 204 h 210"/>
                <a:gd name="T26" fmla="*/ 58 w 72"/>
                <a:gd name="T27" fmla="*/ 209 h 210"/>
                <a:gd name="T28" fmla="*/ 57 w 72"/>
                <a:gd name="T29" fmla="*/ 210 h 210"/>
                <a:gd name="T30" fmla="*/ 55 w 72"/>
                <a:gd name="T31" fmla="*/ 209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72" h="210">
                  <a:moveTo>
                    <a:pt x="55" y="209"/>
                  </a:moveTo>
                  <a:cubicBezTo>
                    <a:pt x="55" y="207"/>
                    <a:pt x="56" y="206"/>
                    <a:pt x="57" y="204"/>
                  </a:cubicBezTo>
                  <a:cubicBezTo>
                    <a:pt x="58" y="201"/>
                    <a:pt x="59" y="196"/>
                    <a:pt x="60" y="193"/>
                  </a:cubicBezTo>
                  <a:cubicBezTo>
                    <a:pt x="64" y="180"/>
                    <a:pt x="66" y="167"/>
                    <a:pt x="67" y="154"/>
                  </a:cubicBezTo>
                  <a:cubicBezTo>
                    <a:pt x="68" y="112"/>
                    <a:pt x="55" y="70"/>
                    <a:pt x="30" y="36"/>
                  </a:cubicBezTo>
                  <a:cubicBezTo>
                    <a:pt x="24" y="28"/>
                    <a:pt x="18" y="20"/>
                    <a:pt x="11" y="13"/>
                  </a:cubicBezTo>
                  <a:cubicBezTo>
                    <a:pt x="9" y="11"/>
                    <a:pt x="6" y="8"/>
                    <a:pt x="3" y="6"/>
                  </a:cubicBezTo>
                  <a:cubicBezTo>
                    <a:pt x="2" y="5"/>
                    <a:pt x="0" y="4"/>
                    <a:pt x="1" y="2"/>
                  </a:cubicBezTo>
                  <a:cubicBezTo>
                    <a:pt x="3" y="0"/>
                    <a:pt x="6" y="4"/>
                    <a:pt x="7" y="5"/>
                  </a:cubicBezTo>
                  <a:cubicBezTo>
                    <a:pt x="15" y="11"/>
                    <a:pt x="22" y="20"/>
                    <a:pt x="28" y="28"/>
                  </a:cubicBezTo>
                  <a:cubicBezTo>
                    <a:pt x="46" y="51"/>
                    <a:pt x="59" y="77"/>
                    <a:pt x="65" y="106"/>
                  </a:cubicBezTo>
                  <a:cubicBezTo>
                    <a:pt x="70" y="128"/>
                    <a:pt x="72" y="152"/>
                    <a:pt x="68" y="174"/>
                  </a:cubicBezTo>
                  <a:cubicBezTo>
                    <a:pt x="66" y="185"/>
                    <a:pt x="64" y="195"/>
                    <a:pt x="60" y="204"/>
                  </a:cubicBezTo>
                  <a:cubicBezTo>
                    <a:pt x="59" y="206"/>
                    <a:pt x="59" y="207"/>
                    <a:pt x="58" y="209"/>
                  </a:cubicBezTo>
                  <a:cubicBezTo>
                    <a:pt x="58" y="209"/>
                    <a:pt x="58" y="210"/>
                    <a:pt x="57" y="210"/>
                  </a:cubicBezTo>
                  <a:cubicBezTo>
                    <a:pt x="56" y="210"/>
                    <a:pt x="55" y="210"/>
                    <a:pt x="55" y="209"/>
                  </a:cubicBezTo>
                  <a:close/>
                </a:path>
              </a:pathLst>
            </a:custGeom>
            <a:solidFill>
              <a:srgbClr val="5044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26" name="Freeform 23"/>
            <p:cNvSpPr/>
            <p:nvPr/>
          </p:nvSpPr>
          <p:spPr bwMode="auto">
            <a:xfrm>
              <a:off x="4792" y="2504"/>
              <a:ext cx="18" cy="251"/>
            </a:xfrm>
            <a:custGeom>
              <a:avLst/>
              <a:gdLst>
                <a:gd name="T0" fmla="*/ 0 w 4"/>
                <a:gd name="T1" fmla="*/ 55 h 57"/>
                <a:gd name="T2" fmla="*/ 0 w 4"/>
                <a:gd name="T3" fmla="*/ 30 h 57"/>
                <a:gd name="T4" fmla="*/ 0 w 4"/>
                <a:gd name="T5" fmla="*/ 3 h 57"/>
                <a:gd name="T6" fmla="*/ 3 w 4"/>
                <a:gd name="T7" fmla="*/ 2 h 57"/>
                <a:gd name="T8" fmla="*/ 3 w 4"/>
                <a:gd name="T9" fmla="*/ 4 h 57"/>
                <a:gd name="T10" fmla="*/ 4 w 4"/>
                <a:gd name="T11" fmla="*/ 33 h 57"/>
                <a:gd name="T12" fmla="*/ 4 w 4"/>
                <a:gd name="T13" fmla="*/ 55 h 57"/>
                <a:gd name="T14" fmla="*/ 0 w 4"/>
                <a:gd name="T15" fmla="*/ 55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" h="57">
                  <a:moveTo>
                    <a:pt x="0" y="55"/>
                  </a:moveTo>
                  <a:cubicBezTo>
                    <a:pt x="0" y="47"/>
                    <a:pt x="0" y="38"/>
                    <a:pt x="0" y="30"/>
                  </a:cubicBezTo>
                  <a:cubicBezTo>
                    <a:pt x="0" y="21"/>
                    <a:pt x="0" y="12"/>
                    <a:pt x="0" y="3"/>
                  </a:cubicBezTo>
                  <a:cubicBezTo>
                    <a:pt x="0" y="1"/>
                    <a:pt x="2" y="0"/>
                    <a:pt x="3" y="2"/>
                  </a:cubicBezTo>
                  <a:cubicBezTo>
                    <a:pt x="3" y="2"/>
                    <a:pt x="3" y="3"/>
                    <a:pt x="3" y="4"/>
                  </a:cubicBezTo>
                  <a:cubicBezTo>
                    <a:pt x="3" y="14"/>
                    <a:pt x="4" y="23"/>
                    <a:pt x="4" y="33"/>
                  </a:cubicBezTo>
                  <a:cubicBezTo>
                    <a:pt x="4" y="40"/>
                    <a:pt x="4" y="48"/>
                    <a:pt x="4" y="55"/>
                  </a:cubicBezTo>
                  <a:cubicBezTo>
                    <a:pt x="4" y="57"/>
                    <a:pt x="1" y="57"/>
                    <a:pt x="0" y="55"/>
                  </a:cubicBezTo>
                  <a:close/>
                </a:path>
              </a:pathLst>
            </a:custGeom>
            <a:solidFill>
              <a:srgbClr val="5044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27" name="Freeform 24"/>
            <p:cNvSpPr/>
            <p:nvPr/>
          </p:nvSpPr>
          <p:spPr bwMode="auto">
            <a:xfrm>
              <a:off x="4845" y="2504"/>
              <a:ext cx="18" cy="255"/>
            </a:xfrm>
            <a:custGeom>
              <a:avLst/>
              <a:gdLst>
                <a:gd name="T0" fmla="*/ 1 w 4"/>
                <a:gd name="T1" fmla="*/ 56 h 58"/>
                <a:gd name="T2" fmla="*/ 0 w 4"/>
                <a:gd name="T3" fmla="*/ 9 h 58"/>
                <a:gd name="T4" fmla="*/ 0 w 4"/>
                <a:gd name="T5" fmla="*/ 2 h 58"/>
                <a:gd name="T6" fmla="*/ 0 w 4"/>
                <a:gd name="T7" fmla="*/ 1 h 58"/>
                <a:gd name="T8" fmla="*/ 3 w 4"/>
                <a:gd name="T9" fmla="*/ 3 h 58"/>
                <a:gd name="T10" fmla="*/ 3 w 4"/>
                <a:gd name="T11" fmla="*/ 33 h 58"/>
                <a:gd name="T12" fmla="*/ 4 w 4"/>
                <a:gd name="T13" fmla="*/ 56 h 58"/>
                <a:gd name="T14" fmla="*/ 1 w 4"/>
                <a:gd name="T15" fmla="*/ 56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" h="58">
                  <a:moveTo>
                    <a:pt x="1" y="56"/>
                  </a:moveTo>
                  <a:cubicBezTo>
                    <a:pt x="0" y="41"/>
                    <a:pt x="0" y="24"/>
                    <a:pt x="0" y="9"/>
                  </a:cubicBezTo>
                  <a:cubicBezTo>
                    <a:pt x="0" y="7"/>
                    <a:pt x="0" y="4"/>
                    <a:pt x="0" y="2"/>
                  </a:cubicBezTo>
                  <a:cubicBezTo>
                    <a:pt x="0" y="2"/>
                    <a:pt x="0" y="1"/>
                    <a:pt x="0" y="1"/>
                  </a:cubicBezTo>
                  <a:cubicBezTo>
                    <a:pt x="2" y="0"/>
                    <a:pt x="3" y="1"/>
                    <a:pt x="3" y="3"/>
                  </a:cubicBezTo>
                  <a:cubicBezTo>
                    <a:pt x="4" y="13"/>
                    <a:pt x="3" y="23"/>
                    <a:pt x="3" y="33"/>
                  </a:cubicBezTo>
                  <a:cubicBezTo>
                    <a:pt x="4" y="41"/>
                    <a:pt x="4" y="49"/>
                    <a:pt x="4" y="56"/>
                  </a:cubicBezTo>
                  <a:cubicBezTo>
                    <a:pt x="4" y="58"/>
                    <a:pt x="1" y="58"/>
                    <a:pt x="1" y="56"/>
                  </a:cubicBezTo>
                  <a:close/>
                </a:path>
              </a:pathLst>
            </a:custGeom>
            <a:solidFill>
              <a:srgbClr val="5044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28" name="Freeform 25"/>
            <p:cNvSpPr/>
            <p:nvPr/>
          </p:nvSpPr>
          <p:spPr bwMode="auto">
            <a:xfrm>
              <a:off x="4492" y="2742"/>
              <a:ext cx="314" cy="251"/>
            </a:xfrm>
            <a:custGeom>
              <a:avLst/>
              <a:gdLst>
                <a:gd name="T0" fmla="*/ 1 w 71"/>
                <a:gd name="T1" fmla="*/ 56 h 57"/>
                <a:gd name="T2" fmla="*/ 1 w 71"/>
                <a:gd name="T3" fmla="*/ 53 h 57"/>
                <a:gd name="T4" fmla="*/ 7 w 71"/>
                <a:gd name="T5" fmla="*/ 49 h 57"/>
                <a:gd name="T6" fmla="*/ 22 w 71"/>
                <a:gd name="T7" fmla="*/ 36 h 57"/>
                <a:gd name="T8" fmla="*/ 56 w 71"/>
                <a:gd name="T9" fmla="*/ 10 h 57"/>
                <a:gd name="T10" fmla="*/ 69 w 71"/>
                <a:gd name="T11" fmla="*/ 0 h 57"/>
                <a:gd name="T12" fmla="*/ 71 w 71"/>
                <a:gd name="T13" fmla="*/ 1 h 57"/>
                <a:gd name="T14" fmla="*/ 70 w 71"/>
                <a:gd name="T15" fmla="*/ 3 h 57"/>
                <a:gd name="T16" fmla="*/ 66 w 71"/>
                <a:gd name="T17" fmla="*/ 7 h 57"/>
                <a:gd name="T18" fmla="*/ 45 w 71"/>
                <a:gd name="T19" fmla="*/ 23 h 57"/>
                <a:gd name="T20" fmla="*/ 13 w 71"/>
                <a:gd name="T21" fmla="*/ 48 h 57"/>
                <a:gd name="T22" fmla="*/ 5 w 71"/>
                <a:gd name="T23" fmla="*/ 54 h 57"/>
                <a:gd name="T24" fmla="*/ 1 w 71"/>
                <a:gd name="T25" fmla="*/ 5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1" h="57">
                  <a:moveTo>
                    <a:pt x="1" y="56"/>
                  </a:moveTo>
                  <a:cubicBezTo>
                    <a:pt x="0" y="55"/>
                    <a:pt x="0" y="54"/>
                    <a:pt x="1" y="53"/>
                  </a:cubicBezTo>
                  <a:cubicBezTo>
                    <a:pt x="3" y="52"/>
                    <a:pt x="5" y="50"/>
                    <a:pt x="7" y="49"/>
                  </a:cubicBezTo>
                  <a:cubicBezTo>
                    <a:pt x="12" y="44"/>
                    <a:pt x="17" y="40"/>
                    <a:pt x="22" y="36"/>
                  </a:cubicBezTo>
                  <a:cubicBezTo>
                    <a:pt x="34" y="27"/>
                    <a:pt x="45" y="19"/>
                    <a:pt x="56" y="10"/>
                  </a:cubicBezTo>
                  <a:cubicBezTo>
                    <a:pt x="60" y="7"/>
                    <a:pt x="64" y="3"/>
                    <a:pt x="69" y="0"/>
                  </a:cubicBezTo>
                  <a:cubicBezTo>
                    <a:pt x="70" y="0"/>
                    <a:pt x="71" y="1"/>
                    <a:pt x="71" y="1"/>
                  </a:cubicBezTo>
                  <a:cubicBezTo>
                    <a:pt x="71" y="2"/>
                    <a:pt x="71" y="3"/>
                    <a:pt x="70" y="3"/>
                  </a:cubicBezTo>
                  <a:cubicBezTo>
                    <a:pt x="69" y="5"/>
                    <a:pt x="67" y="6"/>
                    <a:pt x="66" y="7"/>
                  </a:cubicBezTo>
                  <a:cubicBezTo>
                    <a:pt x="59" y="12"/>
                    <a:pt x="52" y="17"/>
                    <a:pt x="45" y="23"/>
                  </a:cubicBezTo>
                  <a:cubicBezTo>
                    <a:pt x="34" y="31"/>
                    <a:pt x="24" y="40"/>
                    <a:pt x="13" y="48"/>
                  </a:cubicBezTo>
                  <a:cubicBezTo>
                    <a:pt x="10" y="50"/>
                    <a:pt x="7" y="52"/>
                    <a:pt x="5" y="54"/>
                  </a:cubicBezTo>
                  <a:cubicBezTo>
                    <a:pt x="4" y="55"/>
                    <a:pt x="2" y="57"/>
                    <a:pt x="1" y="56"/>
                  </a:cubicBezTo>
                  <a:close/>
                </a:path>
              </a:pathLst>
            </a:custGeom>
            <a:solidFill>
              <a:srgbClr val="5044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29" name="Freeform 26"/>
            <p:cNvSpPr/>
            <p:nvPr/>
          </p:nvSpPr>
          <p:spPr bwMode="auto">
            <a:xfrm>
              <a:off x="4845" y="2742"/>
              <a:ext cx="309" cy="251"/>
            </a:xfrm>
            <a:custGeom>
              <a:avLst/>
              <a:gdLst>
                <a:gd name="T0" fmla="*/ 66 w 70"/>
                <a:gd name="T1" fmla="*/ 56 h 57"/>
                <a:gd name="T2" fmla="*/ 34 w 70"/>
                <a:gd name="T3" fmla="*/ 29 h 57"/>
                <a:gd name="T4" fmla="*/ 2 w 70"/>
                <a:gd name="T5" fmla="*/ 4 h 57"/>
                <a:gd name="T6" fmla="*/ 4 w 70"/>
                <a:gd name="T7" fmla="*/ 1 h 57"/>
                <a:gd name="T8" fmla="*/ 52 w 70"/>
                <a:gd name="T9" fmla="*/ 40 h 57"/>
                <a:gd name="T10" fmla="*/ 68 w 70"/>
                <a:gd name="T11" fmla="*/ 53 h 57"/>
                <a:gd name="T12" fmla="*/ 66 w 70"/>
                <a:gd name="T13" fmla="*/ 5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57">
                  <a:moveTo>
                    <a:pt x="66" y="56"/>
                  </a:moveTo>
                  <a:cubicBezTo>
                    <a:pt x="56" y="46"/>
                    <a:pt x="45" y="38"/>
                    <a:pt x="34" y="29"/>
                  </a:cubicBezTo>
                  <a:cubicBezTo>
                    <a:pt x="24" y="20"/>
                    <a:pt x="13" y="12"/>
                    <a:pt x="2" y="4"/>
                  </a:cubicBezTo>
                  <a:cubicBezTo>
                    <a:pt x="0" y="3"/>
                    <a:pt x="2" y="0"/>
                    <a:pt x="4" y="1"/>
                  </a:cubicBezTo>
                  <a:cubicBezTo>
                    <a:pt x="21" y="13"/>
                    <a:pt x="37" y="27"/>
                    <a:pt x="52" y="40"/>
                  </a:cubicBezTo>
                  <a:cubicBezTo>
                    <a:pt x="58" y="44"/>
                    <a:pt x="63" y="49"/>
                    <a:pt x="68" y="53"/>
                  </a:cubicBezTo>
                  <a:cubicBezTo>
                    <a:pt x="70" y="54"/>
                    <a:pt x="68" y="57"/>
                    <a:pt x="66" y="56"/>
                  </a:cubicBezTo>
                  <a:close/>
                </a:path>
              </a:pathLst>
            </a:custGeom>
            <a:solidFill>
              <a:srgbClr val="5044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30" name="Freeform 27"/>
            <p:cNvSpPr/>
            <p:nvPr/>
          </p:nvSpPr>
          <p:spPr bwMode="auto">
            <a:xfrm>
              <a:off x="4280" y="1209"/>
              <a:ext cx="517" cy="590"/>
            </a:xfrm>
            <a:custGeom>
              <a:avLst/>
              <a:gdLst>
                <a:gd name="T0" fmla="*/ 0 w 117"/>
                <a:gd name="T1" fmla="*/ 133 h 134"/>
                <a:gd name="T2" fmla="*/ 0 w 117"/>
                <a:gd name="T3" fmla="*/ 129 h 134"/>
                <a:gd name="T4" fmla="*/ 1 w 117"/>
                <a:gd name="T5" fmla="*/ 123 h 134"/>
                <a:gd name="T6" fmla="*/ 6 w 117"/>
                <a:gd name="T7" fmla="*/ 105 h 134"/>
                <a:gd name="T8" fmla="*/ 13 w 117"/>
                <a:gd name="T9" fmla="*/ 100 h 134"/>
                <a:gd name="T10" fmla="*/ 18 w 117"/>
                <a:gd name="T11" fmla="*/ 95 h 134"/>
                <a:gd name="T12" fmla="*/ 18 w 117"/>
                <a:gd name="T13" fmla="*/ 95 h 134"/>
                <a:gd name="T14" fmla="*/ 17 w 117"/>
                <a:gd name="T15" fmla="*/ 96 h 134"/>
                <a:gd name="T16" fmla="*/ 23 w 117"/>
                <a:gd name="T17" fmla="*/ 87 h 134"/>
                <a:gd name="T18" fmla="*/ 32 w 117"/>
                <a:gd name="T19" fmla="*/ 83 h 134"/>
                <a:gd name="T20" fmla="*/ 44 w 117"/>
                <a:gd name="T21" fmla="*/ 77 h 134"/>
                <a:gd name="T22" fmla="*/ 53 w 117"/>
                <a:gd name="T23" fmla="*/ 64 h 134"/>
                <a:gd name="T24" fmla="*/ 73 w 117"/>
                <a:gd name="T25" fmla="*/ 65 h 134"/>
                <a:gd name="T26" fmla="*/ 78 w 117"/>
                <a:gd name="T27" fmla="*/ 60 h 134"/>
                <a:gd name="T28" fmla="*/ 82 w 117"/>
                <a:gd name="T29" fmla="*/ 54 h 134"/>
                <a:gd name="T30" fmla="*/ 98 w 117"/>
                <a:gd name="T31" fmla="*/ 47 h 134"/>
                <a:gd name="T32" fmla="*/ 112 w 117"/>
                <a:gd name="T33" fmla="*/ 26 h 134"/>
                <a:gd name="T34" fmla="*/ 112 w 117"/>
                <a:gd name="T35" fmla="*/ 26 h 134"/>
                <a:gd name="T36" fmla="*/ 98 w 117"/>
                <a:gd name="T37" fmla="*/ 11 h 134"/>
                <a:gd name="T38" fmla="*/ 90 w 117"/>
                <a:gd name="T39" fmla="*/ 11 h 134"/>
                <a:gd name="T40" fmla="*/ 74 w 117"/>
                <a:gd name="T41" fmla="*/ 12 h 134"/>
                <a:gd name="T42" fmla="*/ 60 w 117"/>
                <a:gd name="T43" fmla="*/ 6 h 134"/>
                <a:gd name="T44" fmla="*/ 47 w 117"/>
                <a:gd name="T45" fmla="*/ 4 h 134"/>
                <a:gd name="T46" fmla="*/ 32 w 117"/>
                <a:gd name="T47" fmla="*/ 6 h 134"/>
                <a:gd name="T48" fmla="*/ 23 w 117"/>
                <a:gd name="T49" fmla="*/ 4 h 134"/>
                <a:gd name="T50" fmla="*/ 20 w 117"/>
                <a:gd name="T51" fmla="*/ 2 h 134"/>
                <a:gd name="T52" fmla="*/ 23 w 117"/>
                <a:gd name="T53" fmla="*/ 0 h 134"/>
                <a:gd name="T54" fmla="*/ 30 w 117"/>
                <a:gd name="T55" fmla="*/ 2 h 134"/>
                <a:gd name="T56" fmla="*/ 43 w 117"/>
                <a:gd name="T57" fmla="*/ 1 h 134"/>
                <a:gd name="T58" fmla="*/ 59 w 117"/>
                <a:gd name="T59" fmla="*/ 2 h 134"/>
                <a:gd name="T60" fmla="*/ 76 w 117"/>
                <a:gd name="T61" fmla="*/ 9 h 134"/>
                <a:gd name="T62" fmla="*/ 91 w 117"/>
                <a:gd name="T63" fmla="*/ 7 h 134"/>
                <a:gd name="T64" fmla="*/ 103 w 117"/>
                <a:gd name="T65" fmla="*/ 10 h 134"/>
                <a:gd name="T66" fmla="*/ 116 w 117"/>
                <a:gd name="T67" fmla="*/ 29 h 134"/>
                <a:gd name="T68" fmla="*/ 101 w 117"/>
                <a:gd name="T69" fmla="*/ 49 h 134"/>
                <a:gd name="T70" fmla="*/ 93 w 117"/>
                <a:gd name="T71" fmla="*/ 52 h 134"/>
                <a:gd name="T72" fmla="*/ 84 w 117"/>
                <a:gd name="T73" fmla="*/ 57 h 134"/>
                <a:gd name="T74" fmla="*/ 80 w 117"/>
                <a:gd name="T75" fmla="*/ 63 h 134"/>
                <a:gd name="T76" fmla="*/ 68 w 117"/>
                <a:gd name="T77" fmla="*/ 69 h 134"/>
                <a:gd name="T78" fmla="*/ 58 w 117"/>
                <a:gd name="T79" fmla="*/ 66 h 134"/>
                <a:gd name="T80" fmla="*/ 47 w 117"/>
                <a:gd name="T81" fmla="*/ 79 h 134"/>
                <a:gd name="T82" fmla="*/ 38 w 117"/>
                <a:gd name="T83" fmla="*/ 84 h 134"/>
                <a:gd name="T84" fmla="*/ 27 w 117"/>
                <a:gd name="T85" fmla="*/ 88 h 134"/>
                <a:gd name="T86" fmla="*/ 20 w 117"/>
                <a:gd name="T87" fmla="*/ 97 h 134"/>
                <a:gd name="T88" fmla="*/ 11 w 117"/>
                <a:gd name="T89" fmla="*/ 105 h 134"/>
                <a:gd name="T90" fmla="*/ 5 w 117"/>
                <a:gd name="T91" fmla="*/ 119 h 134"/>
                <a:gd name="T92" fmla="*/ 3 w 117"/>
                <a:gd name="T93" fmla="*/ 131 h 134"/>
                <a:gd name="T94" fmla="*/ 0 w 117"/>
                <a:gd name="T95" fmla="*/ 133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17" h="134">
                  <a:moveTo>
                    <a:pt x="0" y="133"/>
                  </a:moveTo>
                  <a:cubicBezTo>
                    <a:pt x="0" y="132"/>
                    <a:pt x="0" y="130"/>
                    <a:pt x="0" y="129"/>
                  </a:cubicBezTo>
                  <a:cubicBezTo>
                    <a:pt x="0" y="127"/>
                    <a:pt x="0" y="125"/>
                    <a:pt x="1" y="123"/>
                  </a:cubicBezTo>
                  <a:cubicBezTo>
                    <a:pt x="2" y="117"/>
                    <a:pt x="2" y="110"/>
                    <a:pt x="6" y="105"/>
                  </a:cubicBezTo>
                  <a:cubicBezTo>
                    <a:pt x="8" y="103"/>
                    <a:pt x="11" y="101"/>
                    <a:pt x="13" y="100"/>
                  </a:cubicBezTo>
                  <a:cubicBezTo>
                    <a:pt x="15" y="98"/>
                    <a:pt x="16" y="97"/>
                    <a:pt x="18" y="95"/>
                  </a:cubicBezTo>
                  <a:cubicBezTo>
                    <a:pt x="18" y="95"/>
                    <a:pt x="18" y="95"/>
                    <a:pt x="18" y="95"/>
                  </a:cubicBezTo>
                  <a:cubicBezTo>
                    <a:pt x="18" y="95"/>
                    <a:pt x="17" y="95"/>
                    <a:pt x="17" y="96"/>
                  </a:cubicBezTo>
                  <a:cubicBezTo>
                    <a:pt x="20" y="93"/>
                    <a:pt x="21" y="90"/>
                    <a:pt x="23" y="87"/>
                  </a:cubicBezTo>
                  <a:cubicBezTo>
                    <a:pt x="26" y="84"/>
                    <a:pt x="29" y="83"/>
                    <a:pt x="32" y="83"/>
                  </a:cubicBezTo>
                  <a:cubicBezTo>
                    <a:pt x="37" y="81"/>
                    <a:pt x="41" y="80"/>
                    <a:pt x="44" y="77"/>
                  </a:cubicBezTo>
                  <a:cubicBezTo>
                    <a:pt x="48" y="73"/>
                    <a:pt x="49" y="67"/>
                    <a:pt x="53" y="64"/>
                  </a:cubicBezTo>
                  <a:cubicBezTo>
                    <a:pt x="61" y="59"/>
                    <a:pt x="65" y="69"/>
                    <a:pt x="73" y="65"/>
                  </a:cubicBezTo>
                  <a:cubicBezTo>
                    <a:pt x="75" y="64"/>
                    <a:pt x="77" y="62"/>
                    <a:pt x="78" y="60"/>
                  </a:cubicBezTo>
                  <a:cubicBezTo>
                    <a:pt x="80" y="58"/>
                    <a:pt x="80" y="56"/>
                    <a:pt x="82" y="54"/>
                  </a:cubicBezTo>
                  <a:cubicBezTo>
                    <a:pt x="86" y="50"/>
                    <a:pt x="93" y="50"/>
                    <a:pt x="98" y="47"/>
                  </a:cubicBezTo>
                  <a:cubicBezTo>
                    <a:pt x="105" y="43"/>
                    <a:pt x="116" y="36"/>
                    <a:pt x="112" y="26"/>
                  </a:cubicBezTo>
                  <a:cubicBezTo>
                    <a:pt x="112" y="26"/>
                    <a:pt x="112" y="26"/>
                    <a:pt x="112" y="26"/>
                  </a:cubicBezTo>
                  <a:cubicBezTo>
                    <a:pt x="110" y="19"/>
                    <a:pt x="104" y="14"/>
                    <a:pt x="98" y="11"/>
                  </a:cubicBezTo>
                  <a:cubicBezTo>
                    <a:pt x="95" y="10"/>
                    <a:pt x="93" y="10"/>
                    <a:pt x="90" y="11"/>
                  </a:cubicBezTo>
                  <a:cubicBezTo>
                    <a:pt x="85" y="11"/>
                    <a:pt x="79" y="12"/>
                    <a:pt x="74" y="12"/>
                  </a:cubicBezTo>
                  <a:cubicBezTo>
                    <a:pt x="68" y="13"/>
                    <a:pt x="64" y="9"/>
                    <a:pt x="60" y="6"/>
                  </a:cubicBezTo>
                  <a:cubicBezTo>
                    <a:pt x="56" y="4"/>
                    <a:pt x="51" y="3"/>
                    <a:pt x="47" y="4"/>
                  </a:cubicBezTo>
                  <a:cubicBezTo>
                    <a:pt x="42" y="4"/>
                    <a:pt x="37" y="5"/>
                    <a:pt x="32" y="6"/>
                  </a:cubicBezTo>
                  <a:cubicBezTo>
                    <a:pt x="29" y="6"/>
                    <a:pt x="26" y="4"/>
                    <a:pt x="23" y="4"/>
                  </a:cubicBezTo>
                  <a:cubicBezTo>
                    <a:pt x="22" y="4"/>
                    <a:pt x="20" y="4"/>
                    <a:pt x="20" y="2"/>
                  </a:cubicBezTo>
                  <a:cubicBezTo>
                    <a:pt x="19" y="0"/>
                    <a:pt x="22" y="0"/>
                    <a:pt x="23" y="0"/>
                  </a:cubicBezTo>
                  <a:cubicBezTo>
                    <a:pt x="26" y="0"/>
                    <a:pt x="28" y="2"/>
                    <a:pt x="30" y="2"/>
                  </a:cubicBezTo>
                  <a:cubicBezTo>
                    <a:pt x="34" y="3"/>
                    <a:pt x="39" y="1"/>
                    <a:pt x="43" y="1"/>
                  </a:cubicBezTo>
                  <a:cubicBezTo>
                    <a:pt x="49" y="0"/>
                    <a:pt x="54" y="0"/>
                    <a:pt x="59" y="2"/>
                  </a:cubicBezTo>
                  <a:cubicBezTo>
                    <a:pt x="65" y="5"/>
                    <a:pt x="68" y="10"/>
                    <a:pt x="76" y="9"/>
                  </a:cubicBezTo>
                  <a:cubicBezTo>
                    <a:pt x="81" y="8"/>
                    <a:pt x="86" y="7"/>
                    <a:pt x="91" y="7"/>
                  </a:cubicBezTo>
                  <a:cubicBezTo>
                    <a:pt x="96" y="7"/>
                    <a:pt x="100" y="8"/>
                    <a:pt x="103" y="10"/>
                  </a:cubicBezTo>
                  <a:cubicBezTo>
                    <a:pt x="110" y="14"/>
                    <a:pt x="115" y="21"/>
                    <a:pt x="116" y="29"/>
                  </a:cubicBezTo>
                  <a:cubicBezTo>
                    <a:pt x="117" y="38"/>
                    <a:pt x="108" y="44"/>
                    <a:pt x="101" y="49"/>
                  </a:cubicBezTo>
                  <a:cubicBezTo>
                    <a:pt x="99" y="50"/>
                    <a:pt x="96" y="51"/>
                    <a:pt x="93" y="52"/>
                  </a:cubicBezTo>
                  <a:cubicBezTo>
                    <a:pt x="90" y="53"/>
                    <a:pt x="86" y="54"/>
                    <a:pt x="84" y="57"/>
                  </a:cubicBezTo>
                  <a:cubicBezTo>
                    <a:pt x="83" y="59"/>
                    <a:pt x="82" y="61"/>
                    <a:pt x="80" y="63"/>
                  </a:cubicBezTo>
                  <a:cubicBezTo>
                    <a:pt x="77" y="67"/>
                    <a:pt x="72" y="69"/>
                    <a:pt x="68" y="69"/>
                  </a:cubicBezTo>
                  <a:cubicBezTo>
                    <a:pt x="64" y="69"/>
                    <a:pt x="61" y="67"/>
                    <a:pt x="58" y="66"/>
                  </a:cubicBezTo>
                  <a:cubicBezTo>
                    <a:pt x="52" y="66"/>
                    <a:pt x="51" y="75"/>
                    <a:pt x="47" y="79"/>
                  </a:cubicBezTo>
                  <a:cubicBezTo>
                    <a:pt x="45" y="82"/>
                    <a:pt x="41" y="83"/>
                    <a:pt x="38" y="84"/>
                  </a:cubicBezTo>
                  <a:cubicBezTo>
                    <a:pt x="35" y="86"/>
                    <a:pt x="31" y="86"/>
                    <a:pt x="27" y="88"/>
                  </a:cubicBezTo>
                  <a:cubicBezTo>
                    <a:pt x="24" y="90"/>
                    <a:pt x="23" y="94"/>
                    <a:pt x="20" y="97"/>
                  </a:cubicBezTo>
                  <a:cubicBezTo>
                    <a:pt x="18" y="101"/>
                    <a:pt x="14" y="103"/>
                    <a:pt x="11" y="105"/>
                  </a:cubicBezTo>
                  <a:cubicBezTo>
                    <a:pt x="7" y="108"/>
                    <a:pt x="6" y="114"/>
                    <a:pt x="5" y="119"/>
                  </a:cubicBezTo>
                  <a:cubicBezTo>
                    <a:pt x="4" y="123"/>
                    <a:pt x="3" y="127"/>
                    <a:pt x="3" y="131"/>
                  </a:cubicBezTo>
                  <a:cubicBezTo>
                    <a:pt x="4" y="133"/>
                    <a:pt x="2" y="134"/>
                    <a:pt x="0" y="133"/>
                  </a:cubicBezTo>
                  <a:close/>
                </a:path>
              </a:pathLst>
            </a:custGeom>
            <a:solidFill>
              <a:srgbClr val="5044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31" name="Freeform 28"/>
            <p:cNvSpPr/>
            <p:nvPr/>
          </p:nvSpPr>
          <p:spPr bwMode="auto">
            <a:xfrm>
              <a:off x="4161" y="1438"/>
              <a:ext cx="132" cy="361"/>
            </a:xfrm>
            <a:custGeom>
              <a:avLst/>
              <a:gdLst>
                <a:gd name="T0" fmla="*/ 25 w 30"/>
                <a:gd name="T1" fmla="*/ 81 h 82"/>
                <a:gd name="T2" fmla="*/ 18 w 30"/>
                <a:gd name="T3" fmla="*/ 71 h 82"/>
                <a:gd name="T4" fmla="*/ 13 w 30"/>
                <a:gd name="T5" fmla="*/ 63 h 82"/>
                <a:gd name="T6" fmla="*/ 6 w 30"/>
                <a:gd name="T7" fmla="*/ 55 h 82"/>
                <a:gd name="T8" fmla="*/ 4 w 30"/>
                <a:gd name="T9" fmla="*/ 51 h 82"/>
                <a:gd name="T10" fmla="*/ 5 w 30"/>
                <a:gd name="T11" fmla="*/ 38 h 82"/>
                <a:gd name="T12" fmla="*/ 1 w 30"/>
                <a:gd name="T13" fmla="*/ 14 h 82"/>
                <a:gd name="T14" fmla="*/ 4 w 30"/>
                <a:gd name="T15" fmla="*/ 2 h 82"/>
                <a:gd name="T16" fmla="*/ 5 w 30"/>
                <a:gd name="T17" fmla="*/ 4 h 82"/>
                <a:gd name="T18" fmla="*/ 5 w 30"/>
                <a:gd name="T19" fmla="*/ 5 h 82"/>
                <a:gd name="T20" fmla="*/ 5 w 30"/>
                <a:gd name="T21" fmla="*/ 15 h 82"/>
                <a:gd name="T22" fmla="*/ 8 w 30"/>
                <a:gd name="T23" fmla="*/ 35 h 82"/>
                <a:gd name="T24" fmla="*/ 7 w 30"/>
                <a:gd name="T25" fmla="*/ 49 h 82"/>
                <a:gd name="T26" fmla="*/ 9 w 30"/>
                <a:gd name="T27" fmla="*/ 54 h 82"/>
                <a:gd name="T28" fmla="*/ 16 w 30"/>
                <a:gd name="T29" fmla="*/ 61 h 82"/>
                <a:gd name="T30" fmla="*/ 20 w 30"/>
                <a:gd name="T31" fmla="*/ 68 h 82"/>
                <a:gd name="T32" fmla="*/ 26 w 30"/>
                <a:gd name="T33" fmla="*/ 75 h 82"/>
                <a:gd name="T34" fmla="*/ 28 w 30"/>
                <a:gd name="T35" fmla="*/ 81 h 82"/>
                <a:gd name="T36" fmla="*/ 25 w 30"/>
                <a:gd name="T37" fmla="*/ 81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0" h="82">
                  <a:moveTo>
                    <a:pt x="25" y="81"/>
                  </a:moveTo>
                  <a:cubicBezTo>
                    <a:pt x="24" y="77"/>
                    <a:pt x="21" y="74"/>
                    <a:pt x="18" y="71"/>
                  </a:cubicBezTo>
                  <a:cubicBezTo>
                    <a:pt x="16" y="68"/>
                    <a:pt x="15" y="65"/>
                    <a:pt x="13" y="63"/>
                  </a:cubicBezTo>
                  <a:cubicBezTo>
                    <a:pt x="11" y="60"/>
                    <a:pt x="8" y="58"/>
                    <a:pt x="6" y="55"/>
                  </a:cubicBezTo>
                  <a:cubicBezTo>
                    <a:pt x="5" y="54"/>
                    <a:pt x="4" y="52"/>
                    <a:pt x="4" y="51"/>
                  </a:cubicBezTo>
                  <a:cubicBezTo>
                    <a:pt x="4" y="47"/>
                    <a:pt x="5" y="42"/>
                    <a:pt x="5" y="38"/>
                  </a:cubicBezTo>
                  <a:cubicBezTo>
                    <a:pt x="5" y="30"/>
                    <a:pt x="2" y="22"/>
                    <a:pt x="1" y="14"/>
                  </a:cubicBezTo>
                  <a:cubicBezTo>
                    <a:pt x="1" y="12"/>
                    <a:pt x="0" y="0"/>
                    <a:pt x="4" y="2"/>
                  </a:cubicBezTo>
                  <a:cubicBezTo>
                    <a:pt x="5" y="2"/>
                    <a:pt x="5" y="3"/>
                    <a:pt x="5" y="4"/>
                  </a:cubicBezTo>
                  <a:cubicBezTo>
                    <a:pt x="5" y="4"/>
                    <a:pt x="5" y="4"/>
                    <a:pt x="5" y="5"/>
                  </a:cubicBezTo>
                  <a:cubicBezTo>
                    <a:pt x="4" y="8"/>
                    <a:pt x="4" y="11"/>
                    <a:pt x="5" y="15"/>
                  </a:cubicBezTo>
                  <a:cubicBezTo>
                    <a:pt x="5" y="21"/>
                    <a:pt x="7" y="28"/>
                    <a:pt x="8" y="35"/>
                  </a:cubicBezTo>
                  <a:cubicBezTo>
                    <a:pt x="8" y="40"/>
                    <a:pt x="8" y="44"/>
                    <a:pt x="7" y="49"/>
                  </a:cubicBezTo>
                  <a:cubicBezTo>
                    <a:pt x="7" y="51"/>
                    <a:pt x="8" y="53"/>
                    <a:pt x="9" y="54"/>
                  </a:cubicBezTo>
                  <a:cubicBezTo>
                    <a:pt x="11" y="57"/>
                    <a:pt x="14" y="58"/>
                    <a:pt x="16" y="61"/>
                  </a:cubicBezTo>
                  <a:cubicBezTo>
                    <a:pt x="17" y="63"/>
                    <a:pt x="19" y="66"/>
                    <a:pt x="20" y="68"/>
                  </a:cubicBezTo>
                  <a:cubicBezTo>
                    <a:pt x="22" y="71"/>
                    <a:pt x="24" y="73"/>
                    <a:pt x="26" y="75"/>
                  </a:cubicBezTo>
                  <a:cubicBezTo>
                    <a:pt x="27" y="77"/>
                    <a:pt x="30" y="80"/>
                    <a:pt x="28" y="81"/>
                  </a:cubicBezTo>
                  <a:cubicBezTo>
                    <a:pt x="27" y="82"/>
                    <a:pt x="26" y="82"/>
                    <a:pt x="25" y="81"/>
                  </a:cubicBezTo>
                  <a:close/>
                </a:path>
              </a:pathLst>
            </a:custGeom>
            <a:solidFill>
              <a:srgbClr val="5044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34" name="Freeform 29"/>
            <p:cNvSpPr/>
            <p:nvPr/>
          </p:nvSpPr>
          <p:spPr bwMode="auto">
            <a:xfrm>
              <a:off x="4285" y="1733"/>
              <a:ext cx="331" cy="524"/>
            </a:xfrm>
            <a:custGeom>
              <a:avLst/>
              <a:gdLst>
                <a:gd name="T0" fmla="*/ 23 w 75"/>
                <a:gd name="T1" fmla="*/ 119 h 119"/>
                <a:gd name="T2" fmla="*/ 22 w 75"/>
                <a:gd name="T3" fmla="*/ 112 h 119"/>
                <a:gd name="T4" fmla="*/ 25 w 75"/>
                <a:gd name="T5" fmla="*/ 103 h 119"/>
                <a:gd name="T6" fmla="*/ 29 w 75"/>
                <a:gd name="T7" fmla="*/ 91 h 119"/>
                <a:gd name="T8" fmla="*/ 32 w 75"/>
                <a:gd name="T9" fmla="*/ 82 h 119"/>
                <a:gd name="T10" fmla="*/ 44 w 75"/>
                <a:gd name="T11" fmla="*/ 71 h 119"/>
                <a:gd name="T12" fmla="*/ 51 w 75"/>
                <a:gd name="T13" fmla="*/ 67 h 119"/>
                <a:gd name="T14" fmla="*/ 53 w 75"/>
                <a:gd name="T15" fmla="*/ 60 h 119"/>
                <a:gd name="T16" fmla="*/ 60 w 75"/>
                <a:gd name="T17" fmla="*/ 41 h 119"/>
                <a:gd name="T18" fmla="*/ 65 w 75"/>
                <a:gd name="T19" fmla="*/ 35 h 119"/>
                <a:gd name="T20" fmla="*/ 68 w 75"/>
                <a:gd name="T21" fmla="*/ 23 h 119"/>
                <a:gd name="T22" fmla="*/ 66 w 75"/>
                <a:gd name="T23" fmla="*/ 10 h 119"/>
                <a:gd name="T24" fmla="*/ 43 w 75"/>
                <a:gd name="T25" fmla="*/ 4 h 119"/>
                <a:gd name="T26" fmla="*/ 31 w 75"/>
                <a:gd name="T27" fmla="*/ 4 h 119"/>
                <a:gd name="T28" fmla="*/ 22 w 75"/>
                <a:gd name="T29" fmla="*/ 6 h 119"/>
                <a:gd name="T30" fmla="*/ 3 w 75"/>
                <a:gd name="T31" fmla="*/ 14 h 119"/>
                <a:gd name="T32" fmla="*/ 0 w 75"/>
                <a:gd name="T33" fmla="*/ 13 h 119"/>
                <a:gd name="T34" fmla="*/ 11 w 75"/>
                <a:gd name="T35" fmla="*/ 6 h 119"/>
                <a:gd name="T36" fmla="*/ 31 w 75"/>
                <a:gd name="T37" fmla="*/ 1 h 119"/>
                <a:gd name="T38" fmla="*/ 44 w 75"/>
                <a:gd name="T39" fmla="*/ 1 h 119"/>
                <a:gd name="T40" fmla="*/ 59 w 75"/>
                <a:gd name="T41" fmla="*/ 3 h 119"/>
                <a:gd name="T42" fmla="*/ 70 w 75"/>
                <a:gd name="T43" fmla="*/ 26 h 119"/>
                <a:gd name="T44" fmla="*/ 69 w 75"/>
                <a:gd name="T45" fmla="*/ 35 h 119"/>
                <a:gd name="T46" fmla="*/ 59 w 75"/>
                <a:gd name="T47" fmla="*/ 47 h 119"/>
                <a:gd name="T48" fmla="*/ 55 w 75"/>
                <a:gd name="T49" fmla="*/ 68 h 119"/>
                <a:gd name="T50" fmla="*/ 46 w 75"/>
                <a:gd name="T51" fmla="*/ 74 h 119"/>
                <a:gd name="T52" fmla="*/ 35 w 75"/>
                <a:gd name="T53" fmla="*/ 83 h 119"/>
                <a:gd name="T54" fmla="*/ 31 w 75"/>
                <a:gd name="T55" fmla="*/ 94 h 119"/>
                <a:gd name="T56" fmla="*/ 27 w 75"/>
                <a:gd name="T57" fmla="*/ 109 h 119"/>
                <a:gd name="T58" fmla="*/ 25 w 75"/>
                <a:gd name="T59" fmla="*/ 115 h 119"/>
                <a:gd name="T60" fmla="*/ 23 w 75"/>
                <a:gd name="T61" fmla="*/ 119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75" h="119">
                  <a:moveTo>
                    <a:pt x="23" y="119"/>
                  </a:moveTo>
                  <a:cubicBezTo>
                    <a:pt x="20" y="118"/>
                    <a:pt x="22" y="114"/>
                    <a:pt x="22" y="112"/>
                  </a:cubicBezTo>
                  <a:cubicBezTo>
                    <a:pt x="23" y="109"/>
                    <a:pt x="24" y="106"/>
                    <a:pt x="25" y="103"/>
                  </a:cubicBezTo>
                  <a:cubicBezTo>
                    <a:pt x="26" y="99"/>
                    <a:pt x="27" y="95"/>
                    <a:pt x="29" y="91"/>
                  </a:cubicBezTo>
                  <a:cubicBezTo>
                    <a:pt x="30" y="88"/>
                    <a:pt x="30" y="85"/>
                    <a:pt x="32" y="82"/>
                  </a:cubicBezTo>
                  <a:cubicBezTo>
                    <a:pt x="35" y="77"/>
                    <a:pt x="39" y="73"/>
                    <a:pt x="44" y="71"/>
                  </a:cubicBezTo>
                  <a:cubicBezTo>
                    <a:pt x="46" y="70"/>
                    <a:pt x="49" y="69"/>
                    <a:pt x="51" y="67"/>
                  </a:cubicBezTo>
                  <a:cubicBezTo>
                    <a:pt x="53" y="65"/>
                    <a:pt x="53" y="62"/>
                    <a:pt x="53" y="60"/>
                  </a:cubicBezTo>
                  <a:cubicBezTo>
                    <a:pt x="52" y="52"/>
                    <a:pt x="54" y="47"/>
                    <a:pt x="60" y="41"/>
                  </a:cubicBezTo>
                  <a:cubicBezTo>
                    <a:pt x="62" y="39"/>
                    <a:pt x="64" y="38"/>
                    <a:pt x="65" y="35"/>
                  </a:cubicBezTo>
                  <a:cubicBezTo>
                    <a:pt x="66" y="31"/>
                    <a:pt x="66" y="27"/>
                    <a:pt x="68" y="23"/>
                  </a:cubicBezTo>
                  <a:cubicBezTo>
                    <a:pt x="69" y="19"/>
                    <a:pt x="70" y="13"/>
                    <a:pt x="66" y="10"/>
                  </a:cubicBezTo>
                  <a:cubicBezTo>
                    <a:pt x="60" y="5"/>
                    <a:pt x="51" y="5"/>
                    <a:pt x="43" y="4"/>
                  </a:cubicBezTo>
                  <a:cubicBezTo>
                    <a:pt x="39" y="4"/>
                    <a:pt x="35" y="4"/>
                    <a:pt x="31" y="4"/>
                  </a:cubicBezTo>
                  <a:cubicBezTo>
                    <a:pt x="28" y="4"/>
                    <a:pt x="25" y="5"/>
                    <a:pt x="22" y="6"/>
                  </a:cubicBezTo>
                  <a:cubicBezTo>
                    <a:pt x="15" y="7"/>
                    <a:pt x="8" y="9"/>
                    <a:pt x="3" y="14"/>
                  </a:cubicBezTo>
                  <a:cubicBezTo>
                    <a:pt x="3" y="16"/>
                    <a:pt x="0" y="16"/>
                    <a:pt x="0" y="13"/>
                  </a:cubicBezTo>
                  <a:cubicBezTo>
                    <a:pt x="0" y="10"/>
                    <a:pt x="8" y="7"/>
                    <a:pt x="11" y="6"/>
                  </a:cubicBezTo>
                  <a:cubicBezTo>
                    <a:pt x="17" y="3"/>
                    <a:pt x="24" y="2"/>
                    <a:pt x="31" y="1"/>
                  </a:cubicBezTo>
                  <a:cubicBezTo>
                    <a:pt x="35" y="0"/>
                    <a:pt x="40" y="1"/>
                    <a:pt x="44" y="1"/>
                  </a:cubicBezTo>
                  <a:cubicBezTo>
                    <a:pt x="49" y="1"/>
                    <a:pt x="54" y="1"/>
                    <a:pt x="59" y="3"/>
                  </a:cubicBezTo>
                  <a:cubicBezTo>
                    <a:pt x="71" y="7"/>
                    <a:pt x="75" y="14"/>
                    <a:pt x="70" y="26"/>
                  </a:cubicBezTo>
                  <a:cubicBezTo>
                    <a:pt x="69" y="29"/>
                    <a:pt x="69" y="32"/>
                    <a:pt x="69" y="35"/>
                  </a:cubicBezTo>
                  <a:cubicBezTo>
                    <a:pt x="68" y="40"/>
                    <a:pt x="62" y="43"/>
                    <a:pt x="59" y="47"/>
                  </a:cubicBezTo>
                  <a:cubicBezTo>
                    <a:pt x="53" y="54"/>
                    <a:pt x="59" y="61"/>
                    <a:pt x="55" y="68"/>
                  </a:cubicBezTo>
                  <a:cubicBezTo>
                    <a:pt x="53" y="71"/>
                    <a:pt x="49" y="73"/>
                    <a:pt x="46" y="74"/>
                  </a:cubicBezTo>
                  <a:cubicBezTo>
                    <a:pt x="41" y="76"/>
                    <a:pt x="38" y="79"/>
                    <a:pt x="35" y="83"/>
                  </a:cubicBezTo>
                  <a:cubicBezTo>
                    <a:pt x="33" y="86"/>
                    <a:pt x="33" y="91"/>
                    <a:pt x="31" y="94"/>
                  </a:cubicBezTo>
                  <a:cubicBezTo>
                    <a:pt x="29" y="99"/>
                    <a:pt x="28" y="104"/>
                    <a:pt x="27" y="109"/>
                  </a:cubicBezTo>
                  <a:cubicBezTo>
                    <a:pt x="26" y="111"/>
                    <a:pt x="26" y="113"/>
                    <a:pt x="25" y="115"/>
                  </a:cubicBezTo>
                  <a:cubicBezTo>
                    <a:pt x="25" y="117"/>
                    <a:pt x="25" y="119"/>
                    <a:pt x="23" y="119"/>
                  </a:cubicBezTo>
                  <a:close/>
                </a:path>
              </a:pathLst>
            </a:custGeom>
            <a:solidFill>
              <a:srgbClr val="5044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35" name="Freeform 30"/>
            <p:cNvSpPr/>
            <p:nvPr/>
          </p:nvSpPr>
          <p:spPr bwMode="auto">
            <a:xfrm>
              <a:off x="4218" y="1791"/>
              <a:ext cx="102" cy="422"/>
            </a:xfrm>
            <a:custGeom>
              <a:avLst/>
              <a:gdLst>
                <a:gd name="T0" fmla="*/ 20 w 23"/>
                <a:gd name="T1" fmla="*/ 95 h 96"/>
                <a:gd name="T2" fmla="*/ 16 w 23"/>
                <a:gd name="T3" fmla="*/ 65 h 96"/>
                <a:gd name="T4" fmla="*/ 12 w 23"/>
                <a:gd name="T5" fmla="*/ 54 h 96"/>
                <a:gd name="T6" fmla="*/ 3 w 23"/>
                <a:gd name="T7" fmla="*/ 40 h 96"/>
                <a:gd name="T8" fmla="*/ 0 w 23"/>
                <a:gd name="T9" fmla="*/ 31 h 96"/>
                <a:gd name="T10" fmla="*/ 3 w 23"/>
                <a:gd name="T11" fmla="*/ 18 h 96"/>
                <a:gd name="T12" fmla="*/ 9 w 23"/>
                <a:gd name="T13" fmla="*/ 6 h 96"/>
                <a:gd name="T14" fmla="*/ 16 w 23"/>
                <a:gd name="T15" fmla="*/ 0 h 96"/>
                <a:gd name="T16" fmla="*/ 18 w 23"/>
                <a:gd name="T17" fmla="*/ 1 h 96"/>
                <a:gd name="T18" fmla="*/ 15 w 23"/>
                <a:gd name="T19" fmla="*/ 4 h 96"/>
                <a:gd name="T20" fmla="*/ 11 w 23"/>
                <a:gd name="T21" fmla="*/ 9 h 96"/>
                <a:gd name="T22" fmla="*/ 7 w 23"/>
                <a:gd name="T23" fmla="*/ 17 h 96"/>
                <a:gd name="T24" fmla="*/ 4 w 23"/>
                <a:gd name="T25" fmla="*/ 31 h 96"/>
                <a:gd name="T26" fmla="*/ 9 w 23"/>
                <a:gd name="T27" fmla="*/ 44 h 96"/>
                <a:gd name="T28" fmla="*/ 15 w 23"/>
                <a:gd name="T29" fmla="*/ 52 h 96"/>
                <a:gd name="T30" fmla="*/ 19 w 23"/>
                <a:gd name="T31" fmla="*/ 76 h 96"/>
                <a:gd name="T32" fmla="*/ 20 w 23"/>
                <a:gd name="T33" fmla="*/ 87 h 96"/>
                <a:gd name="T34" fmla="*/ 22 w 23"/>
                <a:gd name="T35" fmla="*/ 92 h 96"/>
                <a:gd name="T36" fmla="*/ 22 w 23"/>
                <a:gd name="T37" fmla="*/ 95 h 96"/>
                <a:gd name="T38" fmla="*/ 20 w 23"/>
                <a:gd name="T39" fmla="*/ 95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3" h="96">
                  <a:moveTo>
                    <a:pt x="20" y="95"/>
                  </a:moveTo>
                  <a:cubicBezTo>
                    <a:pt x="14" y="84"/>
                    <a:pt x="15" y="76"/>
                    <a:pt x="16" y="65"/>
                  </a:cubicBezTo>
                  <a:cubicBezTo>
                    <a:pt x="17" y="60"/>
                    <a:pt x="15" y="57"/>
                    <a:pt x="12" y="54"/>
                  </a:cubicBezTo>
                  <a:cubicBezTo>
                    <a:pt x="8" y="50"/>
                    <a:pt x="6" y="45"/>
                    <a:pt x="3" y="40"/>
                  </a:cubicBezTo>
                  <a:cubicBezTo>
                    <a:pt x="2" y="37"/>
                    <a:pt x="1" y="34"/>
                    <a:pt x="0" y="31"/>
                  </a:cubicBezTo>
                  <a:cubicBezTo>
                    <a:pt x="0" y="27"/>
                    <a:pt x="2" y="22"/>
                    <a:pt x="3" y="18"/>
                  </a:cubicBezTo>
                  <a:cubicBezTo>
                    <a:pt x="5" y="14"/>
                    <a:pt x="6" y="9"/>
                    <a:pt x="9" y="6"/>
                  </a:cubicBezTo>
                  <a:cubicBezTo>
                    <a:pt x="11" y="3"/>
                    <a:pt x="13" y="1"/>
                    <a:pt x="16" y="0"/>
                  </a:cubicBezTo>
                  <a:cubicBezTo>
                    <a:pt x="17" y="0"/>
                    <a:pt x="18" y="0"/>
                    <a:pt x="18" y="1"/>
                  </a:cubicBezTo>
                  <a:cubicBezTo>
                    <a:pt x="19" y="2"/>
                    <a:pt x="17" y="3"/>
                    <a:pt x="15" y="4"/>
                  </a:cubicBezTo>
                  <a:cubicBezTo>
                    <a:pt x="14" y="5"/>
                    <a:pt x="12" y="7"/>
                    <a:pt x="11" y="9"/>
                  </a:cubicBezTo>
                  <a:cubicBezTo>
                    <a:pt x="9" y="11"/>
                    <a:pt x="8" y="14"/>
                    <a:pt x="7" y="17"/>
                  </a:cubicBezTo>
                  <a:cubicBezTo>
                    <a:pt x="6" y="22"/>
                    <a:pt x="3" y="26"/>
                    <a:pt x="4" y="31"/>
                  </a:cubicBezTo>
                  <a:cubicBezTo>
                    <a:pt x="5" y="35"/>
                    <a:pt x="7" y="40"/>
                    <a:pt x="9" y="44"/>
                  </a:cubicBezTo>
                  <a:cubicBezTo>
                    <a:pt x="10" y="47"/>
                    <a:pt x="12" y="49"/>
                    <a:pt x="15" y="52"/>
                  </a:cubicBezTo>
                  <a:cubicBezTo>
                    <a:pt x="22" y="58"/>
                    <a:pt x="19" y="67"/>
                    <a:pt x="19" y="76"/>
                  </a:cubicBezTo>
                  <a:cubicBezTo>
                    <a:pt x="19" y="79"/>
                    <a:pt x="19" y="83"/>
                    <a:pt x="20" y="87"/>
                  </a:cubicBezTo>
                  <a:cubicBezTo>
                    <a:pt x="21" y="89"/>
                    <a:pt x="22" y="90"/>
                    <a:pt x="22" y="92"/>
                  </a:cubicBezTo>
                  <a:cubicBezTo>
                    <a:pt x="23" y="93"/>
                    <a:pt x="23" y="95"/>
                    <a:pt x="22" y="95"/>
                  </a:cubicBezTo>
                  <a:cubicBezTo>
                    <a:pt x="21" y="96"/>
                    <a:pt x="20" y="96"/>
                    <a:pt x="20" y="95"/>
                  </a:cubicBezTo>
                  <a:close/>
                </a:path>
              </a:pathLst>
            </a:custGeom>
            <a:solidFill>
              <a:srgbClr val="5044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36" name="Freeform 31"/>
            <p:cNvSpPr>
              <a:spLocks noEditPoints="1"/>
            </p:cNvSpPr>
            <p:nvPr/>
          </p:nvSpPr>
          <p:spPr bwMode="auto">
            <a:xfrm>
              <a:off x="4894" y="1192"/>
              <a:ext cx="110" cy="132"/>
            </a:xfrm>
            <a:custGeom>
              <a:avLst/>
              <a:gdLst>
                <a:gd name="T0" fmla="*/ 10 w 25"/>
                <a:gd name="T1" fmla="*/ 30 h 30"/>
                <a:gd name="T2" fmla="*/ 2 w 25"/>
                <a:gd name="T3" fmla="*/ 22 h 30"/>
                <a:gd name="T4" fmla="*/ 1 w 25"/>
                <a:gd name="T5" fmla="*/ 12 h 30"/>
                <a:gd name="T6" fmla="*/ 6 w 25"/>
                <a:gd name="T7" fmla="*/ 3 h 30"/>
                <a:gd name="T8" fmla="*/ 17 w 25"/>
                <a:gd name="T9" fmla="*/ 2 h 30"/>
                <a:gd name="T10" fmla="*/ 21 w 25"/>
                <a:gd name="T11" fmla="*/ 21 h 30"/>
                <a:gd name="T12" fmla="*/ 10 w 25"/>
                <a:gd name="T13" fmla="*/ 30 h 30"/>
                <a:gd name="T14" fmla="*/ 11 w 25"/>
                <a:gd name="T15" fmla="*/ 26 h 30"/>
                <a:gd name="T16" fmla="*/ 20 w 25"/>
                <a:gd name="T17" fmla="*/ 13 h 30"/>
                <a:gd name="T18" fmla="*/ 9 w 25"/>
                <a:gd name="T19" fmla="*/ 5 h 30"/>
                <a:gd name="T20" fmla="*/ 4 w 25"/>
                <a:gd name="T21" fmla="*/ 11 h 30"/>
                <a:gd name="T22" fmla="*/ 4 w 25"/>
                <a:gd name="T23" fmla="*/ 13 h 30"/>
                <a:gd name="T24" fmla="*/ 5 w 25"/>
                <a:gd name="T25" fmla="*/ 19 h 30"/>
                <a:gd name="T26" fmla="*/ 6 w 25"/>
                <a:gd name="T27" fmla="*/ 24 h 30"/>
                <a:gd name="T28" fmla="*/ 11 w 25"/>
                <a:gd name="T29" fmla="*/ 26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5" h="30">
                  <a:moveTo>
                    <a:pt x="10" y="30"/>
                  </a:moveTo>
                  <a:cubicBezTo>
                    <a:pt x="5" y="30"/>
                    <a:pt x="2" y="27"/>
                    <a:pt x="2" y="22"/>
                  </a:cubicBezTo>
                  <a:cubicBezTo>
                    <a:pt x="2" y="18"/>
                    <a:pt x="0" y="15"/>
                    <a:pt x="1" y="12"/>
                  </a:cubicBezTo>
                  <a:cubicBezTo>
                    <a:pt x="1" y="8"/>
                    <a:pt x="4" y="6"/>
                    <a:pt x="6" y="3"/>
                  </a:cubicBezTo>
                  <a:cubicBezTo>
                    <a:pt x="8" y="0"/>
                    <a:pt x="14" y="1"/>
                    <a:pt x="17" y="2"/>
                  </a:cubicBezTo>
                  <a:cubicBezTo>
                    <a:pt x="24" y="6"/>
                    <a:pt x="25" y="14"/>
                    <a:pt x="21" y="21"/>
                  </a:cubicBezTo>
                  <a:cubicBezTo>
                    <a:pt x="19" y="25"/>
                    <a:pt x="15" y="30"/>
                    <a:pt x="10" y="30"/>
                  </a:cubicBezTo>
                  <a:close/>
                  <a:moveTo>
                    <a:pt x="11" y="26"/>
                  </a:moveTo>
                  <a:cubicBezTo>
                    <a:pt x="16" y="25"/>
                    <a:pt x="19" y="19"/>
                    <a:pt x="20" y="13"/>
                  </a:cubicBezTo>
                  <a:cubicBezTo>
                    <a:pt x="20" y="7"/>
                    <a:pt x="15" y="3"/>
                    <a:pt x="9" y="5"/>
                  </a:cubicBezTo>
                  <a:cubicBezTo>
                    <a:pt x="7" y="7"/>
                    <a:pt x="5" y="9"/>
                    <a:pt x="4" y="11"/>
                  </a:cubicBezTo>
                  <a:cubicBezTo>
                    <a:pt x="4" y="12"/>
                    <a:pt x="4" y="13"/>
                    <a:pt x="4" y="13"/>
                  </a:cubicBezTo>
                  <a:cubicBezTo>
                    <a:pt x="4" y="15"/>
                    <a:pt x="5" y="17"/>
                    <a:pt x="5" y="19"/>
                  </a:cubicBezTo>
                  <a:cubicBezTo>
                    <a:pt x="5" y="21"/>
                    <a:pt x="5" y="22"/>
                    <a:pt x="6" y="24"/>
                  </a:cubicBezTo>
                  <a:cubicBezTo>
                    <a:pt x="6" y="26"/>
                    <a:pt x="9" y="26"/>
                    <a:pt x="11" y="26"/>
                  </a:cubicBezTo>
                  <a:close/>
                </a:path>
              </a:pathLst>
            </a:custGeom>
            <a:solidFill>
              <a:srgbClr val="5044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37" name="Freeform 32"/>
            <p:cNvSpPr/>
            <p:nvPr/>
          </p:nvSpPr>
          <p:spPr bwMode="auto">
            <a:xfrm>
              <a:off x="4929" y="1262"/>
              <a:ext cx="499" cy="458"/>
            </a:xfrm>
            <a:custGeom>
              <a:avLst/>
              <a:gdLst>
                <a:gd name="T0" fmla="*/ 25 w 113"/>
                <a:gd name="T1" fmla="*/ 103 h 104"/>
                <a:gd name="T2" fmla="*/ 16 w 113"/>
                <a:gd name="T3" fmla="*/ 98 h 104"/>
                <a:gd name="T4" fmla="*/ 13 w 113"/>
                <a:gd name="T5" fmla="*/ 82 h 104"/>
                <a:gd name="T6" fmla="*/ 26 w 113"/>
                <a:gd name="T7" fmla="*/ 66 h 104"/>
                <a:gd name="T8" fmla="*/ 29 w 113"/>
                <a:gd name="T9" fmla="*/ 62 h 104"/>
                <a:gd name="T10" fmla="*/ 31 w 113"/>
                <a:gd name="T11" fmla="*/ 54 h 104"/>
                <a:gd name="T12" fmla="*/ 33 w 113"/>
                <a:gd name="T13" fmla="*/ 43 h 104"/>
                <a:gd name="T14" fmla="*/ 7 w 113"/>
                <a:gd name="T15" fmla="*/ 62 h 104"/>
                <a:gd name="T16" fmla="*/ 1 w 113"/>
                <a:gd name="T17" fmla="*/ 51 h 104"/>
                <a:gd name="T18" fmla="*/ 5 w 113"/>
                <a:gd name="T19" fmla="*/ 41 h 104"/>
                <a:gd name="T20" fmla="*/ 14 w 113"/>
                <a:gd name="T21" fmla="*/ 28 h 104"/>
                <a:gd name="T22" fmla="*/ 22 w 113"/>
                <a:gd name="T23" fmla="*/ 22 h 104"/>
                <a:gd name="T24" fmla="*/ 30 w 113"/>
                <a:gd name="T25" fmla="*/ 13 h 104"/>
                <a:gd name="T26" fmla="*/ 30 w 113"/>
                <a:gd name="T27" fmla="*/ 7 h 104"/>
                <a:gd name="T28" fmla="*/ 42 w 113"/>
                <a:gd name="T29" fmla="*/ 0 h 104"/>
                <a:gd name="T30" fmla="*/ 56 w 113"/>
                <a:gd name="T31" fmla="*/ 6 h 104"/>
                <a:gd name="T32" fmla="*/ 62 w 113"/>
                <a:gd name="T33" fmla="*/ 14 h 104"/>
                <a:gd name="T34" fmla="*/ 79 w 113"/>
                <a:gd name="T35" fmla="*/ 23 h 104"/>
                <a:gd name="T36" fmla="*/ 83 w 113"/>
                <a:gd name="T37" fmla="*/ 22 h 104"/>
                <a:gd name="T38" fmla="*/ 85 w 113"/>
                <a:gd name="T39" fmla="*/ 21 h 104"/>
                <a:gd name="T40" fmla="*/ 86 w 113"/>
                <a:gd name="T41" fmla="*/ 23 h 104"/>
                <a:gd name="T42" fmla="*/ 76 w 113"/>
                <a:gd name="T43" fmla="*/ 26 h 104"/>
                <a:gd name="T44" fmla="*/ 54 w 113"/>
                <a:gd name="T45" fmla="*/ 9 h 104"/>
                <a:gd name="T46" fmla="*/ 34 w 113"/>
                <a:gd name="T47" fmla="*/ 6 h 104"/>
                <a:gd name="T48" fmla="*/ 33 w 113"/>
                <a:gd name="T49" fmla="*/ 15 h 104"/>
                <a:gd name="T50" fmla="*/ 26 w 113"/>
                <a:gd name="T51" fmla="*/ 23 h 104"/>
                <a:gd name="T52" fmla="*/ 15 w 113"/>
                <a:gd name="T53" fmla="*/ 32 h 104"/>
                <a:gd name="T54" fmla="*/ 5 w 113"/>
                <a:gd name="T55" fmla="*/ 48 h 104"/>
                <a:gd name="T56" fmla="*/ 4 w 113"/>
                <a:gd name="T57" fmla="*/ 58 h 104"/>
                <a:gd name="T58" fmla="*/ 6 w 113"/>
                <a:gd name="T59" fmla="*/ 59 h 104"/>
                <a:gd name="T60" fmla="*/ 10 w 113"/>
                <a:gd name="T61" fmla="*/ 58 h 104"/>
                <a:gd name="T62" fmla="*/ 25 w 113"/>
                <a:gd name="T63" fmla="*/ 40 h 104"/>
                <a:gd name="T64" fmla="*/ 36 w 113"/>
                <a:gd name="T65" fmla="*/ 41 h 104"/>
                <a:gd name="T66" fmla="*/ 35 w 113"/>
                <a:gd name="T67" fmla="*/ 53 h 104"/>
                <a:gd name="T68" fmla="*/ 32 w 113"/>
                <a:gd name="T69" fmla="*/ 63 h 104"/>
                <a:gd name="T70" fmla="*/ 22 w 113"/>
                <a:gd name="T71" fmla="*/ 76 h 104"/>
                <a:gd name="T72" fmla="*/ 17 w 113"/>
                <a:gd name="T73" fmla="*/ 91 h 104"/>
                <a:gd name="T74" fmla="*/ 19 w 113"/>
                <a:gd name="T75" fmla="*/ 95 h 104"/>
                <a:gd name="T76" fmla="*/ 22 w 113"/>
                <a:gd name="T77" fmla="*/ 100 h 104"/>
                <a:gd name="T78" fmla="*/ 46 w 113"/>
                <a:gd name="T79" fmla="*/ 92 h 104"/>
                <a:gd name="T80" fmla="*/ 51 w 113"/>
                <a:gd name="T81" fmla="*/ 84 h 104"/>
                <a:gd name="T82" fmla="*/ 59 w 113"/>
                <a:gd name="T83" fmla="*/ 77 h 104"/>
                <a:gd name="T84" fmla="*/ 84 w 113"/>
                <a:gd name="T85" fmla="*/ 69 h 104"/>
                <a:gd name="T86" fmla="*/ 90 w 113"/>
                <a:gd name="T87" fmla="*/ 74 h 104"/>
                <a:gd name="T88" fmla="*/ 98 w 113"/>
                <a:gd name="T89" fmla="*/ 79 h 104"/>
                <a:gd name="T90" fmla="*/ 108 w 113"/>
                <a:gd name="T91" fmla="*/ 81 h 104"/>
                <a:gd name="T92" fmla="*/ 112 w 113"/>
                <a:gd name="T93" fmla="*/ 81 h 104"/>
                <a:gd name="T94" fmla="*/ 106 w 113"/>
                <a:gd name="T95" fmla="*/ 84 h 104"/>
                <a:gd name="T96" fmla="*/ 98 w 113"/>
                <a:gd name="T97" fmla="*/ 83 h 104"/>
                <a:gd name="T98" fmla="*/ 84 w 113"/>
                <a:gd name="T99" fmla="*/ 73 h 104"/>
                <a:gd name="T100" fmla="*/ 65 w 113"/>
                <a:gd name="T101" fmla="*/ 77 h 104"/>
                <a:gd name="T102" fmla="*/ 51 w 113"/>
                <a:gd name="T103" fmla="*/ 89 h 104"/>
                <a:gd name="T104" fmla="*/ 25 w 113"/>
                <a:gd name="T105" fmla="*/ 103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13" h="104">
                  <a:moveTo>
                    <a:pt x="25" y="103"/>
                  </a:moveTo>
                  <a:cubicBezTo>
                    <a:pt x="21" y="103"/>
                    <a:pt x="18" y="101"/>
                    <a:pt x="16" y="98"/>
                  </a:cubicBezTo>
                  <a:cubicBezTo>
                    <a:pt x="14" y="93"/>
                    <a:pt x="11" y="87"/>
                    <a:pt x="13" y="82"/>
                  </a:cubicBezTo>
                  <a:cubicBezTo>
                    <a:pt x="15" y="75"/>
                    <a:pt x="22" y="72"/>
                    <a:pt x="26" y="66"/>
                  </a:cubicBezTo>
                  <a:cubicBezTo>
                    <a:pt x="27" y="65"/>
                    <a:pt x="28" y="64"/>
                    <a:pt x="29" y="62"/>
                  </a:cubicBezTo>
                  <a:cubicBezTo>
                    <a:pt x="30" y="60"/>
                    <a:pt x="31" y="57"/>
                    <a:pt x="31" y="54"/>
                  </a:cubicBezTo>
                  <a:cubicBezTo>
                    <a:pt x="32" y="51"/>
                    <a:pt x="35" y="46"/>
                    <a:pt x="33" y="43"/>
                  </a:cubicBezTo>
                  <a:cubicBezTo>
                    <a:pt x="24" y="37"/>
                    <a:pt x="17" y="61"/>
                    <a:pt x="7" y="62"/>
                  </a:cubicBezTo>
                  <a:cubicBezTo>
                    <a:pt x="0" y="65"/>
                    <a:pt x="0" y="56"/>
                    <a:pt x="1" y="51"/>
                  </a:cubicBezTo>
                  <a:cubicBezTo>
                    <a:pt x="1" y="47"/>
                    <a:pt x="3" y="44"/>
                    <a:pt x="5" y="41"/>
                  </a:cubicBezTo>
                  <a:cubicBezTo>
                    <a:pt x="8" y="36"/>
                    <a:pt x="11" y="32"/>
                    <a:pt x="14" y="28"/>
                  </a:cubicBezTo>
                  <a:cubicBezTo>
                    <a:pt x="16" y="26"/>
                    <a:pt x="19" y="24"/>
                    <a:pt x="22" y="22"/>
                  </a:cubicBezTo>
                  <a:cubicBezTo>
                    <a:pt x="25" y="20"/>
                    <a:pt x="29" y="18"/>
                    <a:pt x="30" y="13"/>
                  </a:cubicBezTo>
                  <a:cubicBezTo>
                    <a:pt x="30" y="11"/>
                    <a:pt x="30" y="9"/>
                    <a:pt x="30" y="7"/>
                  </a:cubicBezTo>
                  <a:cubicBezTo>
                    <a:pt x="31" y="2"/>
                    <a:pt x="37" y="0"/>
                    <a:pt x="42" y="0"/>
                  </a:cubicBezTo>
                  <a:cubicBezTo>
                    <a:pt x="47" y="0"/>
                    <a:pt x="52" y="2"/>
                    <a:pt x="56" y="6"/>
                  </a:cubicBezTo>
                  <a:cubicBezTo>
                    <a:pt x="58" y="8"/>
                    <a:pt x="60" y="11"/>
                    <a:pt x="62" y="14"/>
                  </a:cubicBezTo>
                  <a:cubicBezTo>
                    <a:pt x="66" y="19"/>
                    <a:pt x="72" y="23"/>
                    <a:pt x="79" y="23"/>
                  </a:cubicBezTo>
                  <a:cubicBezTo>
                    <a:pt x="81" y="23"/>
                    <a:pt x="82" y="23"/>
                    <a:pt x="83" y="22"/>
                  </a:cubicBezTo>
                  <a:cubicBezTo>
                    <a:pt x="84" y="21"/>
                    <a:pt x="84" y="21"/>
                    <a:pt x="85" y="21"/>
                  </a:cubicBezTo>
                  <a:cubicBezTo>
                    <a:pt x="85" y="21"/>
                    <a:pt x="86" y="22"/>
                    <a:pt x="86" y="23"/>
                  </a:cubicBezTo>
                  <a:cubicBezTo>
                    <a:pt x="86" y="26"/>
                    <a:pt x="79" y="26"/>
                    <a:pt x="76" y="26"/>
                  </a:cubicBezTo>
                  <a:cubicBezTo>
                    <a:pt x="66" y="25"/>
                    <a:pt x="60" y="17"/>
                    <a:pt x="54" y="9"/>
                  </a:cubicBezTo>
                  <a:cubicBezTo>
                    <a:pt x="50" y="4"/>
                    <a:pt x="39" y="1"/>
                    <a:pt x="34" y="6"/>
                  </a:cubicBezTo>
                  <a:cubicBezTo>
                    <a:pt x="33" y="9"/>
                    <a:pt x="34" y="12"/>
                    <a:pt x="33" y="15"/>
                  </a:cubicBezTo>
                  <a:cubicBezTo>
                    <a:pt x="32" y="18"/>
                    <a:pt x="29" y="21"/>
                    <a:pt x="26" y="23"/>
                  </a:cubicBezTo>
                  <a:cubicBezTo>
                    <a:pt x="22" y="25"/>
                    <a:pt x="18" y="28"/>
                    <a:pt x="15" y="32"/>
                  </a:cubicBezTo>
                  <a:cubicBezTo>
                    <a:pt x="11" y="37"/>
                    <a:pt x="8" y="42"/>
                    <a:pt x="5" y="48"/>
                  </a:cubicBezTo>
                  <a:cubicBezTo>
                    <a:pt x="4" y="51"/>
                    <a:pt x="3" y="55"/>
                    <a:pt x="4" y="58"/>
                  </a:cubicBezTo>
                  <a:cubicBezTo>
                    <a:pt x="4" y="59"/>
                    <a:pt x="5" y="60"/>
                    <a:pt x="6" y="59"/>
                  </a:cubicBezTo>
                  <a:cubicBezTo>
                    <a:pt x="7" y="59"/>
                    <a:pt x="9" y="59"/>
                    <a:pt x="10" y="58"/>
                  </a:cubicBezTo>
                  <a:cubicBezTo>
                    <a:pt x="15" y="52"/>
                    <a:pt x="18" y="45"/>
                    <a:pt x="25" y="40"/>
                  </a:cubicBezTo>
                  <a:cubicBezTo>
                    <a:pt x="28" y="38"/>
                    <a:pt x="33" y="38"/>
                    <a:pt x="36" y="41"/>
                  </a:cubicBezTo>
                  <a:cubicBezTo>
                    <a:pt x="38" y="45"/>
                    <a:pt x="36" y="50"/>
                    <a:pt x="35" y="53"/>
                  </a:cubicBezTo>
                  <a:cubicBezTo>
                    <a:pt x="34" y="57"/>
                    <a:pt x="34" y="60"/>
                    <a:pt x="32" y="63"/>
                  </a:cubicBezTo>
                  <a:cubicBezTo>
                    <a:pt x="30" y="68"/>
                    <a:pt x="26" y="72"/>
                    <a:pt x="22" y="76"/>
                  </a:cubicBezTo>
                  <a:cubicBezTo>
                    <a:pt x="17" y="80"/>
                    <a:pt x="14" y="84"/>
                    <a:pt x="17" y="91"/>
                  </a:cubicBezTo>
                  <a:cubicBezTo>
                    <a:pt x="17" y="92"/>
                    <a:pt x="18" y="93"/>
                    <a:pt x="19" y="95"/>
                  </a:cubicBezTo>
                  <a:cubicBezTo>
                    <a:pt x="20" y="97"/>
                    <a:pt x="20" y="99"/>
                    <a:pt x="22" y="100"/>
                  </a:cubicBezTo>
                  <a:cubicBezTo>
                    <a:pt x="31" y="102"/>
                    <a:pt x="40" y="98"/>
                    <a:pt x="46" y="92"/>
                  </a:cubicBezTo>
                  <a:cubicBezTo>
                    <a:pt x="48" y="89"/>
                    <a:pt x="49" y="86"/>
                    <a:pt x="51" y="84"/>
                  </a:cubicBezTo>
                  <a:cubicBezTo>
                    <a:pt x="53" y="81"/>
                    <a:pt x="56" y="79"/>
                    <a:pt x="59" y="77"/>
                  </a:cubicBezTo>
                  <a:cubicBezTo>
                    <a:pt x="67" y="73"/>
                    <a:pt x="75" y="64"/>
                    <a:pt x="84" y="69"/>
                  </a:cubicBezTo>
                  <a:cubicBezTo>
                    <a:pt x="86" y="71"/>
                    <a:pt x="88" y="73"/>
                    <a:pt x="90" y="74"/>
                  </a:cubicBezTo>
                  <a:cubicBezTo>
                    <a:pt x="92" y="76"/>
                    <a:pt x="95" y="78"/>
                    <a:pt x="98" y="79"/>
                  </a:cubicBezTo>
                  <a:cubicBezTo>
                    <a:pt x="101" y="80"/>
                    <a:pt x="104" y="81"/>
                    <a:pt x="108" y="81"/>
                  </a:cubicBezTo>
                  <a:cubicBezTo>
                    <a:pt x="109" y="80"/>
                    <a:pt x="111" y="79"/>
                    <a:pt x="112" y="81"/>
                  </a:cubicBezTo>
                  <a:cubicBezTo>
                    <a:pt x="113" y="83"/>
                    <a:pt x="108" y="84"/>
                    <a:pt x="106" y="84"/>
                  </a:cubicBezTo>
                  <a:cubicBezTo>
                    <a:pt x="103" y="84"/>
                    <a:pt x="100" y="84"/>
                    <a:pt x="98" y="83"/>
                  </a:cubicBezTo>
                  <a:cubicBezTo>
                    <a:pt x="92" y="80"/>
                    <a:pt x="88" y="77"/>
                    <a:pt x="84" y="73"/>
                  </a:cubicBezTo>
                  <a:cubicBezTo>
                    <a:pt x="78" y="68"/>
                    <a:pt x="71" y="73"/>
                    <a:pt x="65" y="77"/>
                  </a:cubicBezTo>
                  <a:cubicBezTo>
                    <a:pt x="60" y="80"/>
                    <a:pt x="54" y="83"/>
                    <a:pt x="51" y="89"/>
                  </a:cubicBezTo>
                  <a:cubicBezTo>
                    <a:pt x="46" y="98"/>
                    <a:pt x="36" y="104"/>
                    <a:pt x="25" y="103"/>
                  </a:cubicBezTo>
                  <a:close/>
                </a:path>
              </a:pathLst>
            </a:custGeom>
            <a:solidFill>
              <a:srgbClr val="5044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38" name="Freeform 33"/>
            <p:cNvSpPr/>
            <p:nvPr/>
          </p:nvSpPr>
          <p:spPr bwMode="auto">
            <a:xfrm>
              <a:off x="4850" y="1702"/>
              <a:ext cx="238" cy="604"/>
            </a:xfrm>
            <a:custGeom>
              <a:avLst/>
              <a:gdLst>
                <a:gd name="T0" fmla="*/ 51 w 54"/>
                <a:gd name="T1" fmla="*/ 136 h 137"/>
                <a:gd name="T2" fmla="*/ 47 w 54"/>
                <a:gd name="T3" fmla="*/ 132 h 137"/>
                <a:gd name="T4" fmla="*/ 40 w 54"/>
                <a:gd name="T5" fmla="*/ 116 h 137"/>
                <a:gd name="T6" fmla="*/ 30 w 54"/>
                <a:gd name="T7" fmla="*/ 105 h 137"/>
                <a:gd name="T8" fmla="*/ 16 w 54"/>
                <a:gd name="T9" fmla="*/ 73 h 137"/>
                <a:gd name="T10" fmla="*/ 11 w 54"/>
                <a:gd name="T11" fmla="*/ 63 h 137"/>
                <a:gd name="T12" fmla="*/ 6 w 54"/>
                <a:gd name="T13" fmla="*/ 54 h 137"/>
                <a:gd name="T14" fmla="*/ 1 w 54"/>
                <a:gd name="T15" fmla="*/ 34 h 137"/>
                <a:gd name="T16" fmla="*/ 0 w 54"/>
                <a:gd name="T17" fmla="*/ 26 h 137"/>
                <a:gd name="T18" fmla="*/ 23 w 54"/>
                <a:gd name="T19" fmla="*/ 2 h 137"/>
                <a:gd name="T20" fmla="*/ 28 w 54"/>
                <a:gd name="T21" fmla="*/ 1 h 137"/>
                <a:gd name="T22" fmla="*/ 35 w 54"/>
                <a:gd name="T23" fmla="*/ 1 h 137"/>
                <a:gd name="T24" fmla="*/ 37 w 54"/>
                <a:gd name="T25" fmla="*/ 1 h 137"/>
                <a:gd name="T26" fmla="*/ 32 w 54"/>
                <a:gd name="T27" fmla="*/ 4 h 137"/>
                <a:gd name="T28" fmla="*/ 21 w 54"/>
                <a:gd name="T29" fmla="*/ 6 h 137"/>
                <a:gd name="T30" fmla="*/ 4 w 54"/>
                <a:gd name="T31" fmla="*/ 21 h 137"/>
                <a:gd name="T32" fmla="*/ 5 w 54"/>
                <a:gd name="T33" fmla="*/ 36 h 137"/>
                <a:gd name="T34" fmla="*/ 12 w 54"/>
                <a:gd name="T35" fmla="*/ 59 h 137"/>
                <a:gd name="T36" fmla="*/ 17 w 54"/>
                <a:gd name="T37" fmla="*/ 68 h 137"/>
                <a:gd name="T38" fmla="*/ 21 w 54"/>
                <a:gd name="T39" fmla="*/ 81 h 137"/>
                <a:gd name="T40" fmla="*/ 29 w 54"/>
                <a:gd name="T41" fmla="*/ 96 h 137"/>
                <a:gd name="T42" fmla="*/ 36 w 54"/>
                <a:gd name="T43" fmla="*/ 107 h 137"/>
                <a:gd name="T44" fmla="*/ 46 w 54"/>
                <a:gd name="T45" fmla="*/ 120 h 137"/>
                <a:gd name="T46" fmla="*/ 52 w 54"/>
                <a:gd name="T47" fmla="*/ 133 h 137"/>
                <a:gd name="T48" fmla="*/ 53 w 54"/>
                <a:gd name="T49" fmla="*/ 134 h 137"/>
                <a:gd name="T50" fmla="*/ 54 w 54"/>
                <a:gd name="T51" fmla="*/ 135 h 137"/>
                <a:gd name="T52" fmla="*/ 51 w 54"/>
                <a:gd name="T53" fmla="*/ 136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54" h="137">
                  <a:moveTo>
                    <a:pt x="51" y="136"/>
                  </a:moveTo>
                  <a:cubicBezTo>
                    <a:pt x="49" y="135"/>
                    <a:pt x="48" y="133"/>
                    <a:pt x="47" y="132"/>
                  </a:cubicBezTo>
                  <a:cubicBezTo>
                    <a:pt x="45" y="126"/>
                    <a:pt x="43" y="121"/>
                    <a:pt x="40" y="116"/>
                  </a:cubicBezTo>
                  <a:cubicBezTo>
                    <a:pt x="37" y="112"/>
                    <a:pt x="33" y="109"/>
                    <a:pt x="30" y="105"/>
                  </a:cubicBezTo>
                  <a:cubicBezTo>
                    <a:pt x="24" y="95"/>
                    <a:pt x="17" y="85"/>
                    <a:pt x="16" y="73"/>
                  </a:cubicBezTo>
                  <a:cubicBezTo>
                    <a:pt x="15" y="69"/>
                    <a:pt x="13" y="66"/>
                    <a:pt x="11" y="63"/>
                  </a:cubicBezTo>
                  <a:cubicBezTo>
                    <a:pt x="9" y="60"/>
                    <a:pt x="7" y="57"/>
                    <a:pt x="6" y="54"/>
                  </a:cubicBezTo>
                  <a:cubicBezTo>
                    <a:pt x="4" y="48"/>
                    <a:pt x="2" y="41"/>
                    <a:pt x="1" y="34"/>
                  </a:cubicBezTo>
                  <a:cubicBezTo>
                    <a:pt x="0" y="32"/>
                    <a:pt x="0" y="29"/>
                    <a:pt x="0" y="26"/>
                  </a:cubicBezTo>
                  <a:cubicBezTo>
                    <a:pt x="1" y="13"/>
                    <a:pt x="11" y="5"/>
                    <a:pt x="23" y="2"/>
                  </a:cubicBezTo>
                  <a:cubicBezTo>
                    <a:pt x="25" y="1"/>
                    <a:pt x="26" y="1"/>
                    <a:pt x="28" y="1"/>
                  </a:cubicBezTo>
                  <a:cubicBezTo>
                    <a:pt x="30" y="1"/>
                    <a:pt x="33" y="2"/>
                    <a:pt x="35" y="1"/>
                  </a:cubicBezTo>
                  <a:cubicBezTo>
                    <a:pt x="36" y="0"/>
                    <a:pt x="37" y="1"/>
                    <a:pt x="37" y="1"/>
                  </a:cubicBezTo>
                  <a:cubicBezTo>
                    <a:pt x="39" y="5"/>
                    <a:pt x="34" y="5"/>
                    <a:pt x="32" y="4"/>
                  </a:cubicBezTo>
                  <a:cubicBezTo>
                    <a:pt x="28" y="4"/>
                    <a:pt x="24" y="5"/>
                    <a:pt x="21" y="6"/>
                  </a:cubicBezTo>
                  <a:cubicBezTo>
                    <a:pt x="13" y="8"/>
                    <a:pt x="7" y="13"/>
                    <a:pt x="4" y="21"/>
                  </a:cubicBezTo>
                  <a:cubicBezTo>
                    <a:pt x="2" y="26"/>
                    <a:pt x="3" y="31"/>
                    <a:pt x="5" y="36"/>
                  </a:cubicBezTo>
                  <a:cubicBezTo>
                    <a:pt x="6" y="44"/>
                    <a:pt x="8" y="51"/>
                    <a:pt x="12" y="59"/>
                  </a:cubicBezTo>
                  <a:cubicBezTo>
                    <a:pt x="13" y="62"/>
                    <a:pt x="16" y="64"/>
                    <a:pt x="17" y="68"/>
                  </a:cubicBezTo>
                  <a:cubicBezTo>
                    <a:pt x="19" y="72"/>
                    <a:pt x="19" y="77"/>
                    <a:pt x="21" y="81"/>
                  </a:cubicBezTo>
                  <a:cubicBezTo>
                    <a:pt x="23" y="86"/>
                    <a:pt x="26" y="91"/>
                    <a:pt x="29" y="96"/>
                  </a:cubicBezTo>
                  <a:cubicBezTo>
                    <a:pt x="31" y="100"/>
                    <a:pt x="33" y="104"/>
                    <a:pt x="36" y="107"/>
                  </a:cubicBezTo>
                  <a:cubicBezTo>
                    <a:pt x="40" y="111"/>
                    <a:pt x="43" y="115"/>
                    <a:pt x="46" y="120"/>
                  </a:cubicBezTo>
                  <a:cubicBezTo>
                    <a:pt x="48" y="124"/>
                    <a:pt x="49" y="128"/>
                    <a:pt x="52" y="133"/>
                  </a:cubicBezTo>
                  <a:cubicBezTo>
                    <a:pt x="52" y="133"/>
                    <a:pt x="52" y="134"/>
                    <a:pt x="53" y="134"/>
                  </a:cubicBezTo>
                  <a:cubicBezTo>
                    <a:pt x="54" y="134"/>
                    <a:pt x="54" y="135"/>
                    <a:pt x="54" y="135"/>
                  </a:cubicBezTo>
                  <a:cubicBezTo>
                    <a:pt x="54" y="137"/>
                    <a:pt x="52" y="137"/>
                    <a:pt x="51" y="136"/>
                  </a:cubicBezTo>
                  <a:close/>
                </a:path>
              </a:pathLst>
            </a:custGeom>
            <a:solidFill>
              <a:srgbClr val="5044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70" name="Freeform 34"/>
            <p:cNvSpPr/>
            <p:nvPr/>
          </p:nvSpPr>
          <p:spPr bwMode="auto">
            <a:xfrm>
              <a:off x="5018" y="1707"/>
              <a:ext cx="287" cy="590"/>
            </a:xfrm>
            <a:custGeom>
              <a:avLst/>
              <a:gdLst>
                <a:gd name="T0" fmla="*/ 22 w 65"/>
                <a:gd name="T1" fmla="*/ 132 h 134"/>
                <a:gd name="T2" fmla="*/ 23 w 65"/>
                <a:gd name="T3" fmla="*/ 129 h 134"/>
                <a:gd name="T4" fmla="*/ 23 w 65"/>
                <a:gd name="T5" fmla="*/ 129 h 134"/>
                <a:gd name="T6" fmla="*/ 32 w 65"/>
                <a:gd name="T7" fmla="*/ 112 h 134"/>
                <a:gd name="T8" fmla="*/ 35 w 65"/>
                <a:gd name="T9" fmla="*/ 99 h 134"/>
                <a:gd name="T10" fmla="*/ 48 w 65"/>
                <a:gd name="T11" fmla="*/ 77 h 134"/>
                <a:gd name="T12" fmla="*/ 57 w 65"/>
                <a:gd name="T13" fmla="*/ 55 h 134"/>
                <a:gd name="T14" fmla="*/ 57 w 65"/>
                <a:gd name="T15" fmla="*/ 55 h 134"/>
                <a:gd name="T16" fmla="*/ 51 w 65"/>
                <a:gd name="T17" fmla="*/ 24 h 134"/>
                <a:gd name="T18" fmla="*/ 45 w 65"/>
                <a:gd name="T19" fmla="*/ 17 h 134"/>
                <a:gd name="T20" fmla="*/ 42 w 65"/>
                <a:gd name="T21" fmla="*/ 11 h 134"/>
                <a:gd name="T22" fmla="*/ 32 w 65"/>
                <a:gd name="T23" fmla="*/ 4 h 134"/>
                <a:gd name="T24" fmla="*/ 18 w 65"/>
                <a:gd name="T25" fmla="*/ 4 h 134"/>
                <a:gd name="T26" fmla="*/ 8 w 65"/>
                <a:gd name="T27" fmla="*/ 4 h 134"/>
                <a:gd name="T28" fmla="*/ 2 w 65"/>
                <a:gd name="T29" fmla="*/ 4 h 134"/>
                <a:gd name="T30" fmla="*/ 0 w 65"/>
                <a:gd name="T31" fmla="*/ 2 h 134"/>
                <a:gd name="T32" fmla="*/ 2 w 65"/>
                <a:gd name="T33" fmla="*/ 0 h 134"/>
                <a:gd name="T34" fmla="*/ 20 w 65"/>
                <a:gd name="T35" fmla="*/ 0 h 134"/>
                <a:gd name="T36" fmla="*/ 31 w 65"/>
                <a:gd name="T37" fmla="*/ 1 h 134"/>
                <a:gd name="T38" fmla="*/ 47 w 65"/>
                <a:gd name="T39" fmla="*/ 13 h 134"/>
                <a:gd name="T40" fmla="*/ 53 w 65"/>
                <a:gd name="T41" fmla="*/ 22 h 134"/>
                <a:gd name="T42" fmla="*/ 60 w 65"/>
                <a:gd name="T43" fmla="*/ 56 h 134"/>
                <a:gd name="T44" fmla="*/ 52 w 65"/>
                <a:gd name="T45" fmla="*/ 76 h 134"/>
                <a:gd name="T46" fmla="*/ 41 w 65"/>
                <a:gd name="T47" fmla="*/ 94 h 134"/>
                <a:gd name="T48" fmla="*/ 36 w 65"/>
                <a:gd name="T49" fmla="*/ 105 h 134"/>
                <a:gd name="T50" fmla="*/ 31 w 65"/>
                <a:gd name="T51" fmla="*/ 124 h 134"/>
                <a:gd name="T52" fmla="*/ 22 w 65"/>
                <a:gd name="T53" fmla="*/ 132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65" h="134">
                  <a:moveTo>
                    <a:pt x="22" y="132"/>
                  </a:moveTo>
                  <a:cubicBezTo>
                    <a:pt x="21" y="131"/>
                    <a:pt x="22" y="129"/>
                    <a:pt x="23" y="129"/>
                  </a:cubicBezTo>
                  <a:cubicBezTo>
                    <a:pt x="23" y="129"/>
                    <a:pt x="23" y="129"/>
                    <a:pt x="23" y="129"/>
                  </a:cubicBezTo>
                  <a:cubicBezTo>
                    <a:pt x="28" y="124"/>
                    <a:pt x="30" y="118"/>
                    <a:pt x="32" y="112"/>
                  </a:cubicBezTo>
                  <a:cubicBezTo>
                    <a:pt x="32" y="108"/>
                    <a:pt x="33" y="103"/>
                    <a:pt x="35" y="99"/>
                  </a:cubicBezTo>
                  <a:cubicBezTo>
                    <a:pt x="38" y="91"/>
                    <a:pt x="44" y="84"/>
                    <a:pt x="48" y="77"/>
                  </a:cubicBezTo>
                  <a:cubicBezTo>
                    <a:pt x="52" y="70"/>
                    <a:pt x="54" y="63"/>
                    <a:pt x="57" y="55"/>
                  </a:cubicBezTo>
                  <a:cubicBezTo>
                    <a:pt x="57" y="55"/>
                    <a:pt x="57" y="55"/>
                    <a:pt x="57" y="55"/>
                  </a:cubicBezTo>
                  <a:cubicBezTo>
                    <a:pt x="61" y="42"/>
                    <a:pt x="60" y="35"/>
                    <a:pt x="51" y="24"/>
                  </a:cubicBezTo>
                  <a:cubicBezTo>
                    <a:pt x="49" y="22"/>
                    <a:pt x="46" y="20"/>
                    <a:pt x="45" y="17"/>
                  </a:cubicBezTo>
                  <a:cubicBezTo>
                    <a:pt x="44" y="15"/>
                    <a:pt x="43" y="13"/>
                    <a:pt x="42" y="11"/>
                  </a:cubicBezTo>
                  <a:cubicBezTo>
                    <a:pt x="40" y="8"/>
                    <a:pt x="36" y="6"/>
                    <a:pt x="32" y="4"/>
                  </a:cubicBezTo>
                  <a:cubicBezTo>
                    <a:pt x="27" y="3"/>
                    <a:pt x="23" y="4"/>
                    <a:pt x="18" y="4"/>
                  </a:cubicBezTo>
                  <a:cubicBezTo>
                    <a:pt x="15" y="4"/>
                    <a:pt x="11" y="4"/>
                    <a:pt x="8" y="4"/>
                  </a:cubicBezTo>
                  <a:cubicBezTo>
                    <a:pt x="6" y="4"/>
                    <a:pt x="4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8" y="1"/>
                    <a:pt x="14" y="0"/>
                    <a:pt x="20" y="0"/>
                  </a:cubicBezTo>
                  <a:cubicBezTo>
                    <a:pt x="24" y="0"/>
                    <a:pt x="27" y="0"/>
                    <a:pt x="31" y="1"/>
                  </a:cubicBezTo>
                  <a:cubicBezTo>
                    <a:pt x="38" y="2"/>
                    <a:pt x="44" y="6"/>
                    <a:pt x="47" y="13"/>
                  </a:cubicBezTo>
                  <a:cubicBezTo>
                    <a:pt x="48" y="16"/>
                    <a:pt x="50" y="19"/>
                    <a:pt x="53" y="22"/>
                  </a:cubicBezTo>
                  <a:cubicBezTo>
                    <a:pt x="63" y="33"/>
                    <a:pt x="65" y="42"/>
                    <a:pt x="60" y="56"/>
                  </a:cubicBezTo>
                  <a:cubicBezTo>
                    <a:pt x="58" y="63"/>
                    <a:pt x="56" y="70"/>
                    <a:pt x="52" y="76"/>
                  </a:cubicBezTo>
                  <a:cubicBezTo>
                    <a:pt x="49" y="82"/>
                    <a:pt x="45" y="88"/>
                    <a:pt x="41" y="94"/>
                  </a:cubicBezTo>
                  <a:cubicBezTo>
                    <a:pt x="39" y="97"/>
                    <a:pt x="37" y="101"/>
                    <a:pt x="36" y="105"/>
                  </a:cubicBezTo>
                  <a:cubicBezTo>
                    <a:pt x="35" y="112"/>
                    <a:pt x="34" y="118"/>
                    <a:pt x="31" y="124"/>
                  </a:cubicBezTo>
                  <a:cubicBezTo>
                    <a:pt x="29" y="126"/>
                    <a:pt x="25" y="134"/>
                    <a:pt x="22" y="132"/>
                  </a:cubicBezTo>
                  <a:close/>
                </a:path>
              </a:pathLst>
            </a:custGeom>
            <a:solidFill>
              <a:srgbClr val="5044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71" name="Freeform 35"/>
            <p:cNvSpPr/>
            <p:nvPr/>
          </p:nvSpPr>
          <p:spPr bwMode="auto">
            <a:xfrm>
              <a:off x="4616" y="2301"/>
              <a:ext cx="331" cy="75"/>
            </a:xfrm>
            <a:custGeom>
              <a:avLst/>
              <a:gdLst>
                <a:gd name="T0" fmla="*/ 3 w 75"/>
                <a:gd name="T1" fmla="*/ 17 h 17"/>
                <a:gd name="T2" fmla="*/ 11 w 75"/>
                <a:gd name="T3" fmla="*/ 6 h 17"/>
                <a:gd name="T4" fmla="*/ 19 w 75"/>
                <a:gd name="T5" fmla="*/ 5 h 17"/>
                <a:gd name="T6" fmla="*/ 29 w 75"/>
                <a:gd name="T7" fmla="*/ 3 h 17"/>
                <a:gd name="T8" fmla="*/ 44 w 75"/>
                <a:gd name="T9" fmla="*/ 0 h 17"/>
                <a:gd name="T10" fmla="*/ 69 w 75"/>
                <a:gd name="T11" fmla="*/ 10 h 17"/>
                <a:gd name="T12" fmla="*/ 73 w 75"/>
                <a:gd name="T13" fmla="*/ 16 h 17"/>
                <a:gd name="T14" fmla="*/ 69 w 75"/>
                <a:gd name="T15" fmla="*/ 14 h 17"/>
                <a:gd name="T16" fmla="*/ 61 w 75"/>
                <a:gd name="T17" fmla="*/ 9 h 17"/>
                <a:gd name="T18" fmla="*/ 54 w 75"/>
                <a:gd name="T19" fmla="*/ 6 h 17"/>
                <a:gd name="T20" fmla="*/ 41 w 75"/>
                <a:gd name="T21" fmla="*/ 4 h 17"/>
                <a:gd name="T22" fmla="*/ 24 w 75"/>
                <a:gd name="T23" fmla="*/ 8 h 17"/>
                <a:gd name="T24" fmla="*/ 13 w 75"/>
                <a:gd name="T25" fmla="*/ 9 h 17"/>
                <a:gd name="T26" fmla="*/ 6 w 75"/>
                <a:gd name="T27" fmla="*/ 16 h 17"/>
                <a:gd name="T28" fmla="*/ 3 w 75"/>
                <a:gd name="T2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5" h="17">
                  <a:moveTo>
                    <a:pt x="3" y="17"/>
                  </a:moveTo>
                  <a:cubicBezTo>
                    <a:pt x="0" y="15"/>
                    <a:pt x="9" y="8"/>
                    <a:pt x="11" y="6"/>
                  </a:cubicBezTo>
                  <a:cubicBezTo>
                    <a:pt x="13" y="4"/>
                    <a:pt x="16" y="5"/>
                    <a:pt x="19" y="5"/>
                  </a:cubicBezTo>
                  <a:cubicBezTo>
                    <a:pt x="23" y="5"/>
                    <a:pt x="26" y="4"/>
                    <a:pt x="29" y="3"/>
                  </a:cubicBezTo>
                  <a:cubicBezTo>
                    <a:pt x="34" y="2"/>
                    <a:pt x="39" y="0"/>
                    <a:pt x="44" y="0"/>
                  </a:cubicBezTo>
                  <a:cubicBezTo>
                    <a:pt x="53" y="2"/>
                    <a:pt x="62" y="5"/>
                    <a:pt x="69" y="10"/>
                  </a:cubicBezTo>
                  <a:cubicBezTo>
                    <a:pt x="71" y="11"/>
                    <a:pt x="75" y="14"/>
                    <a:pt x="73" y="16"/>
                  </a:cubicBezTo>
                  <a:cubicBezTo>
                    <a:pt x="71" y="17"/>
                    <a:pt x="70" y="14"/>
                    <a:pt x="69" y="14"/>
                  </a:cubicBezTo>
                  <a:cubicBezTo>
                    <a:pt x="67" y="12"/>
                    <a:pt x="64" y="10"/>
                    <a:pt x="61" y="9"/>
                  </a:cubicBezTo>
                  <a:cubicBezTo>
                    <a:pt x="59" y="8"/>
                    <a:pt x="56" y="7"/>
                    <a:pt x="54" y="6"/>
                  </a:cubicBezTo>
                  <a:cubicBezTo>
                    <a:pt x="50" y="5"/>
                    <a:pt x="46" y="3"/>
                    <a:pt x="41" y="4"/>
                  </a:cubicBezTo>
                  <a:cubicBezTo>
                    <a:pt x="35" y="4"/>
                    <a:pt x="30" y="7"/>
                    <a:pt x="24" y="8"/>
                  </a:cubicBezTo>
                  <a:cubicBezTo>
                    <a:pt x="20" y="9"/>
                    <a:pt x="17" y="7"/>
                    <a:pt x="13" y="9"/>
                  </a:cubicBezTo>
                  <a:cubicBezTo>
                    <a:pt x="10" y="10"/>
                    <a:pt x="8" y="13"/>
                    <a:pt x="6" y="16"/>
                  </a:cubicBezTo>
                  <a:cubicBezTo>
                    <a:pt x="5" y="17"/>
                    <a:pt x="4" y="17"/>
                    <a:pt x="3" y="17"/>
                  </a:cubicBezTo>
                  <a:close/>
                </a:path>
              </a:pathLst>
            </a:custGeom>
            <a:solidFill>
              <a:srgbClr val="5044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72" name="Freeform 36"/>
            <p:cNvSpPr/>
            <p:nvPr/>
          </p:nvSpPr>
          <p:spPr bwMode="auto">
            <a:xfrm>
              <a:off x="4563" y="1024"/>
              <a:ext cx="282" cy="53"/>
            </a:xfrm>
            <a:custGeom>
              <a:avLst/>
              <a:gdLst>
                <a:gd name="T0" fmla="*/ 0 w 64"/>
                <a:gd name="T1" fmla="*/ 10 h 12"/>
                <a:gd name="T2" fmla="*/ 1 w 64"/>
                <a:gd name="T3" fmla="*/ 8 h 12"/>
                <a:gd name="T4" fmla="*/ 6 w 64"/>
                <a:gd name="T5" fmla="*/ 6 h 12"/>
                <a:gd name="T6" fmla="*/ 32 w 64"/>
                <a:gd name="T7" fmla="*/ 1 h 12"/>
                <a:gd name="T8" fmla="*/ 62 w 64"/>
                <a:gd name="T9" fmla="*/ 1 h 12"/>
                <a:gd name="T10" fmla="*/ 62 w 64"/>
                <a:gd name="T11" fmla="*/ 4 h 12"/>
                <a:gd name="T12" fmla="*/ 15 w 64"/>
                <a:gd name="T13" fmla="*/ 6 h 12"/>
                <a:gd name="T14" fmla="*/ 6 w 64"/>
                <a:gd name="T15" fmla="*/ 9 h 12"/>
                <a:gd name="T16" fmla="*/ 0 w 64"/>
                <a:gd name="T17" fmla="*/ 1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4" h="12">
                  <a:moveTo>
                    <a:pt x="0" y="10"/>
                  </a:moveTo>
                  <a:cubicBezTo>
                    <a:pt x="0" y="9"/>
                    <a:pt x="0" y="8"/>
                    <a:pt x="1" y="8"/>
                  </a:cubicBezTo>
                  <a:cubicBezTo>
                    <a:pt x="3" y="7"/>
                    <a:pt x="4" y="6"/>
                    <a:pt x="6" y="6"/>
                  </a:cubicBezTo>
                  <a:cubicBezTo>
                    <a:pt x="14" y="2"/>
                    <a:pt x="23" y="1"/>
                    <a:pt x="32" y="1"/>
                  </a:cubicBezTo>
                  <a:cubicBezTo>
                    <a:pt x="42" y="0"/>
                    <a:pt x="52" y="0"/>
                    <a:pt x="62" y="1"/>
                  </a:cubicBezTo>
                  <a:cubicBezTo>
                    <a:pt x="64" y="1"/>
                    <a:pt x="64" y="4"/>
                    <a:pt x="62" y="4"/>
                  </a:cubicBezTo>
                  <a:cubicBezTo>
                    <a:pt x="46" y="3"/>
                    <a:pt x="30" y="3"/>
                    <a:pt x="15" y="6"/>
                  </a:cubicBezTo>
                  <a:cubicBezTo>
                    <a:pt x="12" y="7"/>
                    <a:pt x="9" y="8"/>
                    <a:pt x="6" y="9"/>
                  </a:cubicBezTo>
                  <a:cubicBezTo>
                    <a:pt x="4" y="9"/>
                    <a:pt x="2" y="12"/>
                    <a:pt x="0" y="10"/>
                  </a:cubicBezTo>
                  <a:close/>
                </a:path>
              </a:pathLst>
            </a:custGeom>
            <a:solidFill>
              <a:srgbClr val="5044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73" name="Freeform 37"/>
            <p:cNvSpPr/>
            <p:nvPr/>
          </p:nvSpPr>
          <p:spPr bwMode="auto">
            <a:xfrm>
              <a:off x="4894" y="1037"/>
              <a:ext cx="84" cy="31"/>
            </a:xfrm>
            <a:custGeom>
              <a:avLst/>
              <a:gdLst>
                <a:gd name="T0" fmla="*/ 17 w 19"/>
                <a:gd name="T1" fmla="*/ 6 h 7"/>
                <a:gd name="T2" fmla="*/ 2 w 19"/>
                <a:gd name="T3" fmla="*/ 3 h 7"/>
                <a:gd name="T4" fmla="*/ 2 w 19"/>
                <a:gd name="T5" fmla="*/ 0 h 7"/>
                <a:gd name="T6" fmla="*/ 18 w 19"/>
                <a:gd name="T7" fmla="*/ 3 h 7"/>
                <a:gd name="T8" fmla="*/ 19 w 19"/>
                <a:gd name="T9" fmla="*/ 5 h 7"/>
                <a:gd name="T10" fmla="*/ 17 w 19"/>
                <a:gd name="T11" fmla="*/ 6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" h="7">
                  <a:moveTo>
                    <a:pt x="17" y="6"/>
                  </a:moveTo>
                  <a:cubicBezTo>
                    <a:pt x="12" y="5"/>
                    <a:pt x="7" y="4"/>
                    <a:pt x="2" y="3"/>
                  </a:cubicBezTo>
                  <a:cubicBezTo>
                    <a:pt x="0" y="3"/>
                    <a:pt x="0" y="0"/>
                    <a:pt x="2" y="0"/>
                  </a:cubicBezTo>
                  <a:cubicBezTo>
                    <a:pt x="7" y="0"/>
                    <a:pt x="13" y="2"/>
                    <a:pt x="18" y="3"/>
                  </a:cubicBezTo>
                  <a:cubicBezTo>
                    <a:pt x="19" y="4"/>
                    <a:pt x="19" y="5"/>
                    <a:pt x="19" y="5"/>
                  </a:cubicBezTo>
                  <a:cubicBezTo>
                    <a:pt x="19" y="6"/>
                    <a:pt x="18" y="7"/>
                    <a:pt x="17" y="6"/>
                  </a:cubicBezTo>
                  <a:close/>
                </a:path>
              </a:pathLst>
            </a:custGeom>
            <a:solidFill>
              <a:srgbClr val="5044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32" grpId="0"/>
      <p:bldP spid="21" grpId="1"/>
      <p:bldP spid="32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文本框 65"/>
          <p:cNvSpPr txBox="1"/>
          <p:nvPr/>
        </p:nvSpPr>
        <p:spPr>
          <a:xfrm>
            <a:off x="379225" y="429675"/>
            <a:ext cx="2971165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en-US" sz="2000">
                <a:solidFill>
                  <a:schemeClr val="bg1"/>
                </a:solidFill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</a:rPr>
              <a:t>2.  các thông tin chi tiết </a:t>
            </a:r>
            <a:endParaRPr lang="en-US" altLang="en-US" sz="2000">
              <a:solidFill>
                <a:schemeClr val="bg1"/>
              </a:solidFill>
              <a:latin typeface="Open Sans" panose="020B0606030504020204" charset="0"/>
              <a:ea typeface="Open Sans" panose="020B0606030504020204" charset="0"/>
              <a:cs typeface="Open Sans" panose="020B0606030504020204" charset="0"/>
            </a:endParaRPr>
          </a:p>
          <a:p>
            <a:pPr algn="l"/>
            <a:r>
              <a:rPr lang="en-US" altLang="en-US" sz="2000">
                <a:solidFill>
                  <a:schemeClr val="bg1"/>
                </a:solidFill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</a:rPr>
              <a:t>về chế </a:t>
            </a:r>
            <a:r>
              <a:rPr lang="" altLang="en-US" sz="2000">
                <a:solidFill>
                  <a:schemeClr val="bg1"/>
                </a:solidFill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</a:rPr>
              <a:t>đ</a:t>
            </a:r>
            <a:r>
              <a:rPr lang="en-US" altLang="en-US" sz="2000">
                <a:solidFill>
                  <a:schemeClr val="bg1"/>
                </a:solidFill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</a:rPr>
              <a:t>ộ A-pác-thai</a:t>
            </a:r>
            <a:endParaRPr lang="en-US" altLang="en-US" sz="2000">
              <a:solidFill>
                <a:schemeClr val="bg1"/>
              </a:solidFill>
              <a:latin typeface="Open Sans" panose="020B0606030504020204" charset="0"/>
              <a:ea typeface="Open Sans" panose="020B0606030504020204" charset="0"/>
              <a:cs typeface="Open Sans" panose="020B0606030504020204" charset="0"/>
            </a:endParaRPr>
          </a:p>
        </p:txBody>
      </p:sp>
      <p:cxnSp>
        <p:nvCxnSpPr>
          <p:cNvPr id="4" name="直接连接符 3"/>
          <p:cNvCxnSpPr>
            <a:stCxn id="67" idx="3"/>
          </p:cNvCxnSpPr>
          <p:nvPr/>
        </p:nvCxnSpPr>
        <p:spPr>
          <a:xfrm>
            <a:off x="3334042" y="660507"/>
            <a:ext cx="540851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Freeform 3735"/>
          <p:cNvSpPr/>
          <p:nvPr>
            <p:custDataLst>
              <p:tags r:id="rId1"/>
            </p:custDataLst>
          </p:nvPr>
        </p:nvSpPr>
        <p:spPr bwMode="auto">
          <a:xfrm>
            <a:off x="744063" y="1228255"/>
            <a:ext cx="1613399" cy="1612980"/>
          </a:xfrm>
          <a:custGeom>
            <a:avLst/>
            <a:gdLst>
              <a:gd name="T0" fmla="*/ 863 w 880"/>
              <a:gd name="T1" fmla="*/ 466 h 880"/>
              <a:gd name="T2" fmla="*/ 863 w 880"/>
              <a:gd name="T3" fmla="*/ 414 h 880"/>
              <a:gd name="T4" fmla="*/ 855 w 880"/>
              <a:gd name="T5" fmla="*/ 356 h 880"/>
              <a:gd name="T6" fmla="*/ 842 w 880"/>
              <a:gd name="T7" fmla="*/ 306 h 880"/>
              <a:gd name="T8" fmla="*/ 819 w 880"/>
              <a:gd name="T9" fmla="*/ 251 h 880"/>
              <a:gd name="T10" fmla="*/ 794 w 880"/>
              <a:gd name="T11" fmla="*/ 206 h 880"/>
              <a:gd name="T12" fmla="*/ 757 w 880"/>
              <a:gd name="T13" fmla="*/ 160 h 880"/>
              <a:gd name="T14" fmla="*/ 721 w 880"/>
              <a:gd name="T15" fmla="*/ 123 h 880"/>
              <a:gd name="T16" fmla="*/ 674 w 880"/>
              <a:gd name="T17" fmla="*/ 87 h 880"/>
              <a:gd name="T18" fmla="*/ 630 w 880"/>
              <a:gd name="T19" fmla="*/ 61 h 880"/>
              <a:gd name="T20" fmla="*/ 575 w 880"/>
              <a:gd name="T21" fmla="*/ 39 h 880"/>
              <a:gd name="T22" fmla="*/ 525 w 880"/>
              <a:gd name="T23" fmla="*/ 25 h 880"/>
              <a:gd name="T24" fmla="*/ 466 w 880"/>
              <a:gd name="T25" fmla="*/ 18 h 880"/>
              <a:gd name="T26" fmla="*/ 415 w 880"/>
              <a:gd name="T27" fmla="*/ 17 h 880"/>
              <a:gd name="T28" fmla="*/ 356 w 880"/>
              <a:gd name="T29" fmla="*/ 25 h 880"/>
              <a:gd name="T30" fmla="*/ 306 w 880"/>
              <a:gd name="T31" fmla="*/ 38 h 880"/>
              <a:gd name="T32" fmla="*/ 251 w 880"/>
              <a:gd name="T33" fmla="*/ 61 h 880"/>
              <a:gd name="T34" fmla="*/ 206 w 880"/>
              <a:gd name="T35" fmla="*/ 86 h 880"/>
              <a:gd name="T36" fmla="*/ 160 w 880"/>
              <a:gd name="T37" fmla="*/ 123 h 880"/>
              <a:gd name="T38" fmla="*/ 123 w 880"/>
              <a:gd name="T39" fmla="*/ 159 h 880"/>
              <a:gd name="T40" fmla="*/ 87 w 880"/>
              <a:gd name="T41" fmla="*/ 206 h 880"/>
              <a:gd name="T42" fmla="*/ 61 w 880"/>
              <a:gd name="T43" fmla="*/ 250 h 880"/>
              <a:gd name="T44" fmla="*/ 39 w 880"/>
              <a:gd name="T45" fmla="*/ 305 h 880"/>
              <a:gd name="T46" fmla="*/ 25 w 880"/>
              <a:gd name="T47" fmla="*/ 355 h 880"/>
              <a:gd name="T48" fmla="*/ 18 w 880"/>
              <a:gd name="T49" fmla="*/ 414 h 880"/>
              <a:gd name="T50" fmla="*/ 17 w 880"/>
              <a:gd name="T51" fmla="*/ 465 h 880"/>
              <a:gd name="T52" fmla="*/ 25 w 880"/>
              <a:gd name="T53" fmla="*/ 524 h 880"/>
              <a:gd name="T54" fmla="*/ 38 w 880"/>
              <a:gd name="T55" fmla="*/ 574 h 880"/>
              <a:gd name="T56" fmla="*/ 61 w 880"/>
              <a:gd name="T57" fmla="*/ 629 h 880"/>
              <a:gd name="T58" fmla="*/ 86 w 880"/>
              <a:gd name="T59" fmla="*/ 674 h 880"/>
              <a:gd name="T60" fmla="*/ 123 w 880"/>
              <a:gd name="T61" fmla="*/ 720 h 880"/>
              <a:gd name="T62" fmla="*/ 159 w 880"/>
              <a:gd name="T63" fmla="*/ 757 h 880"/>
              <a:gd name="T64" fmla="*/ 206 w 880"/>
              <a:gd name="T65" fmla="*/ 793 h 880"/>
              <a:gd name="T66" fmla="*/ 251 w 880"/>
              <a:gd name="T67" fmla="*/ 819 h 880"/>
              <a:gd name="T68" fmla="*/ 306 w 880"/>
              <a:gd name="T69" fmla="*/ 841 h 880"/>
              <a:gd name="T70" fmla="*/ 355 w 880"/>
              <a:gd name="T71" fmla="*/ 855 h 880"/>
              <a:gd name="T72" fmla="*/ 414 w 880"/>
              <a:gd name="T73" fmla="*/ 862 h 880"/>
              <a:gd name="T74" fmla="*/ 466 w 880"/>
              <a:gd name="T75" fmla="*/ 863 h 880"/>
              <a:gd name="T76" fmla="*/ 524 w 880"/>
              <a:gd name="T77" fmla="*/ 855 h 880"/>
              <a:gd name="T78" fmla="*/ 574 w 880"/>
              <a:gd name="T79" fmla="*/ 842 h 880"/>
              <a:gd name="T80" fmla="*/ 629 w 880"/>
              <a:gd name="T81" fmla="*/ 819 h 880"/>
              <a:gd name="T82" fmla="*/ 674 w 880"/>
              <a:gd name="T83" fmla="*/ 794 h 880"/>
              <a:gd name="T84" fmla="*/ 720 w 880"/>
              <a:gd name="T85" fmla="*/ 757 h 880"/>
              <a:gd name="T86" fmla="*/ 757 w 880"/>
              <a:gd name="T87" fmla="*/ 721 h 880"/>
              <a:gd name="T88" fmla="*/ 793 w 880"/>
              <a:gd name="T89" fmla="*/ 674 h 880"/>
              <a:gd name="T90" fmla="*/ 819 w 880"/>
              <a:gd name="T91" fmla="*/ 629 h 880"/>
              <a:gd name="T92" fmla="*/ 841 w 880"/>
              <a:gd name="T93" fmla="*/ 574 h 880"/>
              <a:gd name="T94" fmla="*/ 855 w 880"/>
              <a:gd name="T95" fmla="*/ 525 h 8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880" h="880">
                <a:moveTo>
                  <a:pt x="855" y="524"/>
                </a:moveTo>
                <a:cubicBezTo>
                  <a:pt x="842" y="506"/>
                  <a:pt x="846" y="480"/>
                  <a:pt x="863" y="466"/>
                </a:cubicBezTo>
                <a:cubicBezTo>
                  <a:pt x="863" y="465"/>
                  <a:pt x="863" y="465"/>
                  <a:pt x="863" y="465"/>
                </a:cubicBezTo>
                <a:cubicBezTo>
                  <a:pt x="880" y="451"/>
                  <a:pt x="880" y="428"/>
                  <a:pt x="863" y="414"/>
                </a:cubicBezTo>
                <a:cubicBezTo>
                  <a:pt x="863" y="414"/>
                  <a:pt x="863" y="414"/>
                  <a:pt x="863" y="414"/>
                </a:cubicBezTo>
                <a:cubicBezTo>
                  <a:pt x="846" y="400"/>
                  <a:pt x="842" y="374"/>
                  <a:pt x="855" y="356"/>
                </a:cubicBezTo>
                <a:cubicBezTo>
                  <a:pt x="855" y="355"/>
                  <a:pt x="855" y="355"/>
                  <a:pt x="855" y="355"/>
                </a:cubicBezTo>
                <a:cubicBezTo>
                  <a:pt x="868" y="337"/>
                  <a:pt x="862" y="315"/>
                  <a:pt x="842" y="306"/>
                </a:cubicBezTo>
                <a:cubicBezTo>
                  <a:pt x="841" y="305"/>
                  <a:pt x="841" y="305"/>
                  <a:pt x="841" y="305"/>
                </a:cubicBezTo>
                <a:cubicBezTo>
                  <a:pt x="821" y="296"/>
                  <a:pt x="811" y="272"/>
                  <a:pt x="819" y="251"/>
                </a:cubicBezTo>
                <a:cubicBezTo>
                  <a:pt x="819" y="250"/>
                  <a:pt x="819" y="250"/>
                  <a:pt x="819" y="250"/>
                </a:cubicBezTo>
                <a:cubicBezTo>
                  <a:pt x="827" y="230"/>
                  <a:pt x="815" y="210"/>
                  <a:pt x="794" y="206"/>
                </a:cubicBezTo>
                <a:cubicBezTo>
                  <a:pt x="793" y="206"/>
                  <a:pt x="793" y="206"/>
                  <a:pt x="793" y="206"/>
                </a:cubicBezTo>
                <a:cubicBezTo>
                  <a:pt x="771" y="203"/>
                  <a:pt x="755" y="182"/>
                  <a:pt x="757" y="160"/>
                </a:cubicBezTo>
                <a:cubicBezTo>
                  <a:pt x="757" y="159"/>
                  <a:pt x="757" y="159"/>
                  <a:pt x="757" y="159"/>
                </a:cubicBezTo>
                <a:cubicBezTo>
                  <a:pt x="759" y="137"/>
                  <a:pt x="743" y="121"/>
                  <a:pt x="721" y="123"/>
                </a:cubicBezTo>
                <a:cubicBezTo>
                  <a:pt x="720" y="123"/>
                  <a:pt x="720" y="123"/>
                  <a:pt x="720" y="123"/>
                </a:cubicBezTo>
                <a:cubicBezTo>
                  <a:pt x="698" y="125"/>
                  <a:pt x="678" y="109"/>
                  <a:pt x="674" y="87"/>
                </a:cubicBezTo>
                <a:cubicBezTo>
                  <a:pt x="674" y="86"/>
                  <a:pt x="674" y="86"/>
                  <a:pt x="674" y="86"/>
                </a:cubicBezTo>
                <a:cubicBezTo>
                  <a:pt x="670" y="65"/>
                  <a:pt x="650" y="53"/>
                  <a:pt x="630" y="61"/>
                </a:cubicBezTo>
                <a:cubicBezTo>
                  <a:pt x="629" y="61"/>
                  <a:pt x="629" y="61"/>
                  <a:pt x="629" y="61"/>
                </a:cubicBezTo>
                <a:cubicBezTo>
                  <a:pt x="608" y="69"/>
                  <a:pt x="584" y="59"/>
                  <a:pt x="575" y="39"/>
                </a:cubicBezTo>
                <a:cubicBezTo>
                  <a:pt x="574" y="38"/>
                  <a:pt x="574" y="38"/>
                  <a:pt x="574" y="38"/>
                </a:cubicBezTo>
                <a:cubicBezTo>
                  <a:pt x="565" y="18"/>
                  <a:pt x="543" y="12"/>
                  <a:pt x="525" y="25"/>
                </a:cubicBezTo>
                <a:cubicBezTo>
                  <a:pt x="524" y="25"/>
                  <a:pt x="524" y="25"/>
                  <a:pt x="524" y="25"/>
                </a:cubicBezTo>
                <a:cubicBezTo>
                  <a:pt x="506" y="38"/>
                  <a:pt x="480" y="34"/>
                  <a:pt x="466" y="18"/>
                </a:cubicBezTo>
                <a:cubicBezTo>
                  <a:pt x="466" y="17"/>
                  <a:pt x="466" y="17"/>
                  <a:pt x="466" y="17"/>
                </a:cubicBezTo>
                <a:cubicBezTo>
                  <a:pt x="452" y="0"/>
                  <a:pt x="429" y="0"/>
                  <a:pt x="415" y="17"/>
                </a:cubicBezTo>
                <a:cubicBezTo>
                  <a:pt x="414" y="18"/>
                  <a:pt x="414" y="18"/>
                  <a:pt x="414" y="18"/>
                </a:cubicBezTo>
                <a:cubicBezTo>
                  <a:pt x="400" y="35"/>
                  <a:pt x="374" y="38"/>
                  <a:pt x="356" y="25"/>
                </a:cubicBezTo>
                <a:cubicBezTo>
                  <a:pt x="355" y="25"/>
                  <a:pt x="355" y="25"/>
                  <a:pt x="355" y="25"/>
                </a:cubicBezTo>
                <a:cubicBezTo>
                  <a:pt x="337" y="12"/>
                  <a:pt x="315" y="18"/>
                  <a:pt x="306" y="38"/>
                </a:cubicBezTo>
                <a:cubicBezTo>
                  <a:pt x="306" y="39"/>
                  <a:pt x="306" y="39"/>
                  <a:pt x="306" y="39"/>
                </a:cubicBezTo>
                <a:cubicBezTo>
                  <a:pt x="296" y="59"/>
                  <a:pt x="272" y="69"/>
                  <a:pt x="251" y="61"/>
                </a:cubicBezTo>
                <a:cubicBezTo>
                  <a:pt x="251" y="61"/>
                  <a:pt x="251" y="61"/>
                  <a:pt x="251" y="61"/>
                </a:cubicBezTo>
                <a:cubicBezTo>
                  <a:pt x="230" y="53"/>
                  <a:pt x="210" y="65"/>
                  <a:pt x="206" y="86"/>
                </a:cubicBezTo>
                <a:cubicBezTo>
                  <a:pt x="206" y="87"/>
                  <a:pt x="206" y="87"/>
                  <a:pt x="206" y="87"/>
                </a:cubicBezTo>
                <a:cubicBezTo>
                  <a:pt x="203" y="109"/>
                  <a:pt x="182" y="125"/>
                  <a:pt x="160" y="123"/>
                </a:cubicBezTo>
                <a:cubicBezTo>
                  <a:pt x="159" y="123"/>
                  <a:pt x="159" y="123"/>
                  <a:pt x="159" y="123"/>
                </a:cubicBezTo>
                <a:cubicBezTo>
                  <a:pt x="137" y="121"/>
                  <a:pt x="121" y="137"/>
                  <a:pt x="123" y="159"/>
                </a:cubicBezTo>
                <a:cubicBezTo>
                  <a:pt x="123" y="160"/>
                  <a:pt x="123" y="160"/>
                  <a:pt x="123" y="160"/>
                </a:cubicBezTo>
                <a:cubicBezTo>
                  <a:pt x="125" y="182"/>
                  <a:pt x="109" y="203"/>
                  <a:pt x="87" y="206"/>
                </a:cubicBezTo>
                <a:cubicBezTo>
                  <a:pt x="86" y="206"/>
                  <a:pt x="86" y="206"/>
                  <a:pt x="86" y="206"/>
                </a:cubicBezTo>
                <a:cubicBezTo>
                  <a:pt x="65" y="210"/>
                  <a:pt x="53" y="230"/>
                  <a:pt x="61" y="250"/>
                </a:cubicBezTo>
                <a:cubicBezTo>
                  <a:pt x="61" y="251"/>
                  <a:pt x="61" y="251"/>
                  <a:pt x="61" y="251"/>
                </a:cubicBezTo>
                <a:cubicBezTo>
                  <a:pt x="69" y="272"/>
                  <a:pt x="59" y="296"/>
                  <a:pt x="39" y="305"/>
                </a:cubicBezTo>
                <a:cubicBezTo>
                  <a:pt x="38" y="306"/>
                  <a:pt x="38" y="306"/>
                  <a:pt x="38" y="306"/>
                </a:cubicBezTo>
                <a:cubicBezTo>
                  <a:pt x="18" y="315"/>
                  <a:pt x="12" y="337"/>
                  <a:pt x="25" y="355"/>
                </a:cubicBezTo>
                <a:cubicBezTo>
                  <a:pt x="25" y="356"/>
                  <a:pt x="25" y="356"/>
                  <a:pt x="25" y="356"/>
                </a:cubicBezTo>
                <a:cubicBezTo>
                  <a:pt x="38" y="374"/>
                  <a:pt x="35" y="400"/>
                  <a:pt x="18" y="414"/>
                </a:cubicBezTo>
                <a:cubicBezTo>
                  <a:pt x="17" y="414"/>
                  <a:pt x="17" y="414"/>
                  <a:pt x="17" y="414"/>
                </a:cubicBezTo>
                <a:cubicBezTo>
                  <a:pt x="0" y="429"/>
                  <a:pt x="0" y="451"/>
                  <a:pt x="17" y="465"/>
                </a:cubicBezTo>
                <a:cubicBezTo>
                  <a:pt x="18" y="466"/>
                  <a:pt x="18" y="466"/>
                  <a:pt x="18" y="466"/>
                </a:cubicBezTo>
                <a:cubicBezTo>
                  <a:pt x="35" y="480"/>
                  <a:pt x="38" y="506"/>
                  <a:pt x="25" y="524"/>
                </a:cubicBezTo>
                <a:cubicBezTo>
                  <a:pt x="25" y="525"/>
                  <a:pt x="25" y="525"/>
                  <a:pt x="25" y="525"/>
                </a:cubicBezTo>
                <a:cubicBezTo>
                  <a:pt x="12" y="543"/>
                  <a:pt x="18" y="565"/>
                  <a:pt x="38" y="574"/>
                </a:cubicBezTo>
                <a:cubicBezTo>
                  <a:pt x="39" y="575"/>
                  <a:pt x="39" y="575"/>
                  <a:pt x="39" y="575"/>
                </a:cubicBezTo>
                <a:cubicBezTo>
                  <a:pt x="59" y="584"/>
                  <a:pt x="69" y="608"/>
                  <a:pt x="61" y="629"/>
                </a:cubicBezTo>
                <a:cubicBezTo>
                  <a:pt x="61" y="629"/>
                  <a:pt x="61" y="629"/>
                  <a:pt x="61" y="629"/>
                </a:cubicBezTo>
                <a:cubicBezTo>
                  <a:pt x="53" y="650"/>
                  <a:pt x="65" y="670"/>
                  <a:pt x="86" y="674"/>
                </a:cubicBezTo>
                <a:cubicBezTo>
                  <a:pt x="87" y="674"/>
                  <a:pt x="87" y="674"/>
                  <a:pt x="87" y="674"/>
                </a:cubicBezTo>
                <a:cubicBezTo>
                  <a:pt x="109" y="677"/>
                  <a:pt x="125" y="698"/>
                  <a:pt x="123" y="720"/>
                </a:cubicBezTo>
                <a:cubicBezTo>
                  <a:pt x="123" y="721"/>
                  <a:pt x="123" y="721"/>
                  <a:pt x="123" y="721"/>
                </a:cubicBezTo>
                <a:cubicBezTo>
                  <a:pt x="121" y="743"/>
                  <a:pt x="137" y="759"/>
                  <a:pt x="159" y="757"/>
                </a:cubicBezTo>
                <a:cubicBezTo>
                  <a:pt x="160" y="757"/>
                  <a:pt x="160" y="757"/>
                  <a:pt x="160" y="757"/>
                </a:cubicBezTo>
                <a:cubicBezTo>
                  <a:pt x="182" y="755"/>
                  <a:pt x="203" y="771"/>
                  <a:pt x="206" y="793"/>
                </a:cubicBezTo>
                <a:cubicBezTo>
                  <a:pt x="206" y="794"/>
                  <a:pt x="206" y="794"/>
                  <a:pt x="206" y="794"/>
                </a:cubicBezTo>
                <a:cubicBezTo>
                  <a:pt x="210" y="815"/>
                  <a:pt x="230" y="827"/>
                  <a:pt x="251" y="819"/>
                </a:cubicBezTo>
                <a:cubicBezTo>
                  <a:pt x="251" y="819"/>
                  <a:pt x="251" y="819"/>
                  <a:pt x="251" y="819"/>
                </a:cubicBezTo>
                <a:cubicBezTo>
                  <a:pt x="272" y="811"/>
                  <a:pt x="296" y="821"/>
                  <a:pt x="306" y="841"/>
                </a:cubicBezTo>
                <a:cubicBezTo>
                  <a:pt x="306" y="842"/>
                  <a:pt x="306" y="842"/>
                  <a:pt x="306" y="842"/>
                </a:cubicBezTo>
                <a:cubicBezTo>
                  <a:pt x="315" y="862"/>
                  <a:pt x="337" y="868"/>
                  <a:pt x="355" y="855"/>
                </a:cubicBezTo>
                <a:cubicBezTo>
                  <a:pt x="356" y="855"/>
                  <a:pt x="356" y="855"/>
                  <a:pt x="356" y="855"/>
                </a:cubicBezTo>
                <a:cubicBezTo>
                  <a:pt x="374" y="842"/>
                  <a:pt x="400" y="845"/>
                  <a:pt x="414" y="862"/>
                </a:cubicBezTo>
                <a:cubicBezTo>
                  <a:pt x="415" y="863"/>
                  <a:pt x="415" y="863"/>
                  <a:pt x="415" y="863"/>
                </a:cubicBezTo>
                <a:cubicBezTo>
                  <a:pt x="429" y="880"/>
                  <a:pt x="452" y="880"/>
                  <a:pt x="466" y="863"/>
                </a:cubicBezTo>
                <a:cubicBezTo>
                  <a:pt x="466" y="862"/>
                  <a:pt x="466" y="862"/>
                  <a:pt x="466" y="862"/>
                </a:cubicBezTo>
                <a:cubicBezTo>
                  <a:pt x="480" y="845"/>
                  <a:pt x="506" y="842"/>
                  <a:pt x="524" y="855"/>
                </a:cubicBezTo>
                <a:cubicBezTo>
                  <a:pt x="525" y="855"/>
                  <a:pt x="525" y="855"/>
                  <a:pt x="525" y="855"/>
                </a:cubicBezTo>
                <a:cubicBezTo>
                  <a:pt x="543" y="868"/>
                  <a:pt x="565" y="862"/>
                  <a:pt x="574" y="842"/>
                </a:cubicBezTo>
                <a:cubicBezTo>
                  <a:pt x="575" y="841"/>
                  <a:pt x="575" y="841"/>
                  <a:pt x="575" y="841"/>
                </a:cubicBezTo>
                <a:cubicBezTo>
                  <a:pt x="584" y="821"/>
                  <a:pt x="608" y="811"/>
                  <a:pt x="629" y="819"/>
                </a:cubicBezTo>
                <a:cubicBezTo>
                  <a:pt x="630" y="819"/>
                  <a:pt x="630" y="819"/>
                  <a:pt x="630" y="819"/>
                </a:cubicBezTo>
                <a:cubicBezTo>
                  <a:pt x="650" y="827"/>
                  <a:pt x="670" y="815"/>
                  <a:pt x="674" y="794"/>
                </a:cubicBezTo>
                <a:cubicBezTo>
                  <a:pt x="674" y="793"/>
                  <a:pt x="674" y="793"/>
                  <a:pt x="674" y="793"/>
                </a:cubicBezTo>
                <a:cubicBezTo>
                  <a:pt x="678" y="771"/>
                  <a:pt x="698" y="755"/>
                  <a:pt x="720" y="757"/>
                </a:cubicBezTo>
                <a:cubicBezTo>
                  <a:pt x="721" y="757"/>
                  <a:pt x="721" y="757"/>
                  <a:pt x="721" y="757"/>
                </a:cubicBezTo>
                <a:cubicBezTo>
                  <a:pt x="743" y="759"/>
                  <a:pt x="759" y="743"/>
                  <a:pt x="757" y="721"/>
                </a:cubicBezTo>
                <a:cubicBezTo>
                  <a:pt x="757" y="720"/>
                  <a:pt x="757" y="720"/>
                  <a:pt x="757" y="720"/>
                </a:cubicBezTo>
                <a:cubicBezTo>
                  <a:pt x="755" y="698"/>
                  <a:pt x="771" y="677"/>
                  <a:pt x="793" y="674"/>
                </a:cubicBezTo>
                <a:cubicBezTo>
                  <a:pt x="794" y="674"/>
                  <a:pt x="794" y="674"/>
                  <a:pt x="794" y="674"/>
                </a:cubicBezTo>
                <a:cubicBezTo>
                  <a:pt x="815" y="670"/>
                  <a:pt x="827" y="650"/>
                  <a:pt x="819" y="629"/>
                </a:cubicBezTo>
                <a:cubicBezTo>
                  <a:pt x="819" y="629"/>
                  <a:pt x="819" y="629"/>
                  <a:pt x="819" y="629"/>
                </a:cubicBezTo>
                <a:cubicBezTo>
                  <a:pt x="811" y="608"/>
                  <a:pt x="821" y="584"/>
                  <a:pt x="841" y="574"/>
                </a:cubicBezTo>
                <a:cubicBezTo>
                  <a:pt x="842" y="574"/>
                  <a:pt x="842" y="574"/>
                  <a:pt x="842" y="574"/>
                </a:cubicBezTo>
                <a:cubicBezTo>
                  <a:pt x="862" y="565"/>
                  <a:pt x="868" y="543"/>
                  <a:pt x="855" y="525"/>
                </a:cubicBezTo>
                <a:lnTo>
                  <a:pt x="855" y="524"/>
                </a:lnTo>
                <a:close/>
              </a:path>
            </a:pathLst>
          </a:custGeom>
          <a:solidFill>
            <a:schemeClr val="bg1">
              <a:lumMod val="85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cs typeface="Open Sans" panose="020B0606030504020204" charset="0"/>
            </a:endParaRPr>
          </a:p>
        </p:txBody>
      </p:sp>
      <p:sp>
        <p:nvSpPr>
          <p:cNvPr id="112" name="Oval 3736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923635" y="1407882"/>
            <a:ext cx="1254255" cy="125372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cs typeface="Open Sans" panose="020B0606030504020204" charset="0"/>
            </a:endParaRPr>
          </a:p>
        </p:txBody>
      </p:sp>
      <p:sp>
        <p:nvSpPr>
          <p:cNvPr id="113" name="Freeform 3737"/>
          <p:cNvSpPr/>
          <p:nvPr>
            <p:custDataLst>
              <p:tags r:id="rId3"/>
            </p:custDataLst>
          </p:nvPr>
        </p:nvSpPr>
        <p:spPr bwMode="auto">
          <a:xfrm>
            <a:off x="1000594" y="1539853"/>
            <a:ext cx="1100336" cy="1028275"/>
          </a:xfrm>
          <a:custGeom>
            <a:avLst/>
            <a:gdLst>
              <a:gd name="T0" fmla="*/ 580 w 600"/>
              <a:gd name="T1" fmla="*/ 303 h 561"/>
              <a:gd name="T2" fmla="*/ 535 w 600"/>
              <a:gd name="T3" fmla="*/ 267 h 561"/>
              <a:gd name="T4" fmla="*/ 545 w 600"/>
              <a:gd name="T5" fmla="*/ 206 h 561"/>
              <a:gd name="T6" fmla="*/ 554 w 600"/>
              <a:gd name="T7" fmla="*/ 105 h 561"/>
              <a:gd name="T8" fmla="*/ 524 w 600"/>
              <a:gd name="T9" fmla="*/ 94 h 561"/>
              <a:gd name="T10" fmla="*/ 456 w 600"/>
              <a:gd name="T11" fmla="*/ 91 h 561"/>
              <a:gd name="T12" fmla="*/ 445 w 600"/>
              <a:gd name="T13" fmla="*/ 82 h 561"/>
              <a:gd name="T14" fmla="*/ 370 w 600"/>
              <a:gd name="T15" fmla="*/ 58 h 561"/>
              <a:gd name="T16" fmla="*/ 374 w 600"/>
              <a:gd name="T17" fmla="*/ 118 h 561"/>
              <a:gd name="T18" fmla="*/ 447 w 600"/>
              <a:gd name="T19" fmla="*/ 120 h 561"/>
              <a:gd name="T20" fmla="*/ 512 w 600"/>
              <a:gd name="T21" fmla="*/ 183 h 561"/>
              <a:gd name="T22" fmla="*/ 517 w 600"/>
              <a:gd name="T23" fmla="*/ 195 h 561"/>
              <a:gd name="T24" fmla="*/ 489 w 600"/>
              <a:gd name="T25" fmla="*/ 246 h 561"/>
              <a:gd name="T26" fmla="*/ 508 w 600"/>
              <a:gd name="T27" fmla="*/ 267 h 561"/>
              <a:gd name="T28" fmla="*/ 510 w 600"/>
              <a:gd name="T29" fmla="*/ 358 h 561"/>
              <a:gd name="T30" fmla="*/ 504 w 600"/>
              <a:gd name="T31" fmla="*/ 370 h 561"/>
              <a:gd name="T32" fmla="*/ 448 w 600"/>
              <a:gd name="T33" fmla="*/ 386 h 561"/>
              <a:gd name="T34" fmla="*/ 447 w 600"/>
              <a:gd name="T35" fmla="*/ 414 h 561"/>
              <a:gd name="T36" fmla="*/ 384 w 600"/>
              <a:gd name="T37" fmla="*/ 479 h 561"/>
              <a:gd name="T38" fmla="*/ 371 w 600"/>
              <a:gd name="T39" fmla="*/ 484 h 561"/>
              <a:gd name="T40" fmla="*/ 320 w 600"/>
              <a:gd name="T41" fmla="*/ 456 h 561"/>
              <a:gd name="T42" fmla="*/ 280 w 600"/>
              <a:gd name="T43" fmla="*/ 456 h 561"/>
              <a:gd name="T44" fmla="*/ 229 w 600"/>
              <a:gd name="T45" fmla="*/ 484 h 561"/>
              <a:gd name="T46" fmla="*/ 215 w 600"/>
              <a:gd name="T47" fmla="*/ 479 h 561"/>
              <a:gd name="T48" fmla="*/ 153 w 600"/>
              <a:gd name="T49" fmla="*/ 414 h 561"/>
              <a:gd name="T50" fmla="*/ 152 w 600"/>
              <a:gd name="T51" fmla="*/ 386 h 561"/>
              <a:gd name="T52" fmla="*/ 96 w 600"/>
              <a:gd name="T53" fmla="*/ 370 h 561"/>
              <a:gd name="T54" fmla="*/ 90 w 600"/>
              <a:gd name="T55" fmla="*/ 357 h 561"/>
              <a:gd name="T56" fmla="*/ 92 w 600"/>
              <a:gd name="T57" fmla="*/ 267 h 561"/>
              <a:gd name="T58" fmla="*/ 111 w 600"/>
              <a:gd name="T59" fmla="*/ 246 h 561"/>
              <a:gd name="T60" fmla="*/ 83 w 600"/>
              <a:gd name="T61" fmla="*/ 196 h 561"/>
              <a:gd name="T62" fmla="*/ 88 w 600"/>
              <a:gd name="T63" fmla="*/ 182 h 561"/>
              <a:gd name="T64" fmla="*/ 154 w 600"/>
              <a:gd name="T65" fmla="*/ 120 h 561"/>
              <a:gd name="T66" fmla="*/ 226 w 600"/>
              <a:gd name="T67" fmla="*/ 118 h 561"/>
              <a:gd name="T68" fmla="*/ 230 w 600"/>
              <a:gd name="T69" fmla="*/ 58 h 561"/>
              <a:gd name="T70" fmla="*/ 155 w 600"/>
              <a:gd name="T71" fmla="*/ 82 h 561"/>
              <a:gd name="T72" fmla="*/ 144 w 600"/>
              <a:gd name="T73" fmla="*/ 92 h 561"/>
              <a:gd name="T74" fmla="*/ 76 w 600"/>
              <a:gd name="T75" fmla="*/ 94 h 561"/>
              <a:gd name="T76" fmla="*/ 46 w 600"/>
              <a:gd name="T77" fmla="*/ 105 h 561"/>
              <a:gd name="T78" fmla="*/ 55 w 600"/>
              <a:gd name="T79" fmla="*/ 206 h 561"/>
              <a:gd name="T80" fmla="*/ 65 w 600"/>
              <a:gd name="T81" fmla="*/ 267 h 561"/>
              <a:gd name="T82" fmla="*/ 20 w 600"/>
              <a:gd name="T83" fmla="*/ 303 h 561"/>
              <a:gd name="T84" fmla="*/ 7 w 600"/>
              <a:gd name="T85" fmla="*/ 332 h 561"/>
              <a:gd name="T86" fmla="*/ 84 w 600"/>
              <a:gd name="T87" fmla="*/ 397 h 561"/>
              <a:gd name="T88" fmla="*/ 159 w 600"/>
              <a:gd name="T89" fmla="*/ 455 h 561"/>
              <a:gd name="T90" fmla="*/ 171 w 600"/>
              <a:gd name="T91" fmla="*/ 464 h 561"/>
              <a:gd name="T92" fmla="*/ 192 w 600"/>
              <a:gd name="T93" fmla="*/ 528 h 561"/>
              <a:gd name="T94" fmla="*/ 210 w 600"/>
              <a:gd name="T95" fmla="*/ 554 h 561"/>
              <a:gd name="T96" fmla="*/ 313 w 600"/>
              <a:gd name="T97" fmla="*/ 502 h 561"/>
              <a:gd name="T98" fmla="*/ 328 w 600"/>
              <a:gd name="T99" fmla="*/ 500 h 561"/>
              <a:gd name="T100" fmla="*/ 422 w 600"/>
              <a:gd name="T101" fmla="*/ 488 h 561"/>
              <a:gd name="T102" fmla="*/ 521 w 600"/>
              <a:gd name="T103" fmla="*/ 470 h 561"/>
              <a:gd name="T104" fmla="*/ 524 w 600"/>
              <a:gd name="T105" fmla="*/ 439 h 561"/>
              <a:gd name="T106" fmla="*/ 510 w 600"/>
              <a:gd name="T107" fmla="*/ 373 h 5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600" h="561">
                <a:moveTo>
                  <a:pt x="542" y="337"/>
                </a:moveTo>
                <a:cubicBezTo>
                  <a:pt x="533" y="341"/>
                  <a:pt x="523" y="350"/>
                  <a:pt x="517" y="358"/>
                </a:cubicBezTo>
                <a:cubicBezTo>
                  <a:pt x="523" y="344"/>
                  <a:pt x="527" y="330"/>
                  <a:pt x="530" y="315"/>
                </a:cubicBezTo>
                <a:cubicBezTo>
                  <a:pt x="539" y="316"/>
                  <a:pt x="562" y="318"/>
                  <a:pt x="580" y="303"/>
                </a:cubicBezTo>
                <a:cubicBezTo>
                  <a:pt x="598" y="288"/>
                  <a:pt x="600" y="254"/>
                  <a:pt x="600" y="254"/>
                </a:cubicBezTo>
                <a:cubicBezTo>
                  <a:pt x="600" y="254"/>
                  <a:pt x="579" y="251"/>
                  <a:pt x="552" y="272"/>
                </a:cubicBezTo>
                <a:cubicBezTo>
                  <a:pt x="544" y="278"/>
                  <a:pt x="537" y="290"/>
                  <a:pt x="533" y="299"/>
                </a:cubicBezTo>
                <a:cubicBezTo>
                  <a:pt x="534" y="289"/>
                  <a:pt x="535" y="278"/>
                  <a:pt x="535" y="267"/>
                </a:cubicBezTo>
                <a:cubicBezTo>
                  <a:pt x="535" y="262"/>
                  <a:pt x="535" y="258"/>
                  <a:pt x="535" y="253"/>
                </a:cubicBezTo>
                <a:cubicBezTo>
                  <a:pt x="543" y="253"/>
                  <a:pt x="566" y="249"/>
                  <a:pt x="580" y="230"/>
                </a:cubicBezTo>
                <a:cubicBezTo>
                  <a:pt x="594" y="210"/>
                  <a:pt x="587" y="177"/>
                  <a:pt x="587" y="177"/>
                </a:cubicBezTo>
                <a:cubicBezTo>
                  <a:pt x="587" y="177"/>
                  <a:pt x="565" y="179"/>
                  <a:pt x="545" y="206"/>
                </a:cubicBezTo>
                <a:cubicBezTo>
                  <a:pt x="539" y="215"/>
                  <a:pt x="535" y="227"/>
                  <a:pt x="533" y="238"/>
                </a:cubicBezTo>
                <a:cubicBezTo>
                  <a:pt x="531" y="222"/>
                  <a:pt x="528" y="207"/>
                  <a:pt x="523" y="193"/>
                </a:cubicBezTo>
                <a:cubicBezTo>
                  <a:pt x="531" y="190"/>
                  <a:pt x="552" y="180"/>
                  <a:pt x="561" y="158"/>
                </a:cubicBezTo>
                <a:cubicBezTo>
                  <a:pt x="569" y="136"/>
                  <a:pt x="554" y="105"/>
                  <a:pt x="554" y="105"/>
                </a:cubicBezTo>
                <a:cubicBezTo>
                  <a:pt x="554" y="105"/>
                  <a:pt x="534" y="113"/>
                  <a:pt x="521" y="145"/>
                </a:cubicBezTo>
                <a:cubicBezTo>
                  <a:pt x="517" y="155"/>
                  <a:pt x="517" y="168"/>
                  <a:pt x="518" y="178"/>
                </a:cubicBezTo>
                <a:cubicBezTo>
                  <a:pt x="512" y="164"/>
                  <a:pt x="505" y="150"/>
                  <a:pt x="496" y="138"/>
                </a:cubicBezTo>
                <a:cubicBezTo>
                  <a:pt x="503" y="133"/>
                  <a:pt x="521" y="118"/>
                  <a:pt x="524" y="94"/>
                </a:cubicBezTo>
                <a:cubicBezTo>
                  <a:pt x="526" y="71"/>
                  <a:pt x="503" y="45"/>
                  <a:pt x="503" y="45"/>
                </a:cubicBezTo>
                <a:cubicBezTo>
                  <a:pt x="503" y="45"/>
                  <a:pt x="486" y="58"/>
                  <a:pt x="482" y="92"/>
                </a:cubicBezTo>
                <a:cubicBezTo>
                  <a:pt x="480" y="102"/>
                  <a:pt x="484" y="115"/>
                  <a:pt x="487" y="125"/>
                </a:cubicBezTo>
                <a:cubicBezTo>
                  <a:pt x="478" y="113"/>
                  <a:pt x="468" y="102"/>
                  <a:pt x="456" y="91"/>
                </a:cubicBezTo>
                <a:cubicBezTo>
                  <a:pt x="462" y="85"/>
                  <a:pt x="475" y="66"/>
                  <a:pt x="471" y="42"/>
                </a:cubicBezTo>
                <a:cubicBezTo>
                  <a:pt x="468" y="19"/>
                  <a:pt x="439" y="0"/>
                  <a:pt x="439" y="0"/>
                </a:cubicBezTo>
                <a:cubicBezTo>
                  <a:pt x="439" y="0"/>
                  <a:pt x="425" y="17"/>
                  <a:pt x="430" y="50"/>
                </a:cubicBezTo>
                <a:cubicBezTo>
                  <a:pt x="432" y="61"/>
                  <a:pt x="439" y="73"/>
                  <a:pt x="445" y="82"/>
                </a:cubicBezTo>
                <a:cubicBezTo>
                  <a:pt x="434" y="74"/>
                  <a:pt x="424" y="67"/>
                  <a:pt x="412" y="61"/>
                </a:cubicBezTo>
                <a:cubicBezTo>
                  <a:pt x="411" y="53"/>
                  <a:pt x="407" y="37"/>
                  <a:pt x="392" y="27"/>
                </a:cubicBezTo>
                <a:cubicBezTo>
                  <a:pt x="376" y="16"/>
                  <a:pt x="350" y="21"/>
                  <a:pt x="350" y="21"/>
                </a:cubicBezTo>
                <a:cubicBezTo>
                  <a:pt x="350" y="21"/>
                  <a:pt x="355" y="47"/>
                  <a:pt x="370" y="58"/>
                </a:cubicBezTo>
                <a:cubicBezTo>
                  <a:pt x="384" y="68"/>
                  <a:pt x="400" y="67"/>
                  <a:pt x="408" y="66"/>
                </a:cubicBezTo>
                <a:cubicBezTo>
                  <a:pt x="420" y="72"/>
                  <a:pt x="431" y="79"/>
                  <a:pt x="441" y="87"/>
                </a:cubicBezTo>
                <a:cubicBezTo>
                  <a:pt x="430" y="83"/>
                  <a:pt x="415" y="79"/>
                  <a:pt x="403" y="87"/>
                </a:cubicBezTo>
                <a:cubicBezTo>
                  <a:pt x="383" y="100"/>
                  <a:pt x="374" y="118"/>
                  <a:pt x="374" y="118"/>
                </a:cubicBezTo>
                <a:cubicBezTo>
                  <a:pt x="374" y="118"/>
                  <a:pt x="398" y="125"/>
                  <a:pt x="418" y="119"/>
                </a:cubicBezTo>
                <a:cubicBezTo>
                  <a:pt x="438" y="113"/>
                  <a:pt x="448" y="102"/>
                  <a:pt x="452" y="97"/>
                </a:cubicBezTo>
                <a:cubicBezTo>
                  <a:pt x="463" y="107"/>
                  <a:pt x="474" y="118"/>
                  <a:pt x="483" y="130"/>
                </a:cubicBezTo>
                <a:cubicBezTo>
                  <a:pt x="474" y="123"/>
                  <a:pt x="460" y="115"/>
                  <a:pt x="447" y="120"/>
                </a:cubicBezTo>
                <a:cubicBezTo>
                  <a:pt x="423" y="127"/>
                  <a:pt x="410" y="143"/>
                  <a:pt x="410" y="143"/>
                </a:cubicBezTo>
                <a:cubicBezTo>
                  <a:pt x="410" y="143"/>
                  <a:pt x="432" y="155"/>
                  <a:pt x="453" y="154"/>
                </a:cubicBezTo>
                <a:cubicBezTo>
                  <a:pt x="474" y="154"/>
                  <a:pt x="486" y="145"/>
                  <a:pt x="491" y="142"/>
                </a:cubicBezTo>
                <a:cubicBezTo>
                  <a:pt x="500" y="154"/>
                  <a:pt x="507" y="168"/>
                  <a:pt x="512" y="183"/>
                </a:cubicBezTo>
                <a:cubicBezTo>
                  <a:pt x="506" y="173"/>
                  <a:pt x="494" y="162"/>
                  <a:pt x="480" y="163"/>
                </a:cubicBezTo>
                <a:cubicBezTo>
                  <a:pt x="455" y="164"/>
                  <a:pt x="439" y="176"/>
                  <a:pt x="439" y="176"/>
                </a:cubicBezTo>
                <a:cubicBezTo>
                  <a:pt x="439" y="176"/>
                  <a:pt x="456" y="193"/>
                  <a:pt x="477" y="198"/>
                </a:cubicBezTo>
                <a:cubicBezTo>
                  <a:pt x="497" y="203"/>
                  <a:pt x="512" y="198"/>
                  <a:pt x="517" y="195"/>
                </a:cubicBezTo>
                <a:cubicBezTo>
                  <a:pt x="522" y="210"/>
                  <a:pt x="525" y="225"/>
                  <a:pt x="527" y="241"/>
                </a:cubicBezTo>
                <a:cubicBezTo>
                  <a:pt x="523" y="230"/>
                  <a:pt x="515" y="216"/>
                  <a:pt x="501" y="213"/>
                </a:cubicBezTo>
                <a:cubicBezTo>
                  <a:pt x="477" y="208"/>
                  <a:pt x="458" y="215"/>
                  <a:pt x="458" y="215"/>
                </a:cubicBezTo>
                <a:cubicBezTo>
                  <a:pt x="458" y="215"/>
                  <a:pt x="470" y="236"/>
                  <a:pt x="489" y="246"/>
                </a:cubicBezTo>
                <a:cubicBezTo>
                  <a:pt x="507" y="256"/>
                  <a:pt x="522" y="255"/>
                  <a:pt x="528" y="254"/>
                </a:cubicBezTo>
                <a:cubicBezTo>
                  <a:pt x="528" y="258"/>
                  <a:pt x="529" y="263"/>
                  <a:pt x="529" y="267"/>
                </a:cubicBezTo>
                <a:cubicBezTo>
                  <a:pt x="529" y="278"/>
                  <a:pt x="528" y="290"/>
                  <a:pt x="526" y="301"/>
                </a:cubicBezTo>
                <a:cubicBezTo>
                  <a:pt x="525" y="289"/>
                  <a:pt x="521" y="273"/>
                  <a:pt x="508" y="267"/>
                </a:cubicBezTo>
                <a:cubicBezTo>
                  <a:pt x="486" y="256"/>
                  <a:pt x="466" y="257"/>
                  <a:pt x="466" y="257"/>
                </a:cubicBezTo>
                <a:cubicBezTo>
                  <a:pt x="466" y="257"/>
                  <a:pt x="472" y="281"/>
                  <a:pt x="488" y="296"/>
                </a:cubicBezTo>
                <a:cubicBezTo>
                  <a:pt x="503" y="310"/>
                  <a:pt x="518" y="313"/>
                  <a:pt x="524" y="314"/>
                </a:cubicBezTo>
                <a:cubicBezTo>
                  <a:pt x="521" y="329"/>
                  <a:pt x="516" y="344"/>
                  <a:pt x="510" y="358"/>
                </a:cubicBezTo>
                <a:cubicBezTo>
                  <a:pt x="511" y="347"/>
                  <a:pt x="512" y="330"/>
                  <a:pt x="501" y="321"/>
                </a:cubicBezTo>
                <a:cubicBezTo>
                  <a:pt x="483" y="304"/>
                  <a:pt x="463" y="301"/>
                  <a:pt x="463" y="301"/>
                </a:cubicBezTo>
                <a:cubicBezTo>
                  <a:pt x="463" y="301"/>
                  <a:pt x="463" y="325"/>
                  <a:pt x="474" y="343"/>
                </a:cubicBezTo>
                <a:cubicBezTo>
                  <a:pt x="485" y="361"/>
                  <a:pt x="498" y="368"/>
                  <a:pt x="504" y="370"/>
                </a:cubicBezTo>
                <a:cubicBezTo>
                  <a:pt x="497" y="384"/>
                  <a:pt x="489" y="397"/>
                  <a:pt x="479" y="409"/>
                </a:cubicBezTo>
                <a:cubicBezTo>
                  <a:pt x="484" y="398"/>
                  <a:pt x="488" y="383"/>
                  <a:pt x="480" y="371"/>
                </a:cubicBezTo>
                <a:cubicBezTo>
                  <a:pt x="467" y="350"/>
                  <a:pt x="448" y="342"/>
                  <a:pt x="448" y="342"/>
                </a:cubicBezTo>
                <a:cubicBezTo>
                  <a:pt x="448" y="342"/>
                  <a:pt x="442" y="366"/>
                  <a:pt x="448" y="386"/>
                </a:cubicBezTo>
                <a:cubicBezTo>
                  <a:pt x="454" y="406"/>
                  <a:pt x="465" y="416"/>
                  <a:pt x="470" y="420"/>
                </a:cubicBezTo>
                <a:cubicBezTo>
                  <a:pt x="467" y="423"/>
                  <a:pt x="465" y="426"/>
                  <a:pt x="462" y="429"/>
                </a:cubicBezTo>
                <a:cubicBezTo>
                  <a:pt x="454" y="437"/>
                  <a:pt x="445" y="444"/>
                  <a:pt x="436" y="451"/>
                </a:cubicBezTo>
                <a:cubicBezTo>
                  <a:pt x="443" y="441"/>
                  <a:pt x="451" y="428"/>
                  <a:pt x="447" y="414"/>
                </a:cubicBezTo>
                <a:cubicBezTo>
                  <a:pt x="439" y="391"/>
                  <a:pt x="424" y="378"/>
                  <a:pt x="424" y="378"/>
                </a:cubicBezTo>
                <a:cubicBezTo>
                  <a:pt x="424" y="378"/>
                  <a:pt x="412" y="399"/>
                  <a:pt x="412" y="420"/>
                </a:cubicBezTo>
                <a:cubicBezTo>
                  <a:pt x="413" y="441"/>
                  <a:pt x="421" y="454"/>
                  <a:pt x="425" y="458"/>
                </a:cubicBezTo>
                <a:cubicBezTo>
                  <a:pt x="412" y="467"/>
                  <a:pt x="399" y="474"/>
                  <a:pt x="384" y="479"/>
                </a:cubicBezTo>
                <a:cubicBezTo>
                  <a:pt x="394" y="472"/>
                  <a:pt x="405" y="461"/>
                  <a:pt x="404" y="447"/>
                </a:cubicBezTo>
                <a:cubicBezTo>
                  <a:pt x="402" y="423"/>
                  <a:pt x="391" y="406"/>
                  <a:pt x="391" y="406"/>
                </a:cubicBezTo>
                <a:cubicBezTo>
                  <a:pt x="391" y="406"/>
                  <a:pt x="374" y="424"/>
                  <a:pt x="369" y="444"/>
                </a:cubicBezTo>
                <a:cubicBezTo>
                  <a:pt x="364" y="464"/>
                  <a:pt x="369" y="479"/>
                  <a:pt x="371" y="484"/>
                </a:cubicBezTo>
                <a:cubicBezTo>
                  <a:pt x="357" y="489"/>
                  <a:pt x="342" y="492"/>
                  <a:pt x="327" y="494"/>
                </a:cubicBezTo>
                <a:cubicBezTo>
                  <a:pt x="338" y="490"/>
                  <a:pt x="351" y="482"/>
                  <a:pt x="354" y="468"/>
                </a:cubicBezTo>
                <a:cubicBezTo>
                  <a:pt x="359" y="444"/>
                  <a:pt x="352" y="425"/>
                  <a:pt x="352" y="425"/>
                </a:cubicBezTo>
                <a:cubicBezTo>
                  <a:pt x="352" y="425"/>
                  <a:pt x="330" y="437"/>
                  <a:pt x="320" y="456"/>
                </a:cubicBezTo>
                <a:cubicBezTo>
                  <a:pt x="311" y="474"/>
                  <a:pt x="311" y="489"/>
                  <a:pt x="312" y="495"/>
                </a:cubicBezTo>
                <a:cubicBezTo>
                  <a:pt x="308" y="495"/>
                  <a:pt x="304" y="496"/>
                  <a:pt x="300" y="496"/>
                </a:cubicBezTo>
                <a:cubicBezTo>
                  <a:pt x="296" y="496"/>
                  <a:pt x="292" y="495"/>
                  <a:pt x="288" y="495"/>
                </a:cubicBezTo>
                <a:cubicBezTo>
                  <a:pt x="289" y="489"/>
                  <a:pt x="289" y="474"/>
                  <a:pt x="280" y="456"/>
                </a:cubicBezTo>
                <a:cubicBezTo>
                  <a:pt x="270" y="437"/>
                  <a:pt x="248" y="425"/>
                  <a:pt x="248" y="425"/>
                </a:cubicBezTo>
                <a:cubicBezTo>
                  <a:pt x="248" y="425"/>
                  <a:pt x="241" y="444"/>
                  <a:pt x="246" y="468"/>
                </a:cubicBezTo>
                <a:cubicBezTo>
                  <a:pt x="249" y="481"/>
                  <a:pt x="262" y="489"/>
                  <a:pt x="273" y="494"/>
                </a:cubicBezTo>
                <a:cubicBezTo>
                  <a:pt x="258" y="492"/>
                  <a:pt x="243" y="489"/>
                  <a:pt x="229" y="484"/>
                </a:cubicBezTo>
                <a:cubicBezTo>
                  <a:pt x="232" y="478"/>
                  <a:pt x="236" y="464"/>
                  <a:pt x="231" y="444"/>
                </a:cubicBezTo>
                <a:cubicBezTo>
                  <a:pt x="227" y="424"/>
                  <a:pt x="209" y="406"/>
                  <a:pt x="209" y="406"/>
                </a:cubicBezTo>
                <a:cubicBezTo>
                  <a:pt x="209" y="406"/>
                  <a:pt x="198" y="423"/>
                  <a:pt x="196" y="447"/>
                </a:cubicBezTo>
                <a:cubicBezTo>
                  <a:pt x="196" y="461"/>
                  <a:pt x="206" y="472"/>
                  <a:pt x="215" y="479"/>
                </a:cubicBezTo>
                <a:cubicBezTo>
                  <a:pt x="201" y="474"/>
                  <a:pt x="188" y="467"/>
                  <a:pt x="175" y="458"/>
                </a:cubicBezTo>
                <a:cubicBezTo>
                  <a:pt x="179" y="453"/>
                  <a:pt x="187" y="441"/>
                  <a:pt x="188" y="420"/>
                </a:cubicBezTo>
                <a:cubicBezTo>
                  <a:pt x="189" y="399"/>
                  <a:pt x="176" y="378"/>
                  <a:pt x="176" y="378"/>
                </a:cubicBezTo>
                <a:cubicBezTo>
                  <a:pt x="176" y="378"/>
                  <a:pt x="161" y="391"/>
                  <a:pt x="153" y="414"/>
                </a:cubicBezTo>
                <a:cubicBezTo>
                  <a:pt x="149" y="427"/>
                  <a:pt x="156" y="441"/>
                  <a:pt x="164" y="450"/>
                </a:cubicBezTo>
                <a:cubicBezTo>
                  <a:pt x="155" y="444"/>
                  <a:pt x="146" y="436"/>
                  <a:pt x="139" y="429"/>
                </a:cubicBezTo>
                <a:cubicBezTo>
                  <a:pt x="136" y="426"/>
                  <a:pt x="133" y="423"/>
                  <a:pt x="130" y="420"/>
                </a:cubicBezTo>
                <a:cubicBezTo>
                  <a:pt x="135" y="416"/>
                  <a:pt x="146" y="406"/>
                  <a:pt x="152" y="386"/>
                </a:cubicBezTo>
                <a:cubicBezTo>
                  <a:pt x="158" y="366"/>
                  <a:pt x="152" y="342"/>
                  <a:pt x="152" y="342"/>
                </a:cubicBezTo>
                <a:cubicBezTo>
                  <a:pt x="152" y="342"/>
                  <a:pt x="134" y="350"/>
                  <a:pt x="120" y="371"/>
                </a:cubicBezTo>
                <a:cubicBezTo>
                  <a:pt x="112" y="383"/>
                  <a:pt x="116" y="398"/>
                  <a:pt x="121" y="408"/>
                </a:cubicBezTo>
                <a:cubicBezTo>
                  <a:pt x="111" y="397"/>
                  <a:pt x="103" y="384"/>
                  <a:pt x="96" y="370"/>
                </a:cubicBezTo>
                <a:cubicBezTo>
                  <a:pt x="102" y="368"/>
                  <a:pt x="116" y="361"/>
                  <a:pt x="126" y="343"/>
                </a:cubicBezTo>
                <a:cubicBezTo>
                  <a:pt x="137" y="325"/>
                  <a:pt x="138" y="301"/>
                  <a:pt x="138" y="301"/>
                </a:cubicBezTo>
                <a:cubicBezTo>
                  <a:pt x="138" y="301"/>
                  <a:pt x="118" y="304"/>
                  <a:pt x="99" y="321"/>
                </a:cubicBezTo>
                <a:cubicBezTo>
                  <a:pt x="89" y="330"/>
                  <a:pt x="89" y="346"/>
                  <a:pt x="90" y="357"/>
                </a:cubicBezTo>
                <a:cubicBezTo>
                  <a:pt x="84" y="344"/>
                  <a:pt x="80" y="329"/>
                  <a:pt x="76" y="314"/>
                </a:cubicBezTo>
                <a:cubicBezTo>
                  <a:pt x="83" y="313"/>
                  <a:pt x="97" y="310"/>
                  <a:pt x="113" y="296"/>
                </a:cubicBezTo>
                <a:cubicBezTo>
                  <a:pt x="128" y="281"/>
                  <a:pt x="134" y="257"/>
                  <a:pt x="134" y="257"/>
                </a:cubicBezTo>
                <a:cubicBezTo>
                  <a:pt x="134" y="257"/>
                  <a:pt x="114" y="256"/>
                  <a:pt x="92" y="267"/>
                </a:cubicBezTo>
                <a:cubicBezTo>
                  <a:pt x="80" y="273"/>
                  <a:pt x="75" y="288"/>
                  <a:pt x="74" y="300"/>
                </a:cubicBezTo>
                <a:cubicBezTo>
                  <a:pt x="73" y="289"/>
                  <a:pt x="72" y="278"/>
                  <a:pt x="72" y="267"/>
                </a:cubicBezTo>
                <a:cubicBezTo>
                  <a:pt x="72" y="263"/>
                  <a:pt x="72" y="258"/>
                  <a:pt x="72" y="254"/>
                </a:cubicBezTo>
                <a:cubicBezTo>
                  <a:pt x="78" y="255"/>
                  <a:pt x="93" y="256"/>
                  <a:pt x="111" y="246"/>
                </a:cubicBezTo>
                <a:cubicBezTo>
                  <a:pt x="130" y="236"/>
                  <a:pt x="143" y="215"/>
                  <a:pt x="143" y="215"/>
                </a:cubicBezTo>
                <a:cubicBezTo>
                  <a:pt x="143" y="215"/>
                  <a:pt x="123" y="208"/>
                  <a:pt x="100" y="213"/>
                </a:cubicBezTo>
                <a:cubicBezTo>
                  <a:pt x="86" y="216"/>
                  <a:pt x="78" y="229"/>
                  <a:pt x="73" y="240"/>
                </a:cubicBezTo>
                <a:cubicBezTo>
                  <a:pt x="75" y="225"/>
                  <a:pt x="78" y="210"/>
                  <a:pt x="83" y="196"/>
                </a:cubicBezTo>
                <a:cubicBezTo>
                  <a:pt x="89" y="198"/>
                  <a:pt x="103" y="203"/>
                  <a:pt x="123" y="198"/>
                </a:cubicBezTo>
                <a:cubicBezTo>
                  <a:pt x="144" y="193"/>
                  <a:pt x="161" y="176"/>
                  <a:pt x="161" y="176"/>
                </a:cubicBezTo>
                <a:cubicBezTo>
                  <a:pt x="161" y="176"/>
                  <a:pt x="145" y="164"/>
                  <a:pt x="120" y="163"/>
                </a:cubicBezTo>
                <a:cubicBezTo>
                  <a:pt x="106" y="162"/>
                  <a:pt x="95" y="173"/>
                  <a:pt x="88" y="182"/>
                </a:cubicBezTo>
                <a:cubicBezTo>
                  <a:pt x="94" y="168"/>
                  <a:pt x="101" y="154"/>
                  <a:pt x="109" y="142"/>
                </a:cubicBezTo>
                <a:cubicBezTo>
                  <a:pt x="114" y="146"/>
                  <a:pt x="127" y="154"/>
                  <a:pt x="147" y="154"/>
                </a:cubicBezTo>
                <a:cubicBezTo>
                  <a:pt x="168" y="155"/>
                  <a:pt x="190" y="143"/>
                  <a:pt x="190" y="143"/>
                </a:cubicBezTo>
                <a:cubicBezTo>
                  <a:pt x="190" y="143"/>
                  <a:pt x="177" y="127"/>
                  <a:pt x="154" y="120"/>
                </a:cubicBezTo>
                <a:cubicBezTo>
                  <a:pt x="140" y="115"/>
                  <a:pt x="127" y="123"/>
                  <a:pt x="118" y="130"/>
                </a:cubicBezTo>
                <a:cubicBezTo>
                  <a:pt x="127" y="118"/>
                  <a:pt x="137" y="107"/>
                  <a:pt x="148" y="97"/>
                </a:cubicBezTo>
                <a:cubicBezTo>
                  <a:pt x="152" y="102"/>
                  <a:pt x="162" y="113"/>
                  <a:pt x="182" y="119"/>
                </a:cubicBezTo>
                <a:cubicBezTo>
                  <a:pt x="202" y="125"/>
                  <a:pt x="226" y="118"/>
                  <a:pt x="226" y="118"/>
                </a:cubicBezTo>
                <a:cubicBezTo>
                  <a:pt x="226" y="118"/>
                  <a:pt x="217" y="100"/>
                  <a:pt x="197" y="87"/>
                </a:cubicBezTo>
                <a:cubicBezTo>
                  <a:pt x="185" y="79"/>
                  <a:pt x="170" y="82"/>
                  <a:pt x="160" y="87"/>
                </a:cubicBezTo>
                <a:cubicBezTo>
                  <a:pt x="170" y="79"/>
                  <a:pt x="181" y="72"/>
                  <a:pt x="192" y="66"/>
                </a:cubicBezTo>
                <a:cubicBezTo>
                  <a:pt x="200" y="67"/>
                  <a:pt x="216" y="68"/>
                  <a:pt x="230" y="58"/>
                </a:cubicBezTo>
                <a:cubicBezTo>
                  <a:pt x="246" y="47"/>
                  <a:pt x="250" y="21"/>
                  <a:pt x="250" y="21"/>
                </a:cubicBezTo>
                <a:cubicBezTo>
                  <a:pt x="250" y="21"/>
                  <a:pt x="224" y="16"/>
                  <a:pt x="208" y="27"/>
                </a:cubicBezTo>
                <a:cubicBezTo>
                  <a:pt x="193" y="37"/>
                  <a:pt x="189" y="53"/>
                  <a:pt x="188" y="61"/>
                </a:cubicBezTo>
                <a:cubicBezTo>
                  <a:pt x="176" y="67"/>
                  <a:pt x="166" y="74"/>
                  <a:pt x="155" y="82"/>
                </a:cubicBezTo>
                <a:cubicBezTo>
                  <a:pt x="161" y="74"/>
                  <a:pt x="169" y="61"/>
                  <a:pt x="170" y="50"/>
                </a:cubicBezTo>
                <a:cubicBezTo>
                  <a:pt x="175" y="17"/>
                  <a:pt x="161" y="0"/>
                  <a:pt x="161" y="0"/>
                </a:cubicBezTo>
                <a:cubicBezTo>
                  <a:pt x="161" y="0"/>
                  <a:pt x="132" y="19"/>
                  <a:pt x="129" y="42"/>
                </a:cubicBezTo>
                <a:cubicBezTo>
                  <a:pt x="125" y="66"/>
                  <a:pt x="139" y="85"/>
                  <a:pt x="144" y="92"/>
                </a:cubicBezTo>
                <a:cubicBezTo>
                  <a:pt x="133" y="102"/>
                  <a:pt x="122" y="113"/>
                  <a:pt x="113" y="126"/>
                </a:cubicBezTo>
                <a:cubicBezTo>
                  <a:pt x="116" y="116"/>
                  <a:pt x="120" y="103"/>
                  <a:pt x="118" y="92"/>
                </a:cubicBezTo>
                <a:cubicBezTo>
                  <a:pt x="114" y="58"/>
                  <a:pt x="97" y="45"/>
                  <a:pt x="97" y="45"/>
                </a:cubicBezTo>
                <a:cubicBezTo>
                  <a:pt x="97" y="45"/>
                  <a:pt x="74" y="71"/>
                  <a:pt x="76" y="94"/>
                </a:cubicBezTo>
                <a:cubicBezTo>
                  <a:pt x="79" y="118"/>
                  <a:pt x="97" y="133"/>
                  <a:pt x="104" y="138"/>
                </a:cubicBezTo>
                <a:cubicBezTo>
                  <a:pt x="96" y="151"/>
                  <a:pt x="88" y="164"/>
                  <a:pt x="82" y="179"/>
                </a:cubicBezTo>
                <a:cubicBezTo>
                  <a:pt x="83" y="168"/>
                  <a:pt x="83" y="155"/>
                  <a:pt x="79" y="145"/>
                </a:cubicBezTo>
                <a:cubicBezTo>
                  <a:pt x="67" y="113"/>
                  <a:pt x="46" y="105"/>
                  <a:pt x="46" y="105"/>
                </a:cubicBezTo>
                <a:cubicBezTo>
                  <a:pt x="46" y="105"/>
                  <a:pt x="31" y="136"/>
                  <a:pt x="39" y="158"/>
                </a:cubicBezTo>
                <a:cubicBezTo>
                  <a:pt x="48" y="180"/>
                  <a:pt x="69" y="190"/>
                  <a:pt x="77" y="193"/>
                </a:cubicBezTo>
                <a:cubicBezTo>
                  <a:pt x="72" y="208"/>
                  <a:pt x="69" y="223"/>
                  <a:pt x="67" y="238"/>
                </a:cubicBezTo>
                <a:cubicBezTo>
                  <a:pt x="65" y="228"/>
                  <a:pt x="62" y="215"/>
                  <a:pt x="55" y="206"/>
                </a:cubicBezTo>
                <a:cubicBezTo>
                  <a:pt x="35" y="179"/>
                  <a:pt x="13" y="177"/>
                  <a:pt x="13" y="177"/>
                </a:cubicBezTo>
                <a:cubicBezTo>
                  <a:pt x="13" y="177"/>
                  <a:pt x="6" y="210"/>
                  <a:pt x="20" y="230"/>
                </a:cubicBezTo>
                <a:cubicBezTo>
                  <a:pt x="34" y="249"/>
                  <a:pt x="57" y="253"/>
                  <a:pt x="66" y="253"/>
                </a:cubicBezTo>
                <a:cubicBezTo>
                  <a:pt x="65" y="258"/>
                  <a:pt x="65" y="262"/>
                  <a:pt x="65" y="267"/>
                </a:cubicBezTo>
                <a:cubicBezTo>
                  <a:pt x="65" y="278"/>
                  <a:pt x="66" y="289"/>
                  <a:pt x="68" y="300"/>
                </a:cubicBezTo>
                <a:cubicBezTo>
                  <a:pt x="63" y="290"/>
                  <a:pt x="56" y="278"/>
                  <a:pt x="48" y="272"/>
                </a:cubicBezTo>
                <a:cubicBezTo>
                  <a:pt x="21" y="251"/>
                  <a:pt x="0" y="254"/>
                  <a:pt x="0" y="254"/>
                </a:cubicBezTo>
                <a:cubicBezTo>
                  <a:pt x="0" y="254"/>
                  <a:pt x="2" y="288"/>
                  <a:pt x="20" y="303"/>
                </a:cubicBezTo>
                <a:cubicBezTo>
                  <a:pt x="38" y="318"/>
                  <a:pt x="62" y="316"/>
                  <a:pt x="70" y="315"/>
                </a:cubicBezTo>
                <a:cubicBezTo>
                  <a:pt x="73" y="330"/>
                  <a:pt x="78" y="345"/>
                  <a:pt x="84" y="358"/>
                </a:cubicBezTo>
                <a:cubicBezTo>
                  <a:pt x="77" y="351"/>
                  <a:pt x="68" y="341"/>
                  <a:pt x="58" y="337"/>
                </a:cubicBezTo>
                <a:cubicBezTo>
                  <a:pt x="26" y="324"/>
                  <a:pt x="7" y="332"/>
                  <a:pt x="7" y="332"/>
                </a:cubicBezTo>
                <a:cubicBezTo>
                  <a:pt x="7" y="332"/>
                  <a:pt x="17" y="365"/>
                  <a:pt x="39" y="375"/>
                </a:cubicBezTo>
                <a:cubicBezTo>
                  <a:pt x="61" y="384"/>
                  <a:pt x="83" y="376"/>
                  <a:pt x="90" y="373"/>
                </a:cubicBezTo>
                <a:cubicBezTo>
                  <a:pt x="97" y="387"/>
                  <a:pt x="106" y="400"/>
                  <a:pt x="115" y="412"/>
                </a:cubicBezTo>
                <a:cubicBezTo>
                  <a:pt x="107" y="406"/>
                  <a:pt x="95" y="399"/>
                  <a:pt x="84" y="397"/>
                </a:cubicBezTo>
                <a:cubicBezTo>
                  <a:pt x="50" y="393"/>
                  <a:pt x="34" y="406"/>
                  <a:pt x="34" y="406"/>
                </a:cubicBezTo>
                <a:cubicBezTo>
                  <a:pt x="34" y="406"/>
                  <a:pt x="52" y="435"/>
                  <a:pt x="76" y="439"/>
                </a:cubicBezTo>
                <a:cubicBezTo>
                  <a:pt x="99" y="443"/>
                  <a:pt x="118" y="429"/>
                  <a:pt x="125" y="423"/>
                </a:cubicBezTo>
                <a:cubicBezTo>
                  <a:pt x="135" y="435"/>
                  <a:pt x="147" y="445"/>
                  <a:pt x="159" y="455"/>
                </a:cubicBezTo>
                <a:cubicBezTo>
                  <a:pt x="149" y="451"/>
                  <a:pt x="136" y="448"/>
                  <a:pt x="125" y="449"/>
                </a:cubicBezTo>
                <a:cubicBezTo>
                  <a:pt x="91" y="453"/>
                  <a:pt x="79" y="470"/>
                  <a:pt x="79" y="470"/>
                </a:cubicBezTo>
                <a:cubicBezTo>
                  <a:pt x="79" y="470"/>
                  <a:pt x="104" y="493"/>
                  <a:pt x="128" y="491"/>
                </a:cubicBezTo>
                <a:cubicBezTo>
                  <a:pt x="152" y="489"/>
                  <a:pt x="167" y="471"/>
                  <a:pt x="171" y="464"/>
                </a:cubicBezTo>
                <a:cubicBezTo>
                  <a:pt x="184" y="472"/>
                  <a:pt x="198" y="479"/>
                  <a:pt x="213" y="485"/>
                </a:cubicBezTo>
                <a:cubicBezTo>
                  <a:pt x="202" y="484"/>
                  <a:pt x="188" y="484"/>
                  <a:pt x="178" y="488"/>
                </a:cubicBezTo>
                <a:cubicBezTo>
                  <a:pt x="147" y="501"/>
                  <a:pt x="139" y="521"/>
                  <a:pt x="139" y="521"/>
                </a:cubicBezTo>
                <a:cubicBezTo>
                  <a:pt x="139" y="521"/>
                  <a:pt x="170" y="537"/>
                  <a:pt x="192" y="528"/>
                </a:cubicBezTo>
                <a:cubicBezTo>
                  <a:pt x="214" y="520"/>
                  <a:pt x="224" y="498"/>
                  <a:pt x="227" y="490"/>
                </a:cubicBezTo>
                <a:cubicBezTo>
                  <a:pt x="241" y="495"/>
                  <a:pt x="257" y="498"/>
                  <a:pt x="272" y="500"/>
                </a:cubicBezTo>
                <a:cubicBezTo>
                  <a:pt x="262" y="502"/>
                  <a:pt x="249" y="506"/>
                  <a:pt x="240" y="512"/>
                </a:cubicBezTo>
                <a:cubicBezTo>
                  <a:pt x="212" y="533"/>
                  <a:pt x="210" y="554"/>
                  <a:pt x="210" y="554"/>
                </a:cubicBezTo>
                <a:cubicBezTo>
                  <a:pt x="210" y="554"/>
                  <a:pt x="244" y="561"/>
                  <a:pt x="263" y="547"/>
                </a:cubicBezTo>
                <a:cubicBezTo>
                  <a:pt x="282" y="533"/>
                  <a:pt x="286" y="510"/>
                  <a:pt x="287" y="502"/>
                </a:cubicBezTo>
                <a:cubicBezTo>
                  <a:pt x="291" y="502"/>
                  <a:pt x="296" y="502"/>
                  <a:pt x="300" y="502"/>
                </a:cubicBezTo>
                <a:cubicBezTo>
                  <a:pt x="304" y="502"/>
                  <a:pt x="309" y="502"/>
                  <a:pt x="313" y="502"/>
                </a:cubicBezTo>
                <a:cubicBezTo>
                  <a:pt x="314" y="510"/>
                  <a:pt x="318" y="533"/>
                  <a:pt x="337" y="547"/>
                </a:cubicBezTo>
                <a:cubicBezTo>
                  <a:pt x="356" y="561"/>
                  <a:pt x="390" y="554"/>
                  <a:pt x="390" y="554"/>
                </a:cubicBezTo>
                <a:cubicBezTo>
                  <a:pt x="390" y="554"/>
                  <a:pt x="388" y="533"/>
                  <a:pt x="360" y="512"/>
                </a:cubicBezTo>
                <a:cubicBezTo>
                  <a:pt x="352" y="506"/>
                  <a:pt x="338" y="502"/>
                  <a:pt x="328" y="500"/>
                </a:cubicBezTo>
                <a:cubicBezTo>
                  <a:pt x="343" y="498"/>
                  <a:pt x="359" y="495"/>
                  <a:pt x="373" y="490"/>
                </a:cubicBezTo>
                <a:cubicBezTo>
                  <a:pt x="376" y="498"/>
                  <a:pt x="386" y="520"/>
                  <a:pt x="408" y="528"/>
                </a:cubicBezTo>
                <a:cubicBezTo>
                  <a:pt x="430" y="537"/>
                  <a:pt x="461" y="521"/>
                  <a:pt x="461" y="521"/>
                </a:cubicBezTo>
                <a:cubicBezTo>
                  <a:pt x="461" y="521"/>
                  <a:pt x="454" y="501"/>
                  <a:pt x="422" y="488"/>
                </a:cubicBezTo>
                <a:cubicBezTo>
                  <a:pt x="412" y="484"/>
                  <a:pt x="398" y="484"/>
                  <a:pt x="388" y="485"/>
                </a:cubicBezTo>
                <a:cubicBezTo>
                  <a:pt x="402" y="479"/>
                  <a:pt x="416" y="472"/>
                  <a:pt x="429" y="464"/>
                </a:cubicBezTo>
                <a:cubicBezTo>
                  <a:pt x="434" y="471"/>
                  <a:pt x="449" y="489"/>
                  <a:pt x="472" y="491"/>
                </a:cubicBezTo>
                <a:cubicBezTo>
                  <a:pt x="496" y="493"/>
                  <a:pt x="521" y="470"/>
                  <a:pt x="521" y="470"/>
                </a:cubicBezTo>
                <a:cubicBezTo>
                  <a:pt x="521" y="470"/>
                  <a:pt x="509" y="453"/>
                  <a:pt x="475" y="449"/>
                </a:cubicBezTo>
                <a:cubicBezTo>
                  <a:pt x="464" y="448"/>
                  <a:pt x="451" y="451"/>
                  <a:pt x="441" y="455"/>
                </a:cubicBezTo>
                <a:cubicBezTo>
                  <a:pt x="454" y="445"/>
                  <a:pt x="465" y="435"/>
                  <a:pt x="475" y="424"/>
                </a:cubicBezTo>
                <a:cubicBezTo>
                  <a:pt x="482" y="429"/>
                  <a:pt x="501" y="443"/>
                  <a:pt x="524" y="439"/>
                </a:cubicBezTo>
                <a:cubicBezTo>
                  <a:pt x="548" y="435"/>
                  <a:pt x="566" y="406"/>
                  <a:pt x="566" y="406"/>
                </a:cubicBezTo>
                <a:cubicBezTo>
                  <a:pt x="566" y="406"/>
                  <a:pt x="550" y="393"/>
                  <a:pt x="516" y="397"/>
                </a:cubicBezTo>
                <a:cubicBezTo>
                  <a:pt x="505" y="399"/>
                  <a:pt x="494" y="406"/>
                  <a:pt x="485" y="411"/>
                </a:cubicBezTo>
                <a:cubicBezTo>
                  <a:pt x="495" y="399"/>
                  <a:pt x="503" y="386"/>
                  <a:pt x="510" y="373"/>
                </a:cubicBezTo>
                <a:cubicBezTo>
                  <a:pt x="518" y="376"/>
                  <a:pt x="540" y="384"/>
                  <a:pt x="561" y="375"/>
                </a:cubicBezTo>
                <a:cubicBezTo>
                  <a:pt x="583" y="365"/>
                  <a:pt x="593" y="332"/>
                  <a:pt x="593" y="332"/>
                </a:cubicBezTo>
                <a:cubicBezTo>
                  <a:pt x="593" y="332"/>
                  <a:pt x="574" y="324"/>
                  <a:pt x="542" y="337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  <a:alpha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cs typeface="Open Sans" panose="020B0606030504020204" charset="0"/>
            </a:endParaRPr>
          </a:p>
        </p:txBody>
      </p:sp>
      <p:sp>
        <p:nvSpPr>
          <p:cNvPr id="26" name="Freeform 5"/>
          <p:cNvSpPr/>
          <p:nvPr>
            <p:custDataLst>
              <p:tags r:id="rId4"/>
            </p:custDataLst>
          </p:nvPr>
        </p:nvSpPr>
        <p:spPr bwMode="auto">
          <a:xfrm>
            <a:off x="1236203" y="1694412"/>
            <a:ext cx="599173" cy="652879"/>
          </a:xfrm>
          <a:custGeom>
            <a:avLst/>
            <a:gdLst>
              <a:gd name="T0" fmla="*/ 70 w 539"/>
              <a:gd name="T1" fmla="*/ 0 h 587"/>
              <a:gd name="T2" fmla="*/ 0 w 539"/>
              <a:gd name="T3" fmla="*/ 71 h 587"/>
              <a:gd name="T4" fmla="*/ 0 w 539"/>
              <a:gd name="T5" fmla="*/ 516 h 587"/>
              <a:gd name="T6" fmla="*/ 70 w 539"/>
              <a:gd name="T7" fmla="*/ 587 h 587"/>
              <a:gd name="T8" fmla="*/ 539 w 539"/>
              <a:gd name="T9" fmla="*/ 587 h 587"/>
              <a:gd name="T10" fmla="*/ 539 w 539"/>
              <a:gd name="T11" fmla="*/ 0 h 587"/>
              <a:gd name="T12" fmla="*/ 70 w 539"/>
              <a:gd name="T13" fmla="*/ 0 h 5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39" h="587">
                <a:moveTo>
                  <a:pt x="70" y="0"/>
                </a:moveTo>
                <a:cubicBezTo>
                  <a:pt x="31" y="0"/>
                  <a:pt x="0" y="32"/>
                  <a:pt x="0" y="71"/>
                </a:cubicBezTo>
                <a:cubicBezTo>
                  <a:pt x="0" y="516"/>
                  <a:pt x="0" y="516"/>
                  <a:pt x="0" y="516"/>
                </a:cubicBezTo>
                <a:cubicBezTo>
                  <a:pt x="0" y="555"/>
                  <a:pt x="31" y="587"/>
                  <a:pt x="70" y="587"/>
                </a:cubicBezTo>
                <a:cubicBezTo>
                  <a:pt x="539" y="587"/>
                  <a:pt x="539" y="587"/>
                  <a:pt x="539" y="587"/>
                </a:cubicBezTo>
                <a:cubicBezTo>
                  <a:pt x="539" y="0"/>
                  <a:pt x="539" y="0"/>
                  <a:pt x="539" y="0"/>
                </a:cubicBezTo>
                <a:lnTo>
                  <a:pt x="70" y="0"/>
                </a:lnTo>
                <a:close/>
              </a:path>
            </a:pathLst>
          </a:custGeom>
          <a:solidFill>
            <a:srgbClr val="7E9A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cs typeface="Open Sans" panose="020B0606030504020204" charset="0"/>
            </a:endParaRPr>
          </a:p>
        </p:txBody>
      </p:sp>
      <p:sp>
        <p:nvSpPr>
          <p:cNvPr id="27" name="Freeform 6"/>
          <p:cNvSpPr>
            <a:spLocks noEditPoints="1"/>
          </p:cNvSpPr>
          <p:nvPr>
            <p:custDataLst>
              <p:tags r:id="rId5"/>
            </p:custDataLst>
          </p:nvPr>
        </p:nvSpPr>
        <p:spPr bwMode="auto">
          <a:xfrm>
            <a:off x="1352956" y="1734575"/>
            <a:ext cx="26620" cy="417040"/>
          </a:xfrm>
          <a:custGeom>
            <a:avLst/>
            <a:gdLst>
              <a:gd name="T0" fmla="*/ 12 w 24"/>
              <a:gd name="T1" fmla="*/ 70 h 375"/>
              <a:gd name="T2" fmla="*/ 0 w 24"/>
              <a:gd name="T3" fmla="*/ 58 h 375"/>
              <a:gd name="T4" fmla="*/ 0 w 24"/>
              <a:gd name="T5" fmla="*/ 11 h 375"/>
              <a:gd name="T6" fmla="*/ 12 w 24"/>
              <a:gd name="T7" fmla="*/ 0 h 375"/>
              <a:gd name="T8" fmla="*/ 24 w 24"/>
              <a:gd name="T9" fmla="*/ 11 h 375"/>
              <a:gd name="T10" fmla="*/ 24 w 24"/>
              <a:gd name="T11" fmla="*/ 58 h 375"/>
              <a:gd name="T12" fmla="*/ 12 w 24"/>
              <a:gd name="T13" fmla="*/ 70 h 375"/>
              <a:gd name="T14" fmla="*/ 12 w 24"/>
              <a:gd name="T15" fmla="*/ 375 h 375"/>
              <a:gd name="T16" fmla="*/ 0 w 24"/>
              <a:gd name="T17" fmla="*/ 363 h 375"/>
              <a:gd name="T18" fmla="*/ 0 w 24"/>
              <a:gd name="T19" fmla="*/ 152 h 375"/>
              <a:gd name="T20" fmla="*/ 12 w 24"/>
              <a:gd name="T21" fmla="*/ 140 h 375"/>
              <a:gd name="T22" fmla="*/ 24 w 24"/>
              <a:gd name="T23" fmla="*/ 152 h 375"/>
              <a:gd name="T24" fmla="*/ 24 w 24"/>
              <a:gd name="T25" fmla="*/ 363 h 375"/>
              <a:gd name="T26" fmla="*/ 12 w 24"/>
              <a:gd name="T27" fmla="*/ 375 h 3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24" h="375">
                <a:moveTo>
                  <a:pt x="12" y="70"/>
                </a:moveTo>
                <a:cubicBezTo>
                  <a:pt x="5" y="70"/>
                  <a:pt x="0" y="65"/>
                  <a:pt x="0" y="58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2" y="0"/>
                </a:cubicBezTo>
                <a:cubicBezTo>
                  <a:pt x="18" y="0"/>
                  <a:pt x="24" y="5"/>
                  <a:pt x="24" y="11"/>
                </a:cubicBezTo>
                <a:cubicBezTo>
                  <a:pt x="24" y="58"/>
                  <a:pt x="24" y="58"/>
                  <a:pt x="24" y="58"/>
                </a:cubicBezTo>
                <a:cubicBezTo>
                  <a:pt x="24" y="65"/>
                  <a:pt x="18" y="70"/>
                  <a:pt x="12" y="70"/>
                </a:cubicBezTo>
                <a:close/>
                <a:moveTo>
                  <a:pt x="12" y="375"/>
                </a:moveTo>
                <a:cubicBezTo>
                  <a:pt x="5" y="375"/>
                  <a:pt x="0" y="370"/>
                  <a:pt x="0" y="363"/>
                </a:cubicBezTo>
                <a:cubicBezTo>
                  <a:pt x="0" y="152"/>
                  <a:pt x="0" y="152"/>
                  <a:pt x="0" y="152"/>
                </a:cubicBezTo>
                <a:cubicBezTo>
                  <a:pt x="0" y="146"/>
                  <a:pt x="5" y="140"/>
                  <a:pt x="12" y="140"/>
                </a:cubicBezTo>
                <a:cubicBezTo>
                  <a:pt x="18" y="140"/>
                  <a:pt x="24" y="146"/>
                  <a:pt x="24" y="152"/>
                </a:cubicBezTo>
                <a:cubicBezTo>
                  <a:pt x="24" y="363"/>
                  <a:pt x="24" y="363"/>
                  <a:pt x="24" y="363"/>
                </a:cubicBezTo>
                <a:cubicBezTo>
                  <a:pt x="24" y="370"/>
                  <a:pt x="18" y="375"/>
                  <a:pt x="12" y="375"/>
                </a:cubicBezTo>
                <a:close/>
              </a:path>
            </a:pathLst>
          </a:custGeom>
          <a:solidFill>
            <a:srgbClr val="FFEEB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cs typeface="Open Sans" panose="020B0606030504020204" charset="0"/>
            </a:endParaRPr>
          </a:p>
        </p:txBody>
      </p:sp>
      <p:sp>
        <p:nvSpPr>
          <p:cNvPr id="28" name="Freeform 7"/>
          <p:cNvSpPr/>
          <p:nvPr>
            <p:custDataLst>
              <p:tags r:id="rId6"/>
            </p:custDataLst>
          </p:nvPr>
        </p:nvSpPr>
        <p:spPr bwMode="auto">
          <a:xfrm>
            <a:off x="1236203" y="2216996"/>
            <a:ext cx="599173" cy="130296"/>
          </a:xfrm>
          <a:custGeom>
            <a:avLst/>
            <a:gdLst>
              <a:gd name="T0" fmla="*/ 70 w 539"/>
              <a:gd name="T1" fmla="*/ 117 h 117"/>
              <a:gd name="T2" fmla="*/ 539 w 539"/>
              <a:gd name="T3" fmla="*/ 117 h 117"/>
              <a:gd name="T4" fmla="*/ 539 w 539"/>
              <a:gd name="T5" fmla="*/ 70 h 117"/>
              <a:gd name="T6" fmla="*/ 70 w 539"/>
              <a:gd name="T7" fmla="*/ 70 h 117"/>
              <a:gd name="T8" fmla="*/ 0 w 539"/>
              <a:gd name="T9" fmla="*/ 0 h 117"/>
              <a:gd name="T10" fmla="*/ 0 w 539"/>
              <a:gd name="T11" fmla="*/ 46 h 117"/>
              <a:gd name="T12" fmla="*/ 70 w 539"/>
              <a:gd name="T13" fmla="*/ 117 h 1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39" h="117">
                <a:moveTo>
                  <a:pt x="70" y="117"/>
                </a:moveTo>
                <a:cubicBezTo>
                  <a:pt x="539" y="117"/>
                  <a:pt x="539" y="117"/>
                  <a:pt x="539" y="117"/>
                </a:cubicBezTo>
                <a:cubicBezTo>
                  <a:pt x="539" y="70"/>
                  <a:pt x="539" y="70"/>
                  <a:pt x="539" y="70"/>
                </a:cubicBezTo>
                <a:cubicBezTo>
                  <a:pt x="70" y="70"/>
                  <a:pt x="70" y="70"/>
                  <a:pt x="70" y="70"/>
                </a:cubicBezTo>
                <a:cubicBezTo>
                  <a:pt x="31" y="70"/>
                  <a:pt x="0" y="39"/>
                  <a:pt x="0" y="0"/>
                </a:cubicBezTo>
                <a:cubicBezTo>
                  <a:pt x="0" y="46"/>
                  <a:pt x="0" y="46"/>
                  <a:pt x="0" y="46"/>
                </a:cubicBezTo>
                <a:cubicBezTo>
                  <a:pt x="0" y="85"/>
                  <a:pt x="31" y="117"/>
                  <a:pt x="70" y="117"/>
                </a:cubicBezTo>
                <a:close/>
              </a:path>
            </a:pathLst>
          </a:custGeom>
          <a:solidFill>
            <a:srgbClr val="7E9A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cs typeface="Open Sans" panose="020B0606030504020204" charset="0"/>
            </a:endParaRPr>
          </a:p>
        </p:txBody>
      </p:sp>
      <p:sp>
        <p:nvSpPr>
          <p:cNvPr id="29" name="Freeform 8"/>
          <p:cNvSpPr/>
          <p:nvPr>
            <p:custDataLst>
              <p:tags r:id="rId7"/>
            </p:custDataLst>
          </p:nvPr>
        </p:nvSpPr>
        <p:spPr bwMode="auto">
          <a:xfrm>
            <a:off x="1240406" y="2190376"/>
            <a:ext cx="594970" cy="104610"/>
          </a:xfrm>
          <a:custGeom>
            <a:avLst/>
            <a:gdLst>
              <a:gd name="T0" fmla="*/ 0 w 535"/>
              <a:gd name="T1" fmla="*/ 47 h 94"/>
              <a:gd name="T2" fmla="*/ 66 w 535"/>
              <a:gd name="T3" fmla="*/ 94 h 94"/>
              <a:gd name="T4" fmla="*/ 535 w 535"/>
              <a:gd name="T5" fmla="*/ 94 h 94"/>
              <a:gd name="T6" fmla="*/ 535 w 535"/>
              <a:gd name="T7" fmla="*/ 0 h 94"/>
              <a:gd name="T8" fmla="*/ 66 w 535"/>
              <a:gd name="T9" fmla="*/ 0 h 94"/>
              <a:gd name="T10" fmla="*/ 0 w 535"/>
              <a:gd name="T11" fmla="*/ 47 h 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35" h="94">
                <a:moveTo>
                  <a:pt x="0" y="47"/>
                </a:moveTo>
                <a:cubicBezTo>
                  <a:pt x="9" y="74"/>
                  <a:pt x="36" y="94"/>
                  <a:pt x="66" y="94"/>
                </a:cubicBezTo>
                <a:cubicBezTo>
                  <a:pt x="535" y="94"/>
                  <a:pt x="535" y="94"/>
                  <a:pt x="535" y="94"/>
                </a:cubicBezTo>
                <a:cubicBezTo>
                  <a:pt x="535" y="0"/>
                  <a:pt x="535" y="0"/>
                  <a:pt x="535" y="0"/>
                </a:cubicBezTo>
                <a:cubicBezTo>
                  <a:pt x="66" y="0"/>
                  <a:pt x="66" y="0"/>
                  <a:pt x="66" y="0"/>
                </a:cubicBezTo>
                <a:cubicBezTo>
                  <a:pt x="36" y="0"/>
                  <a:pt x="9" y="20"/>
                  <a:pt x="0" y="47"/>
                </a:cubicBezTo>
                <a:close/>
              </a:path>
            </a:pathLst>
          </a:custGeom>
          <a:solidFill>
            <a:srgbClr val="E3CA9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cs typeface="Open Sans" panose="020B0606030504020204" charset="0"/>
            </a:endParaRPr>
          </a:p>
        </p:txBody>
      </p:sp>
      <p:sp>
        <p:nvSpPr>
          <p:cNvPr id="30" name="Freeform 9"/>
          <p:cNvSpPr/>
          <p:nvPr>
            <p:custDataLst>
              <p:tags r:id="rId8"/>
            </p:custDataLst>
          </p:nvPr>
        </p:nvSpPr>
        <p:spPr bwMode="auto">
          <a:xfrm>
            <a:off x="1240406" y="2190376"/>
            <a:ext cx="594970" cy="96671"/>
          </a:xfrm>
          <a:custGeom>
            <a:avLst/>
            <a:gdLst>
              <a:gd name="T0" fmla="*/ 0 w 535"/>
              <a:gd name="T1" fmla="*/ 47 h 87"/>
              <a:gd name="T2" fmla="*/ 35 w 535"/>
              <a:gd name="T3" fmla="*/ 87 h 87"/>
              <a:gd name="T4" fmla="*/ 31 w 535"/>
              <a:gd name="T5" fmla="*/ 70 h 87"/>
              <a:gd name="T6" fmla="*/ 66 w 535"/>
              <a:gd name="T7" fmla="*/ 35 h 87"/>
              <a:gd name="T8" fmla="*/ 535 w 535"/>
              <a:gd name="T9" fmla="*/ 35 h 87"/>
              <a:gd name="T10" fmla="*/ 535 w 535"/>
              <a:gd name="T11" fmla="*/ 0 h 87"/>
              <a:gd name="T12" fmla="*/ 66 w 535"/>
              <a:gd name="T13" fmla="*/ 0 h 87"/>
              <a:gd name="T14" fmla="*/ 0 w 535"/>
              <a:gd name="T15" fmla="*/ 47 h 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535" h="87">
                <a:moveTo>
                  <a:pt x="0" y="47"/>
                </a:moveTo>
                <a:cubicBezTo>
                  <a:pt x="6" y="64"/>
                  <a:pt x="19" y="79"/>
                  <a:pt x="35" y="87"/>
                </a:cubicBezTo>
                <a:cubicBezTo>
                  <a:pt x="32" y="82"/>
                  <a:pt x="31" y="76"/>
                  <a:pt x="31" y="70"/>
                </a:cubicBezTo>
                <a:cubicBezTo>
                  <a:pt x="31" y="51"/>
                  <a:pt x="47" y="35"/>
                  <a:pt x="66" y="35"/>
                </a:cubicBezTo>
                <a:cubicBezTo>
                  <a:pt x="535" y="35"/>
                  <a:pt x="535" y="35"/>
                  <a:pt x="535" y="35"/>
                </a:cubicBezTo>
                <a:cubicBezTo>
                  <a:pt x="535" y="0"/>
                  <a:pt x="535" y="0"/>
                  <a:pt x="535" y="0"/>
                </a:cubicBezTo>
                <a:cubicBezTo>
                  <a:pt x="66" y="0"/>
                  <a:pt x="66" y="0"/>
                  <a:pt x="66" y="0"/>
                </a:cubicBezTo>
                <a:cubicBezTo>
                  <a:pt x="36" y="0"/>
                  <a:pt x="9" y="20"/>
                  <a:pt x="0" y="47"/>
                </a:cubicBezTo>
                <a:close/>
              </a:path>
            </a:pathLst>
          </a:custGeom>
          <a:solidFill>
            <a:srgbClr val="CEA25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cs typeface="Open Sans" panose="020B0606030504020204" charset="0"/>
            </a:endParaRPr>
          </a:p>
        </p:txBody>
      </p:sp>
      <p:sp>
        <p:nvSpPr>
          <p:cNvPr id="31" name="Freeform 10"/>
          <p:cNvSpPr/>
          <p:nvPr>
            <p:custDataLst>
              <p:tags r:id="rId9"/>
            </p:custDataLst>
          </p:nvPr>
        </p:nvSpPr>
        <p:spPr bwMode="auto">
          <a:xfrm>
            <a:off x="1444023" y="2242682"/>
            <a:ext cx="131230" cy="156915"/>
          </a:xfrm>
          <a:custGeom>
            <a:avLst/>
            <a:gdLst>
              <a:gd name="T0" fmla="*/ 0 w 281"/>
              <a:gd name="T1" fmla="*/ 0 h 336"/>
              <a:gd name="T2" fmla="*/ 0 w 281"/>
              <a:gd name="T3" fmla="*/ 336 h 336"/>
              <a:gd name="T4" fmla="*/ 140 w 281"/>
              <a:gd name="T5" fmla="*/ 224 h 336"/>
              <a:gd name="T6" fmla="*/ 281 w 281"/>
              <a:gd name="T7" fmla="*/ 336 h 336"/>
              <a:gd name="T8" fmla="*/ 281 w 281"/>
              <a:gd name="T9" fmla="*/ 0 h 336"/>
              <a:gd name="T10" fmla="*/ 0 w 281"/>
              <a:gd name="T11" fmla="*/ 0 h 3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81" h="336">
                <a:moveTo>
                  <a:pt x="0" y="0"/>
                </a:moveTo>
                <a:lnTo>
                  <a:pt x="0" y="336"/>
                </a:lnTo>
                <a:lnTo>
                  <a:pt x="140" y="224"/>
                </a:lnTo>
                <a:lnTo>
                  <a:pt x="281" y="336"/>
                </a:lnTo>
                <a:lnTo>
                  <a:pt x="281" y="0"/>
                </a:lnTo>
                <a:lnTo>
                  <a:pt x="0" y="0"/>
                </a:lnTo>
                <a:close/>
              </a:path>
            </a:pathLst>
          </a:custGeom>
          <a:solidFill>
            <a:srgbClr val="D155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cs typeface="Open Sans" panose="020B0606030504020204" charset="0"/>
            </a:endParaRPr>
          </a:p>
        </p:txBody>
      </p:sp>
      <p:sp>
        <p:nvSpPr>
          <p:cNvPr id="34" name="Freeform 11"/>
          <p:cNvSpPr/>
          <p:nvPr>
            <p:custDataLst>
              <p:tags r:id="rId10"/>
            </p:custDataLst>
          </p:nvPr>
        </p:nvSpPr>
        <p:spPr bwMode="auto">
          <a:xfrm>
            <a:off x="1444023" y="2308530"/>
            <a:ext cx="131230" cy="91067"/>
          </a:xfrm>
          <a:custGeom>
            <a:avLst/>
            <a:gdLst>
              <a:gd name="T0" fmla="*/ 0 w 281"/>
              <a:gd name="T1" fmla="*/ 0 h 195"/>
              <a:gd name="T2" fmla="*/ 0 w 281"/>
              <a:gd name="T3" fmla="*/ 195 h 195"/>
              <a:gd name="T4" fmla="*/ 140 w 281"/>
              <a:gd name="T5" fmla="*/ 83 h 195"/>
              <a:gd name="T6" fmla="*/ 281 w 281"/>
              <a:gd name="T7" fmla="*/ 195 h 195"/>
              <a:gd name="T8" fmla="*/ 281 w 281"/>
              <a:gd name="T9" fmla="*/ 0 h 195"/>
              <a:gd name="T10" fmla="*/ 0 w 281"/>
              <a:gd name="T11" fmla="*/ 0 h 1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81" h="195">
                <a:moveTo>
                  <a:pt x="0" y="0"/>
                </a:moveTo>
                <a:lnTo>
                  <a:pt x="0" y="195"/>
                </a:lnTo>
                <a:lnTo>
                  <a:pt x="140" y="83"/>
                </a:lnTo>
                <a:lnTo>
                  <a:pt x="281" y="195"/>
                </a:lnTo>
                <a:lnTo>
                  <a:pt x="281" y="0"/>
                </a:lnTo>
                <a:lnTo>
                  <a:pt x="0" y="0"/>
                </a:lnTo>
                <a:close/>
              </a:path>
            </a:pathLst>
          </a:custGeom>
          <a:solidFill>
            <a:srgbClr val="DB795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cs typeface="Open Sans" panose="020B0606030504020204" charset="0"/>
            </a:endParaRPr>
          </a:p>
        </p:txBody>
      </p:sp>
      <p:sp>
        <p:nvSpPr>
          <p:cNvPr id="35" name="Freeform 12"/>
          <p:cNvSpPr/>
          <p:nvPr>
            <p:custDataLst>
              <p:tags r:id="rId11"/>
            </p:custDataLst>
          </p:nvPr>
        </p:nvSpPr>
        <p:spPr bwMode="auto">
          <a:xfrm>
            <a:off x="1352956" y="1837784"/>
            <a:ext cx="26620" cy="26620"/>
          </a:xfrm>
          <a:custGeom>
            <a:avLst/>
            <a:gdLst>
              <a:gd name="T0" fmla="*/ 0 w 24"/>
              <a:gd name="T1" fmla="*/ 12 h 24"/>
              <a:gd name="T2" fmla="*/ 12 w 24"/>
              <a:gd name="T3" fmla="*/ 24 h 24"/>
              <a:gd name="T4" fmla="*/ 24 w 24"/>
              <a:gd name="T5" fmla="*/ 12 h 24"/>
              <a:gd name="T6" fmla="*/ 24 w 24"/>
              <a:gd name="T7" fmla="*/ 12 h 24"/>
              <a:gd name="T8" fmla="*/ 12 w 24"/>
              <a:gd name="T9" fmla="*/ 0 h 24"/>
              <a:gd name="T10" fmla="*/ 0 w 24"/>
              <a:gd name="T11" fmla="*/ 12 h 24"/>
              <a:gd name="T12" fmla="*/ 0 w 24"/>
              <a:gd name="T13" fmla="*/ 12 h 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4" h="24">
                <a:moveTo>
                  <a:pt x="0" y="12"/>
                </a:moveTo>
                <a:cubicBezTo>
                  <a:pt x="0" y="19"/>
                  <a:pt x="5" y="24"/>
                  <a:pt x="12" y="24"/>
                </a:cubicBezTo>
                <a:cubicBezTo>
                  <a:pt x="18" y="24"/>
                  <a:pt x="24" y="19"/>
                  <a:pt x="24" y="12"/>
                </a:cubicBezTo>
                <a:cubicBezTo>
                  <a:pt x="24" y="12"/>
                  <a:pt x="24" y="12"/>
                  <a:pt x="24" y="12"/>
                </a:cubicBezTo>
                <a:cubicBezTo>
                  <a:pt x="24" y="6"/>
                  <a:pt x="18" y="0"/>
                  <a:pt x="12" y="0"/>
                </a:cubicBezTo>
                <a:cubicBezTo>
                  <a:pt x="5" y="0"/>
                  <a:pt x="0" y="6"/>
                  <a:pt x="0" y="12"/>
                </a:cubicBezTo>
                <a:cubicBezTo>
                  <a:pt x="0" y="12"/>
                  <a:pt x="0" y="12"/>
                  <a:pt x="0" y="12"/>
                </a:cubicBezTo>
                <a:close/>
              </a:path>
            </a:pathLst>
          </a:custGeom>
          <a:solidFill>
            <a:srgbClr val="FFEEB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cs typeface="Open Sans" panose="020B0606030504020204" charset="0"/>
            </a:endParaRPr>
          </a:p>
        </p:txBody>
      </p:sp>
      <p:sp>
        <p:nvSpPr>
          <p:cNvPr id="36" name="Freeform 13"/>
          <p:cNvSpPr>
            <a:spLocks noEditPoints="1"/>
          </p:cNvSpPr>
          <p:nvPr>
            <p:custDataLst>
              <p:tags r:id="rId12"/>
            </p:custDataLst>
          </p:nvPr>
        </p:nvSpPr>
        <p:spPr bwMode="auto">
          <a:xfrm>
            <a:off x="1431880" y="1812099"/>
            <a:ext cx="286744" cy="261525"/>
          </a:xfrm>
          <a:custGeom>
            <a:avLst/>
            <a:gdLst>
              <a:gd name="T0" fmla="*/ 11 w 258"/>
              <a:gd name="T1" fmla="*/ 23 h 235"/>
              <a:gd name="T2" fmla="*/ 246 w 258"/>
              <a:gd name="T3" fmla="*/ 23 h 235"/>
              <a:gd name="T4" fmla="*/ 258 w 258"/>
              <a:gd name="T5" fmla="*/ 12 h 235"/>
              <a:gd name="T6" fmla="*/ 246 w 258"/>
              <a:gd name="T7" fmla="*/ 0 h 235"/>
              <a:gd name="T8" fmla="*/ 11 w 258"/>
              <a:gd name="T9" fmla="*/ 0 h 235"/>
              <a:gd name="T10" fmla="*/ 0 w 258"/>
              <a:gd name="T11" fmla="*/ 12 h 235"/>
              <a:gd name="T12" fmla="*/ 11 w 258"/>
              <a:gd name="T13" fmla="*/ 23 h 235"/>
              <a:gd name="T14" fmla="*/ 211 w 258"/>
              <a:gd name="T15" fmla="*/ 59 h 235"/>
              <a:gd name="T16" fmla="*/ 199 w 258"/>
              <a:gd name="T17" fmla="*/ 47 h 235"/>
              <a:gd name="T18" fmla="*/ 58 w 258"/>
              <a:gd name="T19" fmla="*/ 47 h 235"/>
              <a:gd name="T20" fmla="*/ 46 w 258"/>
              <a:gd name="T21" fmla="*/ 59 h 235"/>
              <a:gd name="T22" fmla="*/ 58 w 258"/>
              <a:gd name="T23" fmla="*/ 70 h 235"/>
              <a:gd name="T24" fmla="*/ 199 w 258"/>
              <a:gd name="T25" fmla="*/ 70 h 235"/>
              <a:gd name="T26" fmla="*/ 211 w 258"/>
              <a:gd name="T27" fmla="*/ 59 h 235"/>
              <a:gd name="T28" fmla="*/ 11 w 258"/>
              <a:gd name="T29" fmla="*/ 235 h 235"/>
              <a:gd name="T30" fmla="*/ 140 w 258"/>
              <a:gd name="T31" fmla="*/ 235 h 235"/>
              <a:gd name="T32" fmla="*/ 152 w 258"/>
              <a:gd name="T33" fmla="*/ 223 h 235"/>
              <a:gd name="T34" fmla="*/ 140 w 258"/>
              <a:gd name="T35" fmla="*/ 211 h 235"/>
              <a:gd name="T36" fmla="*/ 11 w 258"/>
              <a:gd name="T37" fmla="*/ 211 h 235"/>
              <a:gd name="T38" fmla="*/ 0 w 258"/>
              <a:gd name="T39" fmla="*/ 223 h 235"/>
              <a:gd name="T40" fmla="*/ 11 w 258"/>
              <a:gd name="T41" fmla="*/ 235 h 235"/>
              <a:gd name="T42" fmla="*/ 246 w 258"/>
              <a:gd name="T43" fmla="*/ 211 h 235"/>
              <a:gd name="T44" fmla="*/ 187 w 258"/>
              <a:gd name="T45" fmla="*/ 211 h 235"/>
              <a:gd name="T46" fmla="*/ 175 w 258"/>
              <a:gd name="T47" fmla="*/ 223 h 235"/>
              <a:gd name="T48" fmla="*/ 187 w 258"/>
              <a:gd name="T49" fmla="*/ 235 h 235"/>
              <a:gd name="T50" fmla="*/ 246 w 258"/>
              <a:gd name="T51" fmla="*/ 235 h 235"/>
              <a:gd name="T52" fmla="*/ 258 w 258"/>
              <a:gd name="T53" fmla="*/ 223 h 235"/>
              <a:gd name="T54" fmla="*/ 246 w 258"/>
              <a:gd name="T55" fmla="*/ 211 h 2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58" h="235">
                <a:moveTo>
                  <a:pt x="11" y="23"/>
                </a:moveTo>
                <a:cubicBezTo>
                  <a:pt x="246" y="23"/>
                  <a:pt x="246" y="23"/>
                  <a:pt x="246" y="23"/>
                </a:cubicBezTo>
                <a:cubicBezTo>
                  <a:pt x="252" y="23"/>
                  <a:pt x="258" y="18"/>
                  <a:pt x="258" y="12"/>
                </a:cubicBezTo>
                <a:cubicBezTo>
                  <a:pt x="258" y="5"/>
                  <a:pt x="252" y="0"/>
                  <a:pt x="246" y="0"/>
                </a:cubicBezTo>
                <a:cubicBezTo>
                  <a:pt x="11" y="0"/>
                  <a:pt x="11" y="0"/>
                  <a:pt x="11" y="0"/>
                </a:cubicBezTo>
                <a:cubicBezTo>
                  <a:pt x="5" y="0"/>
                  <a:pt x="0" y="5"/>
                  <a:pt x="0" y="12"/>
                </a:cubicBezTo>
                <a:cubicBezTo>
                  <a:pt x="0" y="18"/>
                  <a:pt x="5" y="23"/>
                  <a:pt x="11" y="23"/>
                </a:cubicBezTo>
                <a:close/>
                <a:moveTo>
                  <a:pt x="211" y="59"/>
                </a:moveTo>
                <a:cubicBezTo>
                  <a:pt x="211" y="52"/>
                  <a:pt x="205" y="47"/>
                  <a:pt x="199" y="47"/>
                </a:cubicBezTo>
                <a:cubicBezTo>
                  <a:pt x="58" y="47"/>
                  <a:pt x="58" y="47"/>
                  <a:pt x="58" y="47"/>
                </a:cubicBezTo>
                <a:cubicBezTo>
                  <a:pt x="52" y="47"/>
                  <a:pt x="46" y="52"/>
                  <a:pt x="46" y="59"/>
                </a:cubicBezTo>
                <a:cubicBezTo>
                  <a:pt x="46" y="65"/>
                  <a:pt x="52" y="70"/>
                  <a:pt x="58" y="70"/>
                </a:cubicBezTo>
                <a:cubicBezTo>
                  <a:pt x="199" y="70"/>
                  <a:pt x="199" y="70"/>
                  <a:pt x="199" y="70"/>
                </a:cubicBezTo>
                <a:cubicBezTo>
                  <a:pt x="205" y="70"/>
                  <a:pt x="211" y="65"/>
                  <a:pt x="211" y="59"/>
                </a:cubicBezTo>
                <a:close/>
                <a:moveTo>
                  <a:pt x="11" y="235"/>
                </a:moveTo>
                <a:cubicBezTo>
                  <a:pt x="140" y="235"/>
                  <a:pt x="140" y="235"/>
                  <a:pt x="140" y="235"/>
                </a:cubicBezTo>
                <a:cubicBezTo>
                  <a:pt x="147" y="235"/>
                  <a:pt x="152" y="229"/>
                  <a:pt x="152" y="223"/>
                </a:cubicBezTo>
                <a:cubicBezTo>
                  <a:pt x="152" y="216"/>
                  <a:pt x="147" y="211"/>
                  <a:pt x="140" y="211"/>
                </a:cubicBezTo>
                <a:cubicBezTo>
                  <a:pt x="11" y="211"/>
                  <a:pt x="11" y="211"/>
                  <a:pt x="11" y="211"/>
                </a:cubicBezTo>
                <a:cubicBezTo>
                  <a:pt x="5" y="211"/>
                  <a:pt x="0" y="216"/>
                  <a:pt x="0" y="223"/>
                </a:cubicBezTo>
                <a:cubicBezTo>
                  <a:pt x="0" y="229"/>
                  <a:pt x="5" y="235"/>
                  <a:pt x="11" y="235"/>
                </a:cubicBezTo>
                <a:close/>
                <a:moveTo>
                  <a:pt x="246" y="211"/>
                </a:moveTo>
                <a:cubicBezTo>
                  <a:pt x="187" y="211"/>
                  <a:pt x="187" y="211"/>
                  <a:pt x="187" y="211"/>
                </a:cubicBezTo>
                <a:cubicBezTo>
                  <a:pt x="181" y="211"/>
                  <a:pt x="175" y="216"/>
                  <a:pt x="175" y="223"/>
                </a:cubicBezTo>
                <a:cubicBezTo>
                  <a:pt x="175" y="229"/>
                  <a:pt x="181" y="235"/>
                  <a:pt x="187" y="235"/>
                </a:cubicBezTo>
                <a:cubicBezTo>
                  <a:pt x="246" y="235"/>
                  <a:pt x="246" y="235"/>
                  <a:pt x="246" y="235"/>
                </a:cubicBezTo>
                <a:cubicBezTo>
                  <a:pt x="252" y="235"/>
                  <a:pt x="258" y="229"/>
                  <a:pt x="258" y="223"/>
                </a:cubicBezTo>
                <a:cubicBezTo>
                  <a:pt x="258" y="216"/>
                  <a:pt x="252" y="211"/>
                  <a:pt x="246" y="211"/>
                </a:cubicBezTo>
                <a:close/>
              </a:path>
            </a:pathLst>
          </a:custGeom>
          <a:solidFill>
            <a:srgbClr val="50443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cs typeface="Open Sans" panose="020B0606030504020204" charset="0"/>
            </a:endParaRPr>
          </a:p>
        </p:txBody>
      </p:sp>
      <p:sp>
        <p:nvSpPr>
          <p:cNvPr id="37" name="Freeform 14"/>
          <p:cNvSpPr/>
          <p:nvPr>
            <p:custDataLst>
              <p:tags r:id="rId13"/>
            </p:custDataLst>
          </p:nvPr>
        </p:nvSpPr>
        <p:spPr bwMode="auto">
          <a:xfrm>
            <a:off x="1692005" y="2229138"/>
            <a:ext cx="26620" cy="27087"/>
          </a:xfrm>
          <a:custGeom>
            <a:avLst/>
            <a:gdLst>
              <a:gd name="T0" fmla="*/ 0 w 24"/>
              <a:gd name="T1" fmla="*/ 12 h 24"/>
              <a:gd name="T2" fmla="*/ 12 w 24"/>
              <a:gd name="T3" fmla="*/ 24 h 24"/>
              <a:gd name="T4" fmla="*/ 24 w 24"/>
              <a:gd name="T5" fmla="*/ 12 h 24"/>
              <a:gd name="T6" fmla="*/ 24 w 24"/>
              <a:gd name="T7" fmla="*/ 12 h 24"/>
              <a:gd name="T8" fmla="*/ 12 w 24"/>
              <a:gd name="T9" fmla="*/ 0 h 24"/>
              <a:gd name="T10" fmla="*/ 0 w 24"/>
              <a:gd name="T11" fmla="*/ 12 h 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4" h="24">
                <a:moveTo>
                  <a:pt x="0" y="12"/>
                </a:moveTo>
                <a:cubicBezTo>
                  <a:pt x="0" y="18"/>
                  <a:pt x="5" y="24"/>
                  <a:pt x="12" y="24"/>
                </a:cubicBezTo>
                <a:cubicBezTo>
                  <a:pt x="18" y="24"/>
                  <a:pt x="24" y="18"/>
                  <a:pt x="24" y="12"/>
                </a:cubicBezTo>
                <a:cubicBezTo>
                  <a:pt x="24" y="12"/>
                  <a:pt x="24" y="12"/>
                  <a:pt x="24" y="12"/>
                </a:cubicBezTo>
                <a:cubicBezTo>
                  <a:pt x="24" y="5"/>
                  <a:pt x="18" y="0"/>
                  <a:pt x="12" y="0"/>
                </a:cubicBezTo>
                <a:cubicBezTo>
                  <a:pt x="5" y="0"/>
                  <a:pt x="0" y="5"/>
                  <a:pt x="0" y="12"/>
                </a:cubicBezTo>
                <a:close/>
              </a:path>
            </a:pathLst>
          </a:custGeom>
          <a:solidFill>
            <a:srgbClr val="504437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cs typeface="Open Sans" panose="020B0606030504020204" charset="0"/>
            </a:endParaRPr>
          </a:p>
        </p:txBody>
      </p:sp>
      <p:sp>
        <p:nvSpPr>
          <p:cNvPr id="38" name="Oval 15"/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1874138" y="2177300"/>
            <a:ext cx="26620" cy="26620"/>
          </a:xfrm>
          <a:prstGeom prst="ellipse">
            <a:avLst/>
          </a:prstGeom>
          <a:solidFill>
            <a:srgbClr val="504437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cs typeface="Open Sans" panose="020B0606030504020204" charset="0"/>
            </a:endParaRPr>
          </a:p>
        </p:txBody>
      </p:sp>
      <p:sp>
        <p:nvSpPr>
          <p:cNvPr id="39" name="Freeform 16"/>
          <p:cNvSpPr/>
          <p:nvPr>
            <p:custDataLst>
              <p:tags r:id="rId15"/>
            </p:custDataLst>
          </p:nvPr>
        </p:nvSpPr>
        <p:spPr bwMode="auto">
          <a:xfrm>
            <a:off x="1874138" y="2124995"/>
            <a:ext cx="26620" cy="26620"/>
          </a:xfrm>
          <a:custGeom>
            <a:avLst/>
            <a:gdLst>
              <a:gd name="T0" fmla="*/ 0 w 24"/>
              <a:gd name="T1" fmla="*/ 12 h 24"/>
              <a:gd name="T2" fmla="*/ 12 w 24"/>
              <a:gd name="T3" fmla="*/ 24 h 24"/>
              <a:gd name="T4" fmla="*/ 24 w 24"/>
              <a:gd name="T5" fmla="*/ 12 h 24"/>
              <a:gd name="T6" fmla="*/ 24 w 24"/>
              <a:gd name="T7" fmla="*/ 12 h 24"/>
              <a:gd name="T8" fmla="*/ 12 w 24"/>
              <a:gd name="T9" fmla="*/ 0 h 24"/>
              <a:gd name="T10" fmla="*/ 0 w 24"/>
              <a:gd name="T11" fmla="*/ 12 h 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4" h="24">
                <a:moveTo>
                  <a:pt x="0" y="12"/>
                </a:moveTo>
                <a:cubicBezTo>
                  <a:pt x="0" y="19"/>
                  <a:pt x="6" y="24"/>
                  <a:pt x="12" y="24"/>
                </a:cubicBezTo>
                <a:cubicBezTo>
                  <a:pt x="18" y="24"/>
                  <a:pt x="24" y="19"/>
                  <a:pt x="24" y="12"/>
                </a:cubicBezTo>
                <a:cubicBezTo>
                  <a:pt x="24" y="12"/>
                  <a:pt x="24" y="12"/>
                  <a:pt x="24" y="12"/>
                </a:cubicBezTo>
                <a:cubicBezTo>
                  <a:pt x="24" y="6"/>
                  <a:pt x="18" y="0"/>
                  <a:pt x="12" y="0"/>
                </a:cubicBezTo>
                <a:cubicBezTo>
                  <a:pt x="6" y="0"/>
                  <a:pt x="0" y="6"/>
                  <a:pt x="0" y="12"/>
                </a:cubicBezTo>
                <a:close/>
              </a:path>
            </a:pathLst>
          </a:custGeom>
          <a:solidFill>
            <a:srgbClr val="504437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cs typeface="Open Sans" panose="020B0606030504020204" charset="0"/>
            </a:endParaRPr>
          </a:p>
        </p:txBody>
      </p:sp>
      <p:sp>
        <p:nvSpPr>
          <p:cNvPr id="40" name="Freeform 17"/>
          <p:cNvSpPr/>
          <p:nvPr>
            <p:custDataLst>
              <p:tags r:id="rId16"/>
            </p:custDataLst>
          </p:nvPr>
        </p:nvSpPr>
        <p:spPr bwMode="auto">
          <a:xfrm>
            <a:off x="1874138" y="2073624"/>
            <a:ext cx="26620" cy="25686"/>
          </a:xfrm>
          <a:custGeom>
            <a:avLst/>
            <a:gdLst>
              <a:gd name="T0" fmla="*/ 0 w 24"/>
              <a:gd name="T1" fmla="*/ 11 h 23"/>
              <a:gd name="T2" fmla="*/ 12 w 24"/>
              <a:gd name="T3" fmla="*/ 23 h 23"/>
              <a:gd name="T4" fmla="*/ 24 w 24"/>
              <a:gd name="T5" fmla="*/ 11 h 23"/>
              <a:gd name="T6" fmla="*/ 24 w 24"/>
              <a:gd name="T7" fmla="*/ 11 h 23"/>
              <a:gd name="T8" fmla="*/ 12 w 24"/>
              <a:gd name="T9" fmla="*/ 0 h 23"/>
              <a:gd name="T10" fmla="*/ 0 w 24"/>
              <a:gd name="T11" fmla="*/ 11 h 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4" h="23">
                <a:moveTo>
                  <a:pt x="0" y="11"/>
                </a:moveTo>
                <a:cubicBezTo>
                  <a:pt x="0" y="18"/>
                  <a:pt x="6" y="23"/>
                  <a:pt x="12" y="23"/>
                </a:cubicBezTo>
                <a:cubicBezTo>
                  <a:pt x="18" y="23"/>
                  <a:pt x="24" y="18"/>
                  <a:pt x="24" y="11"/>
                </a:cubicBezTo>
                <a:cubicBezTo>
                  <a:pt x="24" y="11"/>
                  <a:pt x="24" y="11"/>
                  <a:pt x="24" y="11"/>
                </a:cubicBezTo>
                <a:cubicBezTo>
                  <a:pt x="24" y="5"/>
                  <a:pt x="18" y="0"/>
                  <a:pt x="12" y="0"/>
                </a:cubicBezTo>
                <a:cubicBezTo>
                  <a:pt x="6" y="0"/>
                  <a:pt x="0" y="5"/>
                  <a:pt x="0" y="11"/>
                </a:cubicBezTo>
                <a:close/>
              </a:path>
            </a:pathLst>
          </a:custGeom>
          <a:solidFill>
            <a:srgbClr val="504437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cs typeface="Open Sans" panose="020B0606030504020204" charset="0"/>
            </a:endParaRPr>
          </a:p>
        </p:txBody>
      </p:sp>
      <p:sp>
        <p:nvSpPr>
          <p:cNvPr id="41" name="Freeform 18"/>
          <p:cNvSpPr/>
          <p:nvPr>
            <p:custDataLst>
              <p:tags r:id="rId17"/>
            </p:custDataLst>
          </p:nvPr>
        </p:nvSpPr>
        <p:spPr bwMode="auto">
          <a:xfrm>
            <a:off x="1170355" y="1629965"/>
            <a:ext cx="156915" cy="286744"/>
          </a:xfrm>
          <a:custGeom>
            <a:avLst/>
            <a:gdLst>
              <a:gd name="T0" fmla="*/ 129 w 141"/>
              <a:gd name="T1" fmla="*/ 23 h 258"/>
              <a:gd name="T2" fmla="*/ 141 w 141"/>
              <a:gd name="T3" fmla="*/ 12 h 258"/>
              <a:gd name="T4" fmla="*/ 129 w 141"/>
              <a:gd name="T5" fmla="*/ 0 h 258"/>
              <a:gd name="T6" fmla="*/ 0 w 141"/>
              <a:gd name="T7" fmla="*/ 129 h 258"/>
              <a:gd name="T8" fmla="*/ 0 w 141"/>
              <a:gd name="T9" fmla="*/ 246 h 258"/>
              <a:gd name="T10" fmla="*/ 12 w 141"/>
              <a:gd name="T11" fmla="*/ 258 h 258"/>
              <a:gd name="T12" fmla="*/ 23 w 141"/>
              <a:gd name="T13" fmla="*/ 246 h 258"/>
              <a:gd name="T14" fmla="*/ 23 w 141"/>
              <a:gd name="T15" fmla="*/ 129 h 258"/>
              <a:gd name="T16" fmla="*/ 129 w 141"/>
              <a:gd name="T17" fmla="*/ 23 h 2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41" h="258">
                <a:moveTo>
                  <a:pt x="129" y="23"/>
                </a:moveTo>
                <a:cubicBezTo>
                  <a:pt x="135" y="23"/>
                  <a:pt x="141" y="18"/>
                  <a:pt x="141" y="12"/>
                </a:cubicBezTo>
                <a:cubicBezTo>
                  <a:pt x="141" y="5"/>
                  <a:pt x="135" y="0"/>
                  <a:pt x="129" y="0"/>
                </a:cubicBezTo>
                <a:cubicBezTo>
                  <a:pt x="58" y="0"/>
                  <a:pt x="0" y="58"/>
                  <a:pt x="0" y="129"/>
                </a:cubicBezTo>
                <a:cubicBezTo>
                  <a:pt x="0" y="246"/>
                  <a:pt x="0" y="246"/>
                  <a:pt x="0" y="246"/>
                </a:cubicBezTo>
                <a:cubicBezTo>
                  <a:pt x="0" y="253"/>
                  <a:pt x="5" y="258"/>
                  <a:pt x="12" y="258"/>
                </a:cubicBezTo>
                <a:cubicBezTo>
                  <a:pt x="18" y="258"/>
                  <a:pt x="23" y="253"/>
                  <a:pt x="23" y="246"/>
                </a:cubicBezTo>
                <a:cubicBezTo>
                  <a:pt x="23" y="129"/>
                  <a:pt x="23" y="129"/>
                  <a:pt x="23" y="129"/>
                </a:cubicBezTo>
                <a:cubicBezTo>
                  <a:pt x="23" y="70"/>
                  <a:pt x="71" y="23"/>
                  <a:pt x="129" y="23"/>
                </a:cubicBezTo>
                <a:close/>
              </a:path>
            </a:pathLst>
          </a:custGeom>
          <a:solidFill>
            <a:srgbClr val="50443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cs typeface="Open Sans" panose="020B0606030504020204" charset="0"/>
            </a:endParaRPr>
          </a:p>
        </p:txBody>
      </p:sp>
      <p:sp>
        <p:nvSpPr>
          <p:cNvPr id="142" name="Freeform 19"/>
          <p:cNvSpPr>
            <a:spLocks noEditPoints="1"/>
          </p:cNvSpPr>
          <p:nvPr>
            <p:custDataLst>
              <p:tags r:id="rId18"/>
            </p:custDataLst>
          </p:nvPr>
        </p:nvSpPr>
        <p:spPr bwMode="auto">
          <a:xfrm>
            <a:off x="1222660" y="1682270"/>
            <a:ext cx="626260" cy="730403"/>
          </a:xfrm>
          <a:custGeom>
            <a:avLst/>
            <a:gdLst>
              <a:gd name="T0" fmla="*/ 551 w 563"/>
              <a:gd name="T1" fmla="*/ 0 h 657"/>
              <a:gd name="T2" fmla="*/ 82 w 563"/>
              <a:gd name="T3" fmla="*/ 0 h 657"/>
              <a:gd name="T4" fmla="*/ 0 w 563"/>
              <a:gd name="T5" fmla="*/ 82 h 657"/>
              <a:gd name="T6" fmla="*/ 0 w 563"/>
              <a:gd name="T7" fmla="*/ 527 h 657"/>
              <a:gd name="T8" fmla="*/ 82 w 563"/>
              <a:gd name="T9" fmla="*/ 610 h 657"/>
              <a:gd name="T10" fmla="*/ 188 w 563"/>
              <a:gd name="T11" fmla="*/ 610 h 657"/>
              <a:gd name="T12" fmla="*/ 188 w 563"/>
              <a:gd name="T13" fmla="*/ 645 h 657"/>
              <a:gd name="T14" fmla="*/ 194 w 563"/>
              <a:gd name="T15" fmla="*/ 655 h 657"/>
              <a:gd name="T16" fmla="*/ 207 w 563"/>
              <a:gd name="T17" fmla="*/ 654 h 657"/>
              <a:gd name="T18" fmla="*/ 258 w 563"/>
              <a:gd name="T19" fmla="*/ 613 h 657"/>
              <a:gd name="T20" fmla="*/ 309 w 563"/>
              <a:gd name="T21" fmla="*/ 654 h 657"/>
              <a:gd name="T22" fmla="*/ 317 w 563"/>
              <a:gd name="T23" fmla="*/ 656 h 657"/>
              <a:gd name="T24" fmla="*/ 322 w 563"/>
              <a:gd name="T25" fmla="*/ 655 h 657"/>
              <a:gd name="T26" fmla="*/ 328 w 563"/>
              <a:gd name="T27" fmla="*/ 645 h 657"/>
              <a:gd name="T28" fmla="*/ 328 w 563"/>
              <a:gd name="T29" fmla="*/ 610 h 657"/>
              <a:gd name="T30" fmla="*/ 551 w 563"/>
              <a:gd name="T31" fmla="*/ 610 h 657"/>
              <a:gd name="T32" fmla="*/ 563 w 563"/>
              <a:gd name="T33" fmla="*/ 598 h 657"/>
              <a:gd name="T34" fmla="*/ 563 w 563"/>
              <a:gd name="T35" fmla="*/ 11 h 657"/>
              <a:gd name="T36" fmla="*/ 551 w 563"/>
              <a:gd name="T37" fmla="*/ 0 h 657"/>
              <a:gd name="T38" fmla="*/ 23 w 563"/>
              <a:gd name="T39" fmla="*/ 470 h 657"/>
              <a:gd name="T40" fmla="*/ 23 w 563"/>
              <a:gd name="T41" fmla="*/ 82 h 657"/>
              <a:gd name="T42" fmla="*/ 70 w 563"/>
              <a:gd name="T43" fmla="*/ 24 h 657"/>
              <a:gd name="T44" fmla="*/ 70 w 563"/>
              <a:gd name="T45" fmla="*/ 446 h 657"/>
              <a:gd name="T46" fmla="*/ 23 w 563"/>
              <a:gd name="T47" fmla="*/ 470 h 657"/>
              <a:gd name="T48" fmla="*/ 188 w 563"/>
              <a:gd name="T49" fmla="*/ 586 h 657"/>
              <a:gd name="T50" fmla="*/ 82 w 563"/>
              <a:gd name="T51" fmla="*/ 586 h 657"/>
              <a:gd name="T52" fmla="*/ 25 w 563"/>
              <a:gd name="T53" fmla="*/ 539 h 657"/>
              <a:gd name="T54" fmla="*/ 82 w 563"/>
              <a:gd name="T55" fmla="*/ 563 h 657"/>
              <a:gd name="T56" fmla="*/ 188 w 563"/>
              <a:gd name="T57" fmla="*/ 563 h 657"/>
              <a:gd name="T58" fmla="*/ 188 w 563"/>
              <a:gd name="T59" fmla="*/ 586 h 657"/>
              <a:gd name="T60" fmla="*/ 305 w 563"/>
              <a:gd name="T61" fmla="*/ 620 h 657"/>
              <a:gd name="T62" fmla="*/ 265 w 563"/>
              <a:gd name="T63" fmla="*/ 589 h 657"/>
              <a:gd name="T64" fmla="*/ 251 w 563"/>
              <a:gd name="T65" fmla="*/ 589 h 657"/>
              <a:gd name="T66" fmla="*/ 211 w 563"/>
              <a:gd name="T67" fmla="*/ 620 h 657"/>
              <a:gd name="T68" fmla="*/ 211 w 563"/>
              <a:gd name="T69" fmla="*/ 516 h 657"/>
              <a:gd name="T70" fmla="*/ 305 w 563"/>
              <a:gd name="T71" fmla="*/ 516 h 657"/>
              <a:gd name="T72" fmla="*/ 305 w 563"/>
              <a:gd name="T73" fmla="*/ 620 h 657"/>
              <a:gd name="T74" fmla="*/ 539 w 563"/>
              <a:gd name="T75" fmla="*/ 586 h 657"/>
              <a:gd name="T76" fmla="*/ 328 w 563"/>
              <a:gd name="T77" fmla="*/ 586 h 657"/>
              <a:gd name="T78" fmla="*/ 328 w 563"/>
              <a:gd name="T79" fmla="*/ 563 h 657"/>
              <a:gd name="T80" fmla="*/ 539 w 563"/>
              <a:gd name="T81" fmla="*/ 563 h 657"/>
              <a:gd name="T82" fmla="*/ 539 w 563"/>
              <a:gd name="T83" fmla="*/ 586 h 657"/>
              <a:gd name="T84" fmla="*/ 539 w 563"/>
              <a:gd name="T85" fmla="*/ 539 h 657"/>
              <a:gd name="T86" fmla="*/ 328 w 563"/>
              <a:gd name="T87" fmla="*/ 539 h 657"/>
              <a:gd name="T88" fmla="*/ 328 w 563"/>
              <a:gd name="T89" fmla="*/ 516 h 657"/>
              <a:gd name="T90" fmla="*/ 387 w 563"/>
              <a:gd name="T91" fmla="*/ 516 h 657"/>
              <a:gd name="T92" fmla="*/ 399 w 563"/>
              <a:gd name="T93" fmla="*/ 504 h 657"/>
              <a:gd name="T94" fmla="*/ 387 w 563"/>
              <a:gd name="T95" fmla="*/ 492 h 657"/>
              <a:gd name="T96" fmla="*/ 82 w 563"/>
              <a:gd name="T97" fmla="*/ 492 h 657"/>
              <a:gd name="T98" fmla="*/ 70 w 563"/>
              <a:gd name="T99" fmla="*/ 504 h 657"/>
              <a:gd name="T100" fmla="*/ 82 w 563"/>
              <a:gd name="T101" fmla="*/ 516 h 657"/>
              <a:gd name="T102" fmla="*/ 188 w 563"/>
              <a:gd name="T103" fmla="*/ 516 h 657"/>
              <a:gd name="T104" fmla="*/ 188 w 563"/>
              <a:gd name="T105" fmla="*/ 539 h 657"/>
              <a:gd name="T106" fmla="*/ 82 w 563"/>
              <a:gd name="T107" fmla="*/ 539 h 657"/>
              <a:gd name="T108" fmla="*/ 28 w 563"/>
              <a:gd name="T109" fmla="*/ 504 h 657"/>
              <a:gd name="T110" fmla="*/ 82 w 563"/>
              <a:gd name="T111" fmla="*/ 469 h 657"/>
              <a:gd name="T112" fmla="*/ 539 w 563"/>
              <a:gd name="T113" fmla="*/ 469 h 657"/>
              <a:gd name="T114" fmla="*/ 539 w 563"/>
              <a:gd name="T115" fmla="*/ 539 h 657"/>
              <a:gd name="T116" fmla="*/ 539 w 563"/>
              <a:gd name="T117" fmla="*/ 445 h 657"/>
              <a:gd name="T118" fmla="*/ 94 w 563"/>
              <a:gd name="T119" fmla="*/ 445 h 657"/>
              <a:gd name="T120" fmla="*/ 94 w 563"/>
              <a:gd name="T121" fmla="*/ 23 h 657"/>
              <a:gd name="T122" fmla="*/ 539 w 563"/>
              <a:gd name="T123" fmla="*/ 23 h 657"/>
              <a:gd name="T124" fmla="*/ 539 w 563"/>
              <a:gd name="T125" fmla="*/ 445 h 6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563" h="657">
                <a:moveTo>
                  <a:pt x="551" y="0"/>
                </a:moveTo>
                <a:cubicBezTo>
                  <a:pt x="82" y="0"/>
                  <a:pt x="82" y="0"/>
                  <a:pt x="82" y="0"/>
                </a:cubicBezTo>
                <a:cubicBezTo>
                  <a:pt x="37" y="0"/>
                  <a:pt x="0" y="37"/>
                  <a:pt x="0" y="82"/>
                </a:cubicBezTo>
                <a:cubicBezTo>
                  <a:pt x="0" y="527"/>
                  <a:pt x="0" y="527"/>
                  <a:pt x="0" y="527"/>
                </a:cubicBezTo>
                <a:cubicBezTo>
                  <a:pt x="0" y="573"/>
                  <a:pt x="37" y="610"/>
                  <a:pt x="82" y="610"/>
                </a:cubicBezTo>
                <a:cubicBezTo>
                  <a:pt x="188" y="610"/>
                  <a:pt x="188" y="610"/>
                  <a:pt x="188" y="610"/>
                </a:cubicBezTo>
                <a:cubicBezTo>
                  <a:pt x="188" y="645"/>
                  <a:pt x="188" y="645"/>
                  <a:pt x="188" y="645"/>
                </a:cubicBezTo>
                <a:cubicBezTo>
                  <a:pt x="188" y="649"/>
                  <a:pt x="190" y="653"/>
                  <a:pt x="194" y="655"/>
                </a:cubicBezTo>
                <a:cubicBezTo>
                  <a:pt x="198" y="657"/>
                  <a:pt x="203" y="657"/>
                  <a:pt x="207" y="654"/>
                </a:cubicBezTo>
                <a:cubicBezTo>
                  <a:pt x="258" y="613"/>
                  <a:pt x="258" y="613"/>
                  <a:pt x="258" y="613"/>
                </a:cubicBezTo>
                <a:cubicBezTo>
                  <a:pt x="309" y="654"/>
                  <a:pt x="309" y="654"/>
                  <a:pt x="309" y="654"/>
                </a:cubicBezTo>
                <a:cubicBezTo>
                  <a:pt x="311" y="656"/>
                  <a:pt x="314" y="656"/>
                  <a:pt x="317" y="656"/>
                </a:cubicBezTo>
                <a:cubicBezTo>
                  <a:pt x="318" y="656"/>
                  <a:pt x="320" y="656"/>
                  <a:pt x="322" y="655"/>
                </a:cubicBezTo>
                <a:cubicBezTo>
                  <a:pt x="326" y="653"/>
                  <a:pt x="328" y="649"/>
                  <a:pt x="328" y="645"/>
                </a:cubicBezTo>
                <a:cubicBezTo>
                  <a:pt x="328" y="610"/>
                  <a:pt x="328" y="610"/>
                  <a:pt x="328" y="610"/>
                </a:cubicBezTo>
                <a:cubicBezTo>
                  <a:pt x="551" y="610"/>
                  <a:pt x="551" y="610"/>
                  <a:pt x="551" y="610"/>
                </a:cubicBezTo>
                <a:cubicBezTo>
                  <a:pt x="558" y="610"/>
                  <a:pt x="563" y="604"/>
                  <a:pt x="563" y="598"/>
                </a:cubicBezTo>
                <a:cubicBezTo>
                  <a:pt x="563" y="11"/>
                  <a:pt x="563" y="11"/>
                  <a:pt x="563" y="11"/>
                </a:cubicBezTo>
                <a:cubicBezTo>
                  <a:pt x="563" y="5"/>
                  <a:pt x="558" y="0"/>
                  <a:pt x="551" y="0"/>
                </a:cubicBezTo>
                <a:close/>
                <a:moveTo>
                  <a:pt x="23" y="470"/>
                </a:moveTo>
                <a:cubicBezTo>
                  <a:pt x="23" y="82"/>
                  <a:pt x="23" y="82"/>
                  <a:pt x="23" y="82"/>
                </a:cubicBezTo>
                <a:cubicBezTo>
                  <a:pt x="23" y="53"/>
                  <a:pt x="44" y="30"/>
                  <a:pt x="70" y="24"/>
                </a:cubicBezTo>
                <a:cubicBezTo>
                  <a:pt x="70" y="446"/>
                  <a:pt x="70" y="446"/>
                  <a:pt x="70" y="446"/>
                </a:cubicBezTo>
                <a:cubicBezTo>
                  <a:pt x="52" y="449"/>
                  <a:pt x="36" y="457"/>
                  <a:pt x="23" y="470"/>
                </a:cubicBezTo>
                <a:close/>
                <a:moveTo>
                  <a:pt x="188" y="586"/>
                </a:moveTo>
                <a:cubicBezTo>
                  <a:pt x="82" y="586"/>
                  <a:pt x="82" y="586"/>
                  <a:pt x="82" y="586"/>
                </a:cubicBezTo>
                <a:cubicBezTo>
                  <a:pt x="54" y="586"/>
                  <a:pt x="30" y="566"/>
                  <a:pt x="25" y="539"/>
                </a:cubicBezTo>
                <a:cubicBezTo>
                  <a:pt x="39" y="554"/>
                  <a:pt x="60" y="563"/>
                  <a:pt x="82" y="563"/>
                </a:cubicBezTo>
                <a:cubicBezTo>
                  <a:pt x="188" y="563"/>
                  <a:pt x="188" y="563"/>
                  <a:pt x="188" y="563"/>
                </a:cubicBezTo>
                <a:cubicBezTo>
                  <a:pt x="188" y="586"/>
                  <a:pt x="188" y="586"/>
                  <a:pt x="188" y="586"/>
                </a:cubicBezTo>
                <a:close/>
                <a:moveTo>
                  <a:pt x="305" y="620"/>
                </a:moveTo>
                <a:cubicBezTo>
                  <a:pt x="265" y="589"/>
                  <a:pt x="265" y="589"/>
                  <a:pt x="265" y="589"/>
                </a:cubicBezTo>
                <a:cubicBezTo>
                  <a:pt x="261" y="585"/>
                  <a:pt x="255" y="585"/>
                  <a:pt x="251" y="589"/>
                </a:cubicBezTo>
                <a:cubicBezTo>
                  <a:pt x="211" y="620"/>
                  <a:pt x="211" y="620"/>
                  <a:pt x="211" y="620"/>
                </a:cubicBezTo>
                <a:cubicBezTo>
                  <a:pt x="211" y="516"/>
                  <a:pt x="211" y="516"/>
                  <a:pt x="211" y="516"/>
                </a:cubicBezTo>
                <a:cubicBezTo>
                  <a:pt x="305" y="516"/>
                  <a:pt x="305" y="516"/>
                  <a:pt x="305" y="516"/>
                </a:cubicBezTo>
                <a:cubicBezTo>
                  <a:pt x="305" y="620"/>
                  <a:pt x="305" y="620"/>
                  <a:pt x="305" y="620"/>
                </a:cubicBezTo>
                <a:close/>
                <a:moveTo>
                  <a:pt x="539" y="586"/>
                </a:moveTo>
                <a:cubicBezTo>
                  <a:pt x="328" y="586"/>
                  <a:pt x="328" y="586"/>
                  <a:pt x="328" y="586"/>
                </a:cubicBezTo>
                <a:cubicBezTo>
                  <a:pt x="328" y="563"/>
                  <a:pt x="328" y="563"/>
                  <a:pt x="328" y="563"/>
                </a:cubicBezTo>
                <a:cubicBezTo>
                  <a:pt x="539" y="563"/>
                  <a:pt x="539" y="563"/>
                  <a:pt x="539" y="563"/>
                </a:cubicBezTo>
                <a:cubicBezTo>
                  <a:pt x="539" y="586"/>
                  <a:pt x="539" y="586"/>
                  <a:pt x="539" y="586"/>
                </a:cubicBezTo>
                <a:close/>
                <a:moveTo>
                  <a:pt x="539" y="539"/>
                </a:moveTo>
                <a:cubicBezTo>
                  <a:pt x="328" y="539"/>
                  <a:pt x="328" y="539"/>
                  <a:pt x="328" y="539"/>
                </a:cubicBezTo>
                <a:cubicBezTo>
                  <a:pt x="328" y="516"/>
                  <a:pt x="328" y="516"/>
                  <a:pt x="328" y="516"/>
                </a:cubicBezTo>
                <a:cubicBezTo>
                  <a:pt x="387" y="516"/>
                  <a:pt x="387" y="516"/>
                  <a:pt x="387" y="516"/>
                </a:cubicBezTo>
                <a:cubicBezTo>
                  <a:pt x="393" y="516"/>
                  <a:pt x="399" y="510"/>
                  <a:pt x="399" y="504"/>
                </a:cubicBezTo>
                <a:cubicBezTo>
                  <a:pt x="399" y="498"/>
                  <a:pt x="393" y="492"/>
                  <a:pt x="387" y="492"/>
                </a:cubicBezTo>
                <a:cubicBezTo>
                  <a:pt x="82" y="492"/>
                  <a:pt x="82" y="492"/>
                  <a:pt x="82" y="492"/>
                </a:cubicBezTo>
                <a:cubicBezTo>
                  <a:pt x="76" y="492"/>
                  <a:pt x="70" y="498"/>
                  <a:pt x="70" y="504"/>
                </a:cubicBezTo>
                <a:cubicBezTo>
                  <a:pt x="70" y="510"/>
                  <a:pt x="76" y="516"/>
                  <a:pt x="82" y="516"/>
                </a:cubicBezTo>
                <a:cubicBezTo>
                  <a:pt x="188" y="516"/>
                  <a:pt x="188" y="516"/>
                  <a:pt x="188" y="516"/>
                </a:cubicBezTo>
                <a:cubicBezTo>
                  <a:pt x="188" y="539"/>
                  <a:pt x="188" y="539"/>
                  <a:pt x="188" y="539"/>
                </a:cubicBezTo>
                <a:cubicBezTo>
                  <a:pt x="82" y="539"/>
                  <a:pt x="82" y="539"/>
                  <a:pt x="82" y="539"/>
                </a:cubicBezTo>
                <a:cubicBezTo>
                  <a:pt x="58" y="539"/>
                  <a:pt x="37" y="525"/>
                  <a:pt x="28" y="504"/>
                </a:cubicBezTo>
                <a:cubicBezTo>
                  <a:pt x="37" y="483"/>
                  <a:pt x="58" y="469"/>
                  <a:pt x="82" y="469"/>
                </a:cubicBezTo>
                <a:cubicBezTo>
                  <a:pt x="539" y="469"/>
                  <a:pt x="539" y="469"/>
                  <a:pt x="539" y="469"/>
                </a:cubicBezTo>
                <a:lnTo>
                  <a:pt x="539" y="539"/>
                </a:lnTo>
                <a:close/>
                <a:moveTo>
                  <a:pt x="539" y="445"/>
                </a:moveTo>
                <a:cubicBezTo>
                  <a:pt x="94" y="445"/>
                  <a:pt x="94" y="445"/>
                  <a:pt x="94" y="445"/>
                </a:cubicBezTo>
                <a:cubicBezTo>
                  <a:pt x="94" y="23"/>
                  <a:pt x="94" y="23"/>
                  <a:pt x="94" y="23"/>
                </a:cubicBezTo>
                <a:cubicBezTo>
                  <a:pt x="539" y="23"/>
                  <a:pt x="539" y="23"/>
                  <a:pt x="539" y="23"/>
                </a:cubicBezTo>
                <a:cubicBezTo>
                  <a:pt x="539" y="445"/>
                  <a:pt x="539" y="445"/>
                  <a:pt x="539" y="445"/>
                </a:cubicBezTo>
                <a:close/>
              </a:path>
            </a:pathLst>
          </a:custGeom>
          <a:solidFill>
            <a:srgbClr val="50443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cs typeface="Open Sans" panose="020B0606030504020204" charset="0"/>
            </a:endParaRPr>
          </a:p>
        </p:txBody>
      </p:sp>
      <p:sp>
        <p:nvSpPr>
          <p:cNvPr id="143" name="Freeform 20"/>
          <p:cNvSpPr/>
          <p:nvPr>
            <p:custDataLst>
              <p:tags r:id="rId19"/>
            </p:custDataLst>
          </p:nvPr>
        </p:nvSpPr>
        <p:spPr bwMode="auto">
          <a:xfrm>
            <a:off x="1352956" y="1629965"/>
            <a:ext cx="26620" cy="25686"/>
          </a:xfrm>
          <a:custGeom>
            <a:avLst/>
            <a:gdLst>
              <a:gd name="T0" fmla="*/ 0 w 24"/>
              <a:gd name="T1" fmla="*/ 12 h 23"/>
              <a:gd name="T2" fmla="*/ 12 w 24"/>
              <a:gd name="T3" fmla="*/ 23 h 23"/>
              <a:gd name="T4" fmla="*/ 24 w 24"/>
              <a:gd name="T5" fmla="*/ 12 h 23"/>
              <a:gd name="T6" fmla="*/ 24 w 24"/>
              <a:gd name="T7" fmla="*/ 12 h 23"/>
              <a:gd name="T8" fmla="*/ 12 w 24"/>
              <a:gd name="T9" fmla="*/ 0 h 23"/>
              <a:gd name="T10" fmla="*/ 0 w 24"/>
              <a:gd name="T11" fmla="*/ 11 h 23"/>
              <a:gd name="T12" fmla="*/ 0 w 24"/>
              <a:gd name="T13" fmla="*/ 12 h 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4" h="23">
                <a:moveTo>
                  <a:pt x="0" y="12"/>
                </a:moveTo>
                <a:cubicBezTo>
                  <a:pt x="0" y="18"/>
                  <a:pt x="5" y="23"/>
                  <a:pt x="12" y="23"/>
                </a:cubicBezTo>
                <a:cubicBezTo>
                  <a:pt x="18" y="23"/>
                  <a:pt x="24" y="18"/>
                  <a:pt x="24" y="12"/>
                </a:cubicBezTo>
                <a:cubicBezTo>
                  <a:pt x="24" y="12"/>
                  <a:pt x="24" y="12"/>
                  <a:pt x="24" y="12"/>
                </a:cubicBezTo>
                <a:cubicBezTo>
                  <a:pt x="24" y="5"/>
                  <a:pt x="18" y="0"/>
                  <a:pt x="12" y="0"/>
                </a:cubicBezTo>
                <a:cubicBezTo>
                  <a:pt x="5" y="0"/>
                  <a:pt x="0" y="5"/>
                  <a:pt x="0" y="11"/>
                </a:cubicBezTo>
                <a:cubicBezTo>
                  <a:pt x="0" y="12"/>
                  <a:pt x="0" y="12"/>
                  <a:pt x="0" y="12"/>
                </a:cubicBezTo>
                <a:close/>
              </a:path>
            </a:pathLst>
          </a:custGeom>
          <a:solidFill>
            <a:srgbClr val="50443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cs typeface="Open Sans" panose="020B0606030504020204" charset="0"/>
            </a:endParaRPr>
          </a:p>
        </p:txBody>
      </p:sp>
      <p:sp>
        <p:nvSpPr>
          <p:cNvPr id="144" name="Freeform 21"/>
          <p:cNvSpPr/>
          <p:nvPr>
            <p:custDataLst>
              <p:tags r:id="rId20"/>
            </p:custDataLst>
          </p:nvPr>
        </p:nvSpPr>
        <p:spPr bwMode="auto">
          <a:xfrm>
            <a:off x="1405261" y="1629965"/>
            <a:ext cx="26620" cy="25686"/>
          </a:xfrm>
          <a:custGeom>
            <a:avLst/>
            <a:gdLst>
              <a:gd name="T0" fmla="*/ 0 w 24"/>
              <a:gd name="T1" fmla="*/ 12 h 23"/>
              <a:gd name="T2" fmla="*/ 12 w 24"/>
              <a:gd name="T3" fmla="*/ 23 h 23"/>
              <a:gd name="T4" fmla="*/ 24 w 24"/>
              <a:gd name="T5" fmla="*/ 12 h 23"/>
              <a:gd name="T6" fmla="*/ 24 w 24"/>
              <a:gd name="T7" fmla="*/ 12 h 23"/>
              <a:gd name="T8" fmla="*/ 12 w 24"/>
              <a:gd name="T9" fmla="*/ 0 h 23"/>
              <a:gd name="T10" fmla="*/ 0 w 24"/>
              <a:gd name="T11" fmla="*/ 11 h 23"/>
              <a:gd name="T12" fmla="*/ 0 w 24"/>
              <a:gd name="T13" fmla="*/ 12 h 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4" h="23">
                <a:moveTo>
                  <a:pt x="0" y="12"/>
                </a:moveTo>
                <a:cubicBezTo>
                  <a:pt x="0" y="18"/>
                  <a:pt x="5" y="23"/>
                  <a:pt x="12" y="23"/>
                </a:cubicBezTo>
                <a:cubicBezTo>
                  <a:pt x="18" y="23"/>
                  <a:pt x="24" y="18"/>
                  <a:pt x="24" y="12"/>
                </a:cubicBezTo>
                <a:cubicBezTo>
                  <a:pt x="24" y="12"/>
                  <a:pt x="24" y="12"/>
                  <a:pt x="24" y="12"/>
                </a:cubicBezTo>
                <a:cubicBezTo>
                  <a:pt x="24" y="5"/>
                  <a:pt x="18" y="0"/>
                  <a:pt x="12" y="0"/>
                </a:cubicBezTo>
                <a:cubicBezTo>
                  <a:pt x="5" y="0"/>
                  <a:pt x="0" y="5"/>
                  <a:pt x="0" y="11"/>
                </a:cubicBezTo>
                <a:cubicBezTo>
                  <a:pt x="0" y="12"/>
                  <a:pt x="0" y="12"/>
                  <a:pt x="0" y="12"/>
                </a:cubicBezTo>
                <a:close/>
              </a:path>
            </a:pathLst>
          </a:custGeom>
          <a:solidFill>
            <a:srgbClr val="50443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cs typeface="Open Sans" panose="020B0606030504020204" charset="0"/>
            </a:endParaRPr>
          </a:p>
        </p:txBody>
      </p:sp>
      <p:sp>
        <p:nvSpPr>
          <p:cNvPr id="146" name="矩形: 圆角 145"/>
          <p:cNvSpPr/>
          <p:nvPr>
            <p:custDataLst>
              <p:tags r:id="rId21"/>
            </p:custDataLst>
          </p:nvPr>
        </p:nvSpPr>
        <p:spPr>
          <a:xfrm>
            <a:off x="1021845" y="3037401"/>
            <a:ext cx="1057835" cy="323972"/>
          </a:xfrm>
          <a:prstGeom prst="roundRect">
            <a:avLst>
              <a:gd name="adj" fmla="val 50000"/>
            </a:avLst>
          </a:prstGeom>
          <a:solidFill>
            <a:srgbClr val="DB795E"/>
          </a:solidFill>
          <a:ln w="19050">
            <a:solidFill>
              <a:srgbClr val="5044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schemeClr val="bg1"/>
                </a:solidFill>
                <a:latin typeface="+mj-ea"/>
                <a:ea typeface="+mj-ea"/>
                <a:cs typeface="Open Sans" panose="020B0606030504020204" charset="0"/>
              </a:rPr>
              <a:t>1</a:t>
            </a:r>
            <a:endParaRPr lang="en-US" altLang="zh-CN" sz="1600">
              <a:solidFill>
                <a:schemeClr val="bg1"/>
              </a:solidFill>
              <a:latin typeface="+mj-ea"/>
              <a:ea typeface="+mj-ea"/>
              <a:cs typeface="Open Sans" panose="020B0606030504020204" charset="0"/>
            </a:endParaRPr>
          </a:p>
        </p:txBody>
      </p:sp>
      <p:sp>
        <p:nvSpPr>
          <p:cNvPr id="147" name="文本框 146"/>
          <p:cNvSpPr txBox="1"/>
          <p:nvPr>
            <p:custDataLst>
              <p:tags r:id="rId22"/>
            </p:custDataLst>
          </p:nvPr>
        </p:nvSpPr>
        <p:spPr>
          <a:xfrm>
            <a:off x="269875" y="3521075"/>
            <a:ext cx="2562225" cy="1060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rgbClr val="404054"/>
                </a:solidFill>
                <a:latin typeface="汉仪雅酷黑 65W" panose="020B0604020202020204" charset="-122"/>
                <a:ea typeface="汉仪雅酷黑 65W" panose="020B0604020202020204" charset="-122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en-US" sz="1050">
                <a:solidFill>
                  <a:schemeClr val="bg1"/>
                </a:solidFill>
                <a:latin typeface="+mn-ea"/>
                <a:ea typeface="+mn-ea"/>
                <a:cs typeface="Open Sans" panose="020B0606030504020204" charset="0"/>
              </a:rPr>
              <a:t>Chế </a:t>
            </a:r>
            <a:r>
              <a:rPr lang="" altLang="en-US" sz="1050">
                <a:solidFill>
                  <a:schemeClr val="bg1"/>
                </a:solidFill>
                <a:latin typeface="+mn-ea"/>
                <a:ea typeface="+mn-ea"/>
                <a:cs typeface="Open Sans" panose="020B0606030504020204" charset="0"/>
              </a:rPr>
              <a:t>đ</a:t>
            </a:r>
            <a:r>
              <a:rPr lang="en-US" altLang="en-US" sz="1050">
                <a:solidFill>
                  <a:schemeClr val="bg1"/>
                </a:solidFill>
                <a:latin typeface="+mn-ea"/>
                <a:ea typeface="+mn-ea"/>
                <a:cs typeface="Open Sans" panose="020B0606030504020204" charset="0"/>
              </a:rPr>
              <a:t>ộ A-pác-thai </a:t>
            </a:r>
            <a:r>
              <a:rPr lang="" altLang="en-US" sz="1050">
                <a:solidFill>
                  <a:schemeClr val="bg1"/>
                </a:solidFill>
                <a:latin typeface="+mn-ea"/>
                <a:ea typeface="+mn-ea"/>
                <a:cs typeface="Open Sans" panose="020B0606030504020204" charset="0"/>
              </a:rPr>
              <a:t>đư</a:t>
            </a:r>
            <a:r>
              <a:rPr lang="en-US" altLang="en-US" sz="1050">
                <a:solidFill>
                  <a:schemeClr val="bg1"/>
                </a:solidFill>
                <a:latin typeface="+mn-ea"/>
                <a:ea typeface="+mn-ea"/>
                <a:cs typeface="Open Sans" panose="020B0606030504020204" charset="0"/>
              </a:rPr>
              <a:t>ợc chính thức ban hành tại Nam Phi vào n</a:t>
            </a:r>
            <a:r>
              <a:rPr lang="" altLang="en-US" sz="1050">
                <a:solidFill>
                  <a:schemeClr val="bg1"/>
                </a:solidFill>
                <a:latin typeface="+mn-ea"/>
                <a:ea typeface="+mn-ea"/>
                <a:cs typeface="Open Sans" panose="020B0606030504020204" charset="0"/>
              </a:rPr>
              <a:t>ă</a:t>
            </a:r>
            <a:r>
              <a:rPr lang="en-US" altLang="en-US" sz="1050">
                <a:solidFill>
                  <a:schemeClr val="bg1"/>
                </a:solidFill>
                <a:latin typeface="+mn-ea"/>
                <a:ea typeface="+mn-ea"/>
                <a:cs typeface="Open Sans" panose="020B0606030504020204" charset="0"/>
              </a:rPr>
              <a:t>m 1948.</a:t>
            </a:r>
            <a:endParaRPr lang="en-US" altLang="en-US" sz="1050">
              <a:solidFill>
                <a:schemeClr val="bg1"/>
              </a:solidFill>
              <a:latin typeface="+mn-ea"/>
              <a:ea typeface="+mn-ea"/>
              <a:cs typeface="Open Sans" panose="020B0606030504020204" charset="0"/>
            </a:endParaRPr>
          </a:p>
          <a:p>
            <a:pPr algn="ctr">
              <a:lnSpc>
                <a:spcPct val="150000"/>
              </a:lnSpc>
            </a:pPr>
            <a:r>
              <a:rPr lang="en-US" altLang="en-US" sz="1050">
                <a:solidFill>
                  <a:schemeClr val="bg1"/>
                </a:solidFill>
                <a:latin typeface="+mn-ea"/>
                <a:ea typeface="+mn-ea"/>
                <a:cs typeface="Open Sans" panose="020B0606030504020204" charset="0"/>
              </a:rPr>
              <a:t>Ng</a:t>
            </a:r>
            <a:r>
              <a:rPr lang="" altLang="en-US" sz="1050">
                <a:solidFill>
                  <a:schemeClr val="bg1"/>
                </a:solidFill>
                <a:latin typeface="+mn-ea"/>
                <a:ea typeface="+mn-ea"/>
                <a:cs typeface="Open Sans" panose="020B0606030504020204" charset="0"/>
              </a:rPr>
              <a:t>ư</a:t>
            </a:r>
            <a:r>
              <a:rPr lang="en-US" altLang="en-US" sz="1050">
                <a:solidFill>
                  <a:schemeClr val="bg1"/>
                </a:solidFill>
                <a:latin typeface="+mn-ea"/>
                <a:ea typeface="+mn-ea"/>
                <a:cs typeface="Open Sans" panose="020B0606030504020204" charset="0"/>
              </a:rPr>
              <a:t>ời da trắng nắm toàn bộ quyền lực chính trị, kinh tế và xã hội.</a:t>
            </a:r>
            <a:endParaRPr lang="en-US" altLang="en-US" sz="1050">
              <a:solidFill>
                <a:schemeClr val="bg1"/>
              </a:solidFill>
              <a:latin typeface="+mn-ea"/>
              <a:ea typeface="+mn-ea"/>
              <a:cs typeface="Open Sans" panose="020B0606030504020204" charset="0"/>
            </a:endParaRPr>
          </a:p>
        </p:txBody>
      </p:sp>
      <p:sp>
        <p:nvSpPr>
          <p:cNvPr id="153" name="Freeform 3735"/>
          <p:cNvSpPr/>
          <p:nvPr>
            <p:custDataLst>
              <p:tags r:id="rId23"/>
            </p:custDataLst>
          </p:nvPr>
        </p:nvSpPr>
        <p:spPr bwMode="auto">
          <a:xfrm>
            <a:off x="3765301" y="1240955"/>
            <a:ext cx="1613399" cy="1612980"/>
          </a:xfrm>
          <a:custGeom>
            <a:avLst/>
            <a:gdLst>
              <a:gd name="T0" fmla="*/ 863 w 880"/>
              <a:gd name="T1" fmla="*/ 466 h 880"/>
              <a:gd name="T2" fmla="*/ 863 w 880"/>
              <a:gd name="T3" fmla="*/ 414 h 880"/>
              <a:gd name="T4" fmla="*/ 855 w 880"/>
              <a:gd name="T5" fmla="*/ 356 h 880"/>
              <a:gd name="T6" fmla="*/ 842 w 880"/>
              <a:gd name="T7" fmla="*/ 306 h 880"/>
              <a:gd name="T8" fmla="*/ 819 w 880"/>
              <a:gd name="T9" fmla="*/ 251 h 880"/>
              <a:gd name="T10" fmla="*/ 794 w 880"/>
              <a:gd name="T11" fmla="*/ 206 h 880"/>
              <a:gd name="T12" fmla="*/ 757 w 880"/>
              <a:gd name="T13" fmla="*/ 160 h 880"/>
              <a:gd name="T14" fmla="*/ 721 w 880"/>
              <a:gd name="T15" fmla="*/ 123 h 880"/>
              <a:gd name="T16" fmla="*/ 674 w 880"/>
              <a:gd name="T17" fmla="*/ 87 h 880"/>
              <a:gd name="T18" fmla="*/ 630 w 880"/>
              <a:gd name="T19" fmla="*/ 61 h 880"/>
              <a:gd name="T20" fmla="*/ 575 w 880"/>
              <a:gd name="T21" fmla="*/ 39 h 880"/>
              <a:gd name="T22" fmla="*/ 525 w 880"/>
              <a:gd name="T23" fmla="*/ 25 h 880"/>
              <a:gd name="T24" fmla="*/ 466 w 880"/>
              <a:gd name="T25" fmla="*/ 18 h 880"/>
              <a:gd name="T26" fmla="*/ 415 w 880"/>
              <a:gd name="T27" fmla="*/ 17 h 880"/>
              <a:gd name="T28" fmla="*/ 356 w 880"/>
              <a:gd name="T29" fmla="*/ 25 h 880"/>
              <a:gd name="T30" fmla="*/ 306 w 880"/>
              <a:gd name="T31" fmla="*/ 38 h 880"/>
              <a:gd name="T32" fmla="*/ 251 w 880"/>
              <a:gd name="T33" fmla="*/ 61 h 880"/>
              <a:gd name="T34" fmla="*/ 206 w 880"/>
              <a:gd name="T35" fmla="*/ 86 h 880"/>
              <a:gd name="T36" fmla="*/ 160 w 880"/>
              <a:gd name="T37" fmla="*/ 123 h 880"/>
              <a:gd name="T38" fmla="*/ 123 w 880"/>
              <a:gd name="T39" fmla="*/ 159 h 880"/>
              <a:gd name="T40" fmla="*/ 87 w 880"/>
              <a:gd name="T41" fmla="*/ 206 h 880"/>
              <a:gd name="T42" fmla="*/ 61 w 880"/>
              <a:gd name="T43" fmla="*/ 250 h 880"/>
              <a:gd name="T44" fmla="*/ 39 w 880"/>
              <a:gd name="T45" fmla="*/ 305 h 880"/>
              <a:gd name="T46" fmla="*/ 25 w 880"/>
              <a:gd name="T47" fmla="*/ 355 h 880"/>
              <a:gd name="T48" fmla="*/ 18 w 880"/>
              <a:gd name="T49" fmla="*/ 414 h 880"/>
              <a:gd name="T50" fmla="*/ 17 w 880"/>
              <a:gd name="T51" fmla="*/ 465 h 880"/>
              <a:gd name="T52" fmla="*/ 25 w 880"/>
              <a:gd name="T53" fmla="*/ 524 h 880"/>
              <a:gd name="T54" fmla="*/ 38 w 880"/>
              <a:gd name="T55" fmla="*/ 574 h 880"/>
              <a:gd name="T56" fmla="*/ 61 w 880"/>
              <a:gd name="T57" fmla="*/ 629 h 880"/>
              <a:gd name="T58" fmla="*/ 86 w 880"/>
              <a:gd name="T59" fmla="*/ 674 h 880"/>
              <a:gd name="T60" fmla="*/ 123 w 880"/>
              <a:gd name="T61" fmla="*/ 720 h 880"/>
              <a:gd name="T62" fmla="*/ 159 w 880"/>
              <a:gd name="T63" fmla="*/ 757 h 880"/>
              <a:gd name="T64" fmla="*/ 206 w 880"/>
              <a:gd name="T65" fmla="*/ 793 h 880"/>
              <a:gd name="T66" fmla="*/ 251 w 880"/>
              <a:gd name="T67" fmla="*/ 819 h 880"/>
              <a:gd name="T68" fmla="*/ 306 w 880"/>
              <a:gd name="T69" fmla="*/ 841 h 880"/>
              <a:gd name="T70" fmla="*/ 355 w 880"/>
              <a:gd name="T71" fmla="*/ 855 h 880"/>
              <a:gd name="T72" fmla="*/ 414 w 880"/>
              <a:gd name="T73" fmla="*/ 862 h 880"/>
              <a:gd name="T74" fmla="*/ 466 w 880"/>
              <a:gd name="T75" fmla="*/ 863 h 880"/>
              <a:gd name="T76" fmla="*/ 524 w 880"/>
              <a:gd name="T77" fmla="*/ 855 h 880"/>
              <a:gd name="T78" fmla="*/ 574 w 880"/>
              <a:gd name="T79" fmla="*/ 842 h 880"/>
              <a:gd name="T80" fmla="*/ 629 w 880"/>
              <a:gd name="T81" fmla="*/ 819 h 880"/>
              <a:gd name="T82" fmla="*/ 674 w 880"/>
              <a:gd name="T83" fmla="*/ 794 h 880"/>
              <a:gd name="T84" fmla="*/ 720 w 880"/>
              <a:gd name="T85" fmla="*/ 757 h 880"/>
              <a:gd name="T86" fmla="*/ 757 w 880"/>
              <a:gd name="T87" fmla="*/ 721 h 880"/>
              <a:gd name="T88" fmla="*/ 793 w 880"/>
              <a:gd name="T89" fmla="*/ 674 h 880"/>
              <a:gd name="T90" fmla="*/ 819 w 880"/>
              <a:gd name="T91" fmla="*/ 629 h 880"/>
              <a:gd name="T92" fmla="*/ 841 w 880"/>
              <a:gd name="T93" fmla="*/ 574 h 880"/>
              <a:gd name="T94" fmla="*/ 855 w 880"/>
              <a:gd name="T95" fmla="*/ 525 h 8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880" h="880">
                <a:moveTo>
                  <a:pt x="855" y="524"/>
                </a:moveTo>
                <a:cubicBezTo>
                  <a:pt x="842" y="506"/>
                  <a:pt x="846" y="480"/>
                  <a:pt x="863" y="466"/>
                </a:cubicBezTo>
                <a:cubicBezTo>
                  <a:pt x="863" y="465"/>
                  <a:pt x="863" y="465"/>
                  <a:pt x="863" y="465"/>
                </a:cubicBezTo>
                <a:cubicBezTo>
                  <a:pt x="880" y="451"/>
                  <a:pt x="880" y="428"/>
                  <a:pt x="863" y="414"/>
                </a:cubicBezTo>
                <a:cubicBezTo>
                  <a:pt x="863" y="414"/>
                  <a:pt x="863" y="414"/>
                  <a:pt x="863" y="414"/>
                </a:cubicBezTo>
                <a:cubicBezTo>
                  <a:pt x="846" y="400"/>
                  <a:pt x="842" y="374"/>
                  <a:pt x="855" y="356"/>
                </a:cubicBezTo>
                <a:cubicBezTo>
                  <a:pt x="855" y="355"/>
                  <a:pt x="855" y="355"/>
                  <a:pt x="855" y="355"/>
                </a:cubicBezTo>
                <a:cubicBezTo>
                  <a:pt x="868" y="337"/>
                  <a:pt x="862" y="315"/>
                  <a:pt x="842" y="306"/>
                </a:cubicBezTo>
                <a:cubicBezTo>
                  <a:pt x="841" y="305"/>
                  <a:pt x="841" y="305"/>
                  <a:pt x="841" y="305"/>
                </a:cubicBezTo>
                <a:cubicBezTo>
                  <a:pt x="821" y="296"/>
                  <a:pt x="811" y="272"/>
                  <a:pt x="819" y="251"/>
                </a:cubicBezTo>
                <a:cubicBezTo>
                  <a:pt x="819" y="250"/>
                  <a:pt x="819" y="250"/>
                  <a:pt x="819" y="250"/>
                </a:cubicBezTo>
                <a:cubicBezTo>
                  <a:pt x="827" y="230"/>
                  <a:pt x="815" y="210"/>
                  <a:pt x="794" y="206"/>
                </a:cubicBezTo>
                <a:cubicBezTo>
                  <a:pt x="793" y="206"/>
                  <a:pt x="793" y="206"/>
                  <a:pt x="793" y="206"/>
                </a:cubicBezTo>
                <a:cubicBezTo>
                  <a:pt x="771" y="203"/>
                  <a:pt x="755" y="182"/>
                  <a:pt x="757" y="160"/>
                </a:cubicBezTo>
                <a:cubicBezTo>
                  <a:pt x="757" y="159"/>
                  <a:pt x="757" y="159"/>
                  <a:pt x="757" y="159"/>
                </a:cubicBezTo>
                <a:cubicBezTo>
                  <a:pt x="759" y="137"/>
                  <a:pt x="743" y="121"/>
                  <a:pt x="721" y="123"/>
                </a:cubicBezTo>
                <a:cubicBezTo>
                  <a:pt x="720" y="123"/>
                  <a:pt x="720" y="123"/>
                  <a:pt x="720" y="123"/>
                </a:cubicBezTo>
                <a:cubicBezTo>
                  <a:pt x="698" y="125"/>
                  <a:pt x="678" y="109"/>
                  <a:pt x="674" y="87"/>
                </a:cubicBezTo>
                <a:cubicBezTo>
                  <a:pt x="674" y="86"/>
                  <a:pt x="674" y="86"/>
                  <a:pt x="674" y="86"/>
                </a:cubicBezTo>
                <a:cubicBezTo>
                  <a:pt x="670" y="65"/>
                  <a:pt x="650" y="53"/>
                  <a:pt x="630" y="61"/>
                </a:cubicBezTo>
                <a:cubicBezTo>
                  <a:pt x="629" y="61"/>
                  <a:pt x="629" y="61"/>
                  <a:pt x="629" y="61"/>
                </a:cubicBezTo>
                <a:cubicBezTo>
                  <a:pt x="608" y="69"/>
                  <a:pt x="584" y="59"/>
                  <a:pt x="575" y="39"/>
                </a:cubicBezTo>
                <a:cubicBezTo>
                  <a:pt x="574" y="38"/>
                  <a:pt x="574" y="38"/>
                  <a:pt x="574" y="38"/>
                </a:cubicBezTo>
                <a:cubicBezTo>
                  <a:pt x="565" y="18"/>
                  <a:pt x="543" y="12"/>
                  <a:pt x="525" y="25"/>
                </a:cubicBezTo>
                <a:cubicBezTo>
                  <a:pt x="524" y="25"/>
                  <a:pt x="524" y="25"/>
                  <a:pt x="524" y="25"/>
                </a:cubicBezTo>
                <a:cubicBezTo>
                  <a:pt x="506" y="38"/>
                  <a:pt x="480" y="34"/>
                  <a:pt x="466" y="18"/>
                </a:cubicBezTo>
                <a:cubicBezTo>
                  <a:pt x="466" y="17"/>
                  <a:pt x="466" y="17"/>
                  <a:pt x="466" y="17"/>
                </a:cubicBezTo>
                <a:cubicBezTo>
                  <a:pt x="452" y="0"/>
                  <a:pt x="429" y="0"/>
                  <a:pt x="415" y="17"/>
                </a:cubicBezTo>
                <a:cubicBezTo>
                  <a:pt x="414" y="18"/>
                  <a:pt x="414" y="18"/>
                  <a:pt x="414" y="18"/>
                </a:cubicBezTo>
                <a:cubicBezTo>
                  <a:pt x="400" y="35"/>
                  <a:pt x="374" y="38"/>
                  <a:pt x="356" y="25"/>
                </a:cubicBezTo>
                <a:cubicBezTo>
                  <a:pt x="355" y="25"/>
                  <a:pt x="355" y="25"/>
                  <a:pt x="355" y="25"/>
                </a:cubicBezTo>
                <a:cubicBezTo>
                  <a:pt x="337" y="12"/>
                  <a:pt x="315" y="18"/>
                  <a:pt x="306" y="38"/>
                </a:cubicBezTo>
                <a:cubicBezTo>
                  <a:pt x="306" y="39"/>
                  <a:pt x="306" y="39"/>
                  <a:pt x="306" y="39"/>
                </a:cubicBezTo>
                <a:cubicBezTo>
                  <a:pt x="296" y="59"/>
                  <a:pt x="272" y="69"/>
                  <a:pt x="251" y="61"/>
                </a:cubicBezTo>
                <a:cubicBezTo>
                  <a:pt x="251" y="61"/>
                  <a:pt x="251" y="61"/>
                  <a:pt x="251" y="61"/>
                </a:cubicBezTo>
                <a:cubicBezTo>
                  <a:pt x="230" y="53"/>
                  <a:pt x="210" y="65"/>
                  <a:pt x="206" y="86"/>
                </a:cubicBezTo>
                <a:cubicBezTo>
                  <a:pt x="206" y="87"/>
                  <a:pt x="206" y="87"/>
                  <a:pt x="206" y="87"/>
                </a:cubicBezTo>
                <a:cubicBezTo>
                  <a:pt x="203" y="109"/>
                  <a:pt x="182" y="125"/>
                  <a:pt x="160" y="123"/>
                </a:cubicBezTo>
                <a:cubicBezTo>
                  <a:pt x="159" y="123"/>
                  <a:pt x="159" y="123"/>
                  <a:pt x="159" y="123"/>
                </a:cubicBezTo>
                <a:cubicBezTo>
                  <a:pt x="137" y="121"/>
                  <a:pt x="121" y="137"/>
                  <a:pt x="123" y="159"/>
                </a:cubicBezTo>
                <a:cubicBezTo>
                  <a:pt x="123" y="160"/>
                  <a:pt x="123" y="160"/>
                  <a:pt x="123" y="160"/>
                </a:cubicBezTo>
                <a:cubicBezTo>
                  <a:pt x="125" y="182"/>
                  <a:pt x="109" y="203"/>
                  <a:pt x="87" y="206"/>
                </a:cubicBezTo>
                <a:cubicBezTo>
                  <a:pt x="86" y="206"/>
                  <a:pt x="86" y="206"/>
                  <a:pt x="86" y="206"/>
                </a:cubicBezTo>
                <a:cubicBezTo>
                  <a:pt x="65" y="210"/>
                  <a:pt x="53" y="230"/>
                  <a:pt x="61" y="250"/>
                </a:cubicBezTo>
                <a:cubicBezTo>
                  <a:pt x="61" y="251"/>
                  <a:pt x="61" y="251"/>
                  <a:pt x="61" y="251"/>
                </a:cubicBezTo>
                <a:cubicBezTo>
                  <a:pt x="69" y="272"/>
                  <a:pt x="59" y="296"/>
                  <a:pt x="39" y="305"/>
                </a:cubicBezTo>
                <a:cubicBezTo>
                  <a:pt x="38" y="306"/>
                  <a:pt x="38" y="306"/>
                  <a:pt x="38" y="306"/>
                </a:cubicBezTo>
                <a:cubicBezTo>
                  <a:pt x="18" y="315"/>
                  <a:pt x="12" y="337"/>
                  <a:pt x="25" y="355"/>
                </a:cubicBezTo>
                <a:cubicBezTo>
                  <a:pt x="25" y="356"/>
                  <a:pt x="25" y="356"/>
                  <a:pt x="25" y="356"/>
                </a:cubicBezTo>
                <a:cubicBezTo>
                  <a:pt x="38" y="374"/>
                  <a:pt x="35" y="400"/>
                  <a:pt x="18" y="414"/>
                </a:cubicBezTo>
                <a:cubicBezTo>
                  <a:pt x="17" y="414"/>
                  <a:pt x="17" y="414"/>
                  <a:pt x="17" y="414"/>
                </a:cubicBezTo>
                <a:cubicBezTo>
                  <a:pt x="0" y="429"/>
                  <a:pt x="0" y="451"/>
                  <a:pt x="17" y="465"/>
                </a:cubicBezTo>
                <a:cubicBezTo>
                  <a:pt x="18" y="466"/>
                  <a:pt x="18" y="466"/>
                  <a:pt x="18" y="466"/>
                </a:cubicBezTo>
                <a:cubicBezTo>
                  <a:pt x="35" y="480"/>
                  <a:pt x="38" y="506"/>
                  <a:pt x="25" y="524"/>
                </a:cubicBezTo>
                <a:cubicBezTo>
                  <a:pt x="25" y="525"/>
                  <a:pt x="25" y="525"/>
                  <a:pt x="25" y="525"/>
                </a:cubicBezTo>
                <a:cubicBezTo>
                  <a:pt x="12" y="543"/>
                  <a:pt x="18" y="565"/>
                  <a:pt x="38" y="574"/>
                </a:cubicBezTo>
                <a:cubicBezTo>
                  <a:pt x="39" y="575"/>
                  <a:pt x="39" y="575"/>
                  <a:pt x="39" y="575"/>
                </a:cubicBezTo>
                <a:cubicBezTo>
                  <a:pt x="59" y="584"/>
                  <a:pt x="69" y="608"/>
                  <a:pt x="61" y="629"/>
                </a:cubicBezTo>
                <a:cubicBezTo>
                  <a:pt x="61" y="629"/>
                  <a:pt x="61" y="629"/>
                  <a:pt x="61" y="629"/>
                </a:cubicBezTo>
                <a:cubicBezTo>
                  <a:pt x="53" y="650"/>
                  <a:pt x="65" y="670"/>
                  <a:pt x="86" y="674"/>
                </a:cubicBezTo>
                <a:cubicBezTo>
                  <a:pt x="87" y="674"/>
                  <a:pt x="87" y="674"/>
                  <a:pt x="87" y="674"/>
                </a:cubicBezTo>
                <a:cubicBezTo>
                  <a:pt x="109" y="677"/>
                  <a:pt x="125" y="698"/>
                  <a:pt x="123" y="720"/>
                </a:cubicBezTo>
                <a:cubicBezTo>
                  <a:pt x="123" y="721"/>
                  <a:pt x="123" y="721"/>
                  <a:pt x="123" y="721"/>
                </a:cubicBezTo>
                <a:cubicBezTo>
                  <a:pt x="121" y="743"/>
                  <a:pt x="137" y="759"/>
                  <a:pt x="159" y="757"/>
                </a:cubicBezTo>
                <a:cubicBezTo>
                  <a:pt x="160" y="757"/>
                  <a:pt x="160" y="757"/>
                  <a:pt x="160" y="757"/>
                </a:cubicBezTo>
                <a:cubicBezTo>
                  <a:pt x="182" y="755"/>
                  <a:pt x="203" y="771"/>
                  <a:pt x="206" y="793"/>
                </a:cubicBezTo>
                <a:cubicBezTo>
                  <a:pt x="206" y="794"/>
                  <a:pt x="206" y="794"/>
                  <a:pt x="206" y="794"/>
                </a:cubicBezTo>
                <a:cubicBezTo>
                  <a:pt x="210" y="815"/>
                  <a:pt x="230" y="827"/>
                  <a:pt x="251" y="819"/>
                </a:cubicBezTo>
                <a:cubicBezTo>
                  <a:pt x="251" y="819"/>
                  <a:pt x="251" y="819"/>
                  <a:pt x="251" y="819"/>
                </a:cubicBezTo>
                <a:cubicBezTo>
                  <a:pt x="272" y="811"/>
                  <a:pt x="296" y="821"/>
                  <a:pt x="306" y="841"/>
                </a:cubicBezTo>
                <a:cubicBezTo>
                  <a:pt x="306" y="842"/>
                  <a:pt x="306" y="842"/>
                  <a:pt x="306" y="842"/>
                </a:cubicBezTo>
                <a:cubicBezTo>
                  <a:pt x="315" y="862"/>
                  <a:pt x="337" y="868"/>
                  <a:pt x="355" y="855"/>
                </a:cubicBezTo>
                <a:cubicBezTo>
                  <a:pt x="356" y="855"/>
                  <a:pt x="356" y="855"/>
                  <a:pt x="356" y="855"/>
                </a:cubicBezTo>
                <a:cubicBezTo>
                  <a:pt x="374" y="842"/>
                  <a:pt x="400" y="845"/>
                  <a:pt x="414" y="862"/>
                </a:cubicBezTo>
                <a:cubicBezTo>
                  <a:pt x="415" y="863"/>
                  <a:pt x="415" y="863"/>
                  <a:pt x="415" y="863"/>
                </a:cubicBezTo>
                <a:cubicBezTo>
                  <a:pt x="429" y="880"/>
                  <a:pt x="452" y="880"/>
                  <a:pt x="466" y="863"/>
                </a:cubicBezTo>
                <a:cubicBezTo>
                  <a:pt x="466" y="862"/>
                  <a:pt x="466" y="862"/>
                  <a:pt x="466" y="862"/>
                </a:cubicBezTo>
                <a:cubicBezTo>
                  <a:pt x="480" y="845"/>
                  <a:pt x="506" y="842"/>
                  <a:pt x="524" y="855"/>
                </a:cubicBezTo>
                <a:cubicBezTo>
                  <a:pt x="525" y="855"/>
                  <a:pt x="525" y="855"/>
                  <a:pt x="525" y="855"/>
                </a:cubicBezTo>
                <a:cubicBezTo>
                  <a:pt x="543" y="868"/>
                  <a:pt x="565" y="862"/>
                  <a:pt x="574" y="842"/>
                </a:cubicBezTo>
                <a:cubicBezTo>
                  <a:pt x="575" y="841"/>
                  <a:pt x="575" y="841"/>
                  <a:pt x="575" y="841"/>
                </a:cubicBezTo>
                <a:cubicBezTo>
                  <a:pt x="584" y="821"/>
                  <a:pt x="608" y="811"/>
                  <a:pt x="629" y="819"/>
                </a:cubicBezTo>
                <a:cubicBezTo>
                  <a:pt x="630" y="819"/>
                  <a:pt x="630" y="819"/>
                  <a:pt x="630" y="819"/>
                </a:cubicBezTo>
                <a:cubicBezTo>
                  <a:pt x="650" y="827"/>
                  <a:pt x="670" y="815"/>
                  <a:pt x="674" y="794"/>
                </a:cubicBezTo>
                <a:cubicBezTo>
                  <a:pt x="674" y="793"/>
                  <a:pt x="674" y="793"/>
                  <a:pt x="674" y="793"/>
                </a:cubicBezTo>
                <a:cubicBezTo>
                  <a:pt x="678" y="771"/>
                  <a:pt x="698" y="755"/>
                  <a:pt x="720" y="757"/>
                </a:cubicBezTo>
                <a:cubicBezTo>
                  <a:pt x="721" y="757"/>
                  <a:pt x="721" y="757"/>
                  <a:pt x="721" y="757"/>
                </a:cubicBezTo>
                <a:cubicBezTo>
                  <a:pt x="743" y="759"/>
                  <a:pt x="759" y="743"/>
                  <a:pt x="757" y="721"/>
                </a:cubicBezTo>
                <a:cubicBezTo>
                  <a:pt x="757" y="720"/>
                  <a:pt x="757" y="720"/>
                  <a:pt x="757" y="720"/>
                </a:cubicBezTo>
                <a:cubicBezTo>
                  <a:pt x="755" y="698"/>
                  <a:pt x="771" y="677"/>
                  <a:pt x="793" y="674"/>
                </a:cubicBezTo>
                <a:cubicBezTo>
                  <a:pt x="794" y="674"/>
                  <a:pt x="794" y="674"/>
                  <a:pt x="794" y="674"/>
                </a:cubicBezTo>
                <a:cubicBezTo>
                  <a:pt x="815" y="670"/>
                  <a:pt x="827" y="650"/>
                  <a:pt x="819" y="629"/>
                </a:cubicBezTo>
                <a:cubicBezTo>
                  <a:pt x="819" y="629"/>
                  <a:pt x="819" y="629"/>
                  <a:pt x="819" y="629"/>
                </a:cubicBezTo>
                <a:cubicBezTo>
                  <a:pt x="811" y="608"/>
                  <a:pt x="821" y="584"/>
                  <a:pt x="841" y="574"/>
                </a:cubicBezTo>
                <a:cubicBezTo>
                  <a:pt x="842" y="574"/>
                  <a:pt x="842" y="574"/>
                  <a:pt x="842" y="574"/>
                </a:cubicBezTo>
                <a:cubicBezTo>
                  <a:pt x="862" y="565"/>
                  <a:pt x="868" y="543"/>
                  <a:pt x="855" y="525"/>
                </a:cubicBezTo>
                <a:lnTo>
                  <a:pt x="855" y="524"/>
                </a:lnTo>
                <a:close/>
              </a:path>
            </a:pathLst>
          </a:custGeom>
          <a:solidFill>
            <a:schemeClr val="bg1">
              <a:lumMod val="85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cs typeface="Open Sans" panose="020B0606030504020204" charset="0"/>
            </a:endParaRPr>
          </a:p>
        </p:txBody>
      </p:sp>
      <p:sp>
        <p:nvSpPr>
          <p:cNvPr id="154" name="Oval 3736"/>
          <p:cNvSpPr>
            <a:spLocks noChangeArrowheads="1"/>
          </p:cNvSpPr>
          <p:nvPr>
            <p:custDataLst>
              <p:tags r:id="rId24"/>
            </p:custDataLst>
          </p:nvPr>
        </p:nvSpPr>
        <p:spPr bwMode="auto">
          <a:xfrm>
            <a:off x="3944873" y="1420582"/>
            <a:ext cx="1254255" cy="125372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cs typeface="Open Sans" panose="020B0606030504020204" charset="0"/>
            </a:endParaRPr>
          </a:p>
        </p:txBody>
      </p:sp>
      <p:sp>
        <p:nvSpPr>
          <p:cNvPr id="155" name="Freeform 3737"/>
          <p:cNvSpPr/>
          <p:nvPr>
            <p:custDataLst>
              <p:tags r:id="rId25"/>
            </p:custDataLst>
          </p:nvPr>
        </p:nvSpPr>
        <p:spPr bwMode="auto">
          <a:xfrm>
            <a:off x="4021832" y="1552553"/>
            <a:ext cx="1100336" cy="1028275"/>
          </a:xfrm>
          <a:custGeom>
            <a:avLst/>
            <a:gdLst>
              <a:gd name="T0" fmla="*/ 580 w 600"/>
              <a:gd name="T1" fmla="*/ 303 h 561"/>
              <a:gd name="T2" fmla="*/ 535 w 600"/>
              <a:gd name="T3" fmla="*/ 267 h 561"/>
              <a:gd name="T4" fmla="*/ 545 w 600"/>
              <a:gd name="T5" fmla="*/ 206 h 561"/>
              <a:gd name="T6" fmla="*/ 554 w 600"/>
              <a:gd name="T7" fmla="*/ 105 h 561"/>
              <a:gd name="T8" fmla="*/ 524 w 600"/>
              <a:gd name="T9" fmla="*/ 94 h 561"/>
              <a:gd name="T10" fmla="*/ 456 w 600"/>
              <a:gd name="T11" fmla="*/ 91 h 561"/>
              <a:gd name="T12" fmla="*/ 445 w 600"/>
              <a:gd name="T13" fmla="*/ 82 h 561"/>
              <a:gd name="T14" fmla="*/ 370 w 600"/>
              <a:gd name="T15" fmla="*/ 58 h 561"/>
              <a:gd name="T16" fmla="*/ 374 w 600"/>
              <a:gd name="T17" fmla="*/ 118 h 561"/>
              <a:gd name="T18" fmla="*/ 447 w 600"/>
              <a:gd name="T19" fmla="*/ 120 h 561"/>
              <a:gd name="T20" fmla="*/ 512 w 600"/>
              <a:gd name="T21" fmla="*/ 183 h 561"/>
              <a:gd name="T22" fmla="*/ 517 w 600"/>
              <a:gd name="T23" fmla="*/ 195 h 561"/>
              <a:gd name="T24" fmla="*/ 489 w 600"/>
              <a:gd name="T25" fmla="*/ 246 h 561"/>
              <a:gd name="T26" fmla="*/ 508 w 600"/>
              <a:gd name="T27" fmla="*/ 267 h 561"/>
              <a:gd name="T28" fmla="*/ 510 w 600"/>
              <a:gd name="T29" fmla="*/ 358 h 561"/>
              <a:gd name="T30" fmla="*/ 504 w 600"/>
              <a:gd name="T31" fmla="*/ 370 h 561"/>
              <a:gd name="T32" fmla="*/ 448 w 600"/>
              <a:gd name="T33" fmla="*/ 386 h 561"/>
              <a:gd name="T34" fmla="*/ 447 w 600"/>
              <a:gd name="T35" fmla="*/ 414 h 561"/>
              <a:gd name="T36" fmla="*/ 384 w 600"/>
              <a:gd name="T37" fmla="*/ 479 h 561"/>
              <a:gd name="T38" fmla="*/ 371 w 600"/>
              <a:gd name="T39" fmla="*/ 484 h 561"/>
              <a:gd name="T40" fmla="*/ 320 w 600"/>
              <a:gd name="T41" fmla="*/ 456 h 561"/>
              <a:gd name="T42" fmla="*/ 280 w 600"/>
              <a:gd name="T43" fmla="*/ 456 h 561"/>
              <a:gd name="T44" fmla="*/ 229 w 600"/>
              <a:gd name="T45" fmla="*/ 484 h 561"/>
              <a:gd name="T46" fmla="*/ 215 w 600"/>
              <a:gd name="T47" fmla="*/ 479 h 561"/>
              <a:gd name="T48" fmla="*/ 153 w 600"/>
              <a:gd name="T49" fmla="*/ 414 h 561"/>
              <a:gd name="T50" fmla="*/ 152 w 600"/>
              <a:gd name="T51" fmla="*/ 386 h 561"/>
              <a:gd name="T52" fmla="*/ 96 w 600"/>
              <a:gd name="T53" fmla="*/ 370 h 561"/>
              <a:gd name="T54" fmla="*/ 90 w 600"/>
              <a:gd name="T55" fmla="*/ 357 h 561"/>
              <a:gd name="T56" fmla="*/ 92 w 600"/>
              <a:gd name="T57" fmla="*/ 267 h 561"/>
              <a:gd name="T58" fmla="*/ 111 w 600"/>
              <a:gd name="T59" fmla="*/ 246 h 561"/>
              <a:gd name="T60" fmla="*/ 83 w 600"/>
              <a:gd name="T61" fmla="*/ 196 h 561"/>
              <a:gd name="T62" fmla="*/ 88 w 600"/>
              <a:gd name="T63" fmla="*/ 182 h 561"/>
              <a:gd name="T64" fmla="*/ 154 w 600"/>
              <a:gd name="T65" fmla="*/ 120 h 561"/>
              <a:gd name="T66" fmla="*/ 226 w 600"/>
              <a:gd name="T67" fmla="*/ 118 h 561"/>
              <a:gd name="T68" fmla="*/ 230 w 600"/>
              <a:gd name="T69" fmla="*/ 58 h 561"/>
              <a:gd name="T70" fmla="*/ 155 w 600"/>
              <a:gd name="T71" fmla="*/ 82 h 561"/>
              <a:gd name="T72" fmla="*/ 144 w 600"/>
              <a:gd name="T73" fmla="*/ 92 h 561"/>
              <a:gd name="T74" fmla="*/ 76 w 600"/>
              <a:gd name="T75" fmla="*/ 94 h 561"/>
              <a:gd name="T76" fmla="*/ 46 w 600"/>
              <a:gd name="T77" fmla="*/ 105 h 561"/>
              <a:gd name="T78" fmla="*/ 55 w 600"/>
              <a:gd name="T79" fmla="*/ 206 h 561"/>
              <a:gd name="T80" fmla="*/ 65 w 600"/>
              <a:gd name="T81" fmla="*/ 267 h 561"/>
              <a:gd name="T82" fmla="*/ 20 w 600"/>
              <a:gd name="T83" fmla="*/ 303 h 561"/>
              <a:gd name="T84" fmla="*/ 7 w 600"/>
              <a:gd name="T85" fmla="*/ 332 h 561"/>
              <a:gd name="T86" fmla="*/ 84 w 600"/>
              <a:gd name="T87" fmla="*/ 397 h 561"/>
              <a:gd name="T88" fmla="*/ 159 w 600"/>
              <a:gd name="T89" fmla="*/ 455 h 561"/>
              <a:gd name="T90" fmla="*/ 171 w 600"/>
              <a:gd name="T91" fmla="*/ 464 h 561"/>
              <a:gd name="T92" fmla="*/ 192 w 600"/>
              <a:gd name="T93" fmla="*/ 528 h 561"/>
              <a:gd name="T94" fmla="*/ 210 w 600"/>
              <a:gd name="T95" fmla="*/ 554 h 561"/>
              <a:gd name="T96" fmla="*/ 313 w 600"/>
              <a:gd name="T97" fmla="*/ 502 h 561"/>
              <a:gd name="T98" fmla="*/ 328 w 600"/>
              <a:gd name="T99" fmla="*/ 500 h 561"/>
              <a:gd name="T100" fmla="*/ 422 w 600"/>
              <a:gd name="T101" fmla="*/ 488 h 561"/>
              <a:gd name="T102" fmla="*/ 521 w 600"/>
              <a:gd name="T103" fmla="*/ 470 h 561"/>
              <a:gd name="T104" fmla="*/ 524 w 600"/>
              <a:gd name="T105" fmla="*/ 439 h 561"/>
              <a:gd name="T106" fmla="*/ 510 w 600"/>
              <a:gd name="T107" fmla="*/ 373 h 5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600" h="561">
                <a:moveTo>
                  <a:pt x="542" y="337"/>
                </a:moveTo>
                <a:cubicBezTo>
                  <a:pt x="533" y="341"/>
                  <a:pt x="523" y="350"/>
                  <a:pt x="517" y="358"/>
                </a:cubicBezTo>
                <a:cubicBezTo>
                  <a:pt x="523" y="344"/>
                  <a:pt x="527" y="330"/>
                  <a:pt x="530" y="315"/>
                </a:cubicBezTo>
                <a:cubicBezTo>
                  <a:pt x="539" y="316"/>
                  <a:pt x="562" y="318"/>
                  <a:pt x="580" y="303"/>
                </a:cubicBezTo>
                <a:cubicBezTo>
                  <a:pt x="598" y="288"/>
                  <a:pt x="600" y="254"/>
                  <a:pt x="600" y="254"/>
                </a:cubicBezTo>
                <a:cubicBezTo>
                  <a:pt x="600" y="254"/>
                  <a:pt x="579" y="251"/>
                  <a:pt x="552" y="272"/>
                </a:cubicBezTo>
                <a:cubicBezTo>
                  <a:pt x="544" y="278"/>
                  <a:pt x="537" y="290"/>
                  <a:pt x="533" y="299"/>
                </a:cubicBezTo>
                <a:cubicBezTo>
                  <a:pt x="534" y="289"/>
                  <a:pt x="535" y="278"/>
                  <a:pt x="535" y="267"/>
                </a:cubicBezTo>
                <a:cubicBezTo>
                  <a:pt x="535" y="262"/>
                  <a:pt x="535" y="258"/>
                  <a:pt x="535" y="253"/>
                </a:cubicBezTo>
                <a:cubicBezTo>
                  <a:pt x="543" y="253"/>
                  <a:pt x="566" y="249"/>
                  <a:pt x="580" y="230"/>
                </a:cubicBezTo>
                <a:cubicBezTo>
                  <a:pt x="594" y="210"/>
                  <a:pt x="587" y="177"/>
                  <a:pt x="587" y="177"/>
                </a:cubicBezTo>
                <a:cubicBezTo>
                  <a:pt x="587" y="177"/>
                  <a:pt x="565" y="179"/>
                  <a:pt x="545" y="206"/>
                </a:cubicBezTo>
                <a:cubicBezTo>
                  <a:pt x="539" y="215"/>
                  <a:pt x="535" y="227"/>
                  <a:pt x="533" y="238"/>
                </a:cubicBezTo>
                <a:cubicBezTo>
                  <a:pt x="531" y="222"/>
                  <a:pt x="528" y="207"/>
                  <a:pt x="523" y="193"/>
                </a:cubicBezTo>
                <a:cubicBezTo>
                  <a:pt x="531" y="190"/>
                  <a:pt x="552" y="180"/>
                  <a:pt x="561" y="158"/>
                </a:cubicBezTo>
                <a:cubicBezTo>
                  <a:pt x="569" y="136"/>
                  <a:pt x="554" y="105"/>
                  <a:pt x="554" y="105"/>
                </a:cubicBezTo>
                <a:cubicBezTo>
                  <a:pt x="554" y="105"/>
                  <a:pt x="534" y="113"/>
                  <a:pt x="521" y="145"/>
                </a:cubicBezTo>
                <a:cubicBezTo>
                  <a:pt x="517" y="155"/>
                  <a:pt x="517" y="168"/>
                  <a:pt x="518" y="178"/>
                </a:cubicBezTo>
                <a:cubicBezTo>
                  <a:pt x="512" y="164"/>
                  <a:pt x="505" y="150"/>
                  <a:pt x="496" y="138"/>
                </a:cubicBezTo>
                <a:cubicBezTo>
                  <a:pt x="503" y="133"/>
                  <a:pt x="521" y="118"/>
                  <a:pt x="524" y="94"/>
                </a:cubicBezTo>
                <a:cubicBezTo>
                  <a:pt x="526" y="71"/>
                  <a:pt x="503" y="45"/>
                  <a:pt x="503" y="45"/>
                </a:cubicBezTo>
                <a:cubicBezTo>
                  <a:pt x="503" y="45"/>
                  <a:pt x="486" y="58"/>
                  <a:pt x="482" y="92"/>
                </a:cubicBezTo>
                <a:cubicBezTo>
                  <a:pt x="480" y="102"/>
                  <a:pt x="484" y="115"/>
                  <a:pt x="487" y="125"/>
                </a:cubicBezTo>
                <a:cubicBezTo>
                  <a:pt x="478" y="113"/>
                  <a:pt x="468" y="102"/>
                  <a:pt x="456" y="91"/>
                </a:cubicBezTo>
                <a:cubicBezTo>
                  <a:pt x="462" y="85"/>
                  <a:pt x="475" y="66"/>
                  <a:pt x="471" y="42"/>
                </a:cubicBezTo>
                <a:cubicBezTo>
                  <a:pt x="468" y="19"/>
                  <a:pt x="439" y="0"/>
                  <a:pt x="439" y="0"/>
                </a:cubicBezTo>
                <a:cubicBezTo>
                  <a:pt x="439" y="0"/>
                  <a:pt x="425" y="17"/>
                  <a:pt x="430" y="50"/>
                </a:cubicBezTo>
                <a:cubicBezTo>
                  <a:pt x="432" y="61"/>
                  <a:pt x="439" y="73"/>
                  <a:pt x="445" y="82"/>
                </a:cubicBezTo>
                <a:cubicBezTo>
                  <a:pt x="434" y="74"/>
                  <a:pt x="424" y="67"/>
                  <a:pt x="412" y="61"/>
                </a:cubicBezTo>
                <a:cubicBezTo>
                  <a:pt x="411" y="53"/>
                  <a:pt x="407" y="37"/>
                  <a:pt x="392" y="27"/>
                </a:cubicBezTo>
                <a:cubicBezTo>
                  <a:pt x="376" y="16"/>
                  <a:pt x="350" y="21"/>
                  <a:pt x="350" y="21"/>
                </a:cubicBezTo>
                <a:cubicBezTo>
                  <a:pt x="350" y="21"/>
                  <a:pt x="355" y="47"/>
                  <a:pt x="370" y="58"/>
                </a:cubicBezTo>
                <a:cubicBezTo>
                  <a:pt x="384" y="68"/>
                  <a:pt x="400" y="67"/>
                  <a:pt x="408" y="66"/>
                </a:cubicBezTo>
                <a:cubicBezTo>
                  <a:pt x="420" y="72"/>
                  <a:pt x="431" y="79"/>
                  <a:pt x="441" y="87"/>
                </a:cubicBezTo>
                <a:cubicBezTo>
                  <a:pt x="430" y="83"/>
                  <a:pt x="415" y="79"/>
                  <a:pt x="403" y="87"/>
                </a:cubicBezTo>
                <a:cubicBezTo>
                  <a:pt x="383" y="100"/>
                  <a:pt x="374" y="118"/>
                  <a:pt x="374" y="118"/>
                </a:cubicBezTo>
                <a:cubicBezTo>
                  <a:pt x="374" y="118"/>
                  <a:pt x="398" y="125"/>
                  <a:pt x="418" y="119"/>
                </a:cubicBezTo>
                <a:cubicBezTo>
                  <a:pt x="438" y="113"/>
                  <a:pt x="448" y="102"/>
                  <a:pt x="452" y="97"/>
                </a:cubicBezTo>
                <a:cubicBezTo>
                  <a:pt x="463" y="107"/>
                  <a:pt x="474" y="118"/>
                  <a:pt x="483" y="130"/>
                </a:cubicBezTo>
                <a:cubicBezTo>
                  <a:pt x="474" y="123"/>
                  <a:pt x="460" y="115"/>
                  <a:pt x="447" y="120"/>
                </a:cubicBezTo>
                <a:cubicBezTo>
                  <a:pt x="423" y="127"/>
                  <a:pt x="410" y="143"/>
                  <a:pt x="410" y="143"/>
                </a:cubicBezTo>
                <a:cubicBezTo>
                  <a:pt x="410" y="143"/>
                  <a:pt x="432" y="155"/>
                  <a:pt x="453" y="154"/>
                </a:cubicBezTo>
                <a:cubicBezTo>
                  <a:pt x="474" y="154"/>
                  <a:pt x="486" y="145"/>
                  <a:pt x="491" y="142"/>
                </a:cubicBezTo>
                <a:cubicBezTo>
                  <a:pt x="500" y="154"/>
                  <a:pt x="507" y="168"/>
                  <a:pt x="512" y="183"/>
                </a:cubicBezTo>
                <a:cubicBezTo>
                  <a:pt x="506" y="173"/>
                  <a:pt x="494" y="162"/>
                  <a:pt x="480" y="163"/>
                </a:cubicBezTo>
                <a:cubicBezTo>
                  <a:pt x="455" y="164"/>
                  <a:pt x="439" y="176"/>
                  <a:pt x="439" y="176"/>
                </a:cubicBezTo>
                <a:cubicBezTo>
                  <a:pt x="439" y="176"/>
                  <a:pt x="456" y="193"/>
                  <a:pt x="477" y="198"/>
                </a:cubicBezTo>
                <a:cubicBezTo>
                  <a:pt x="497" y="203"/>
                  <a:pt x="512" y="198"/>
                  <a:pt x="517" y="195"/>
                </a:cubicBezTo>
                <a:cubicBezTo>
                  <a:pt x="522" y="210"/>
                  <a:pt x="525" y="225"/>
                  <a:pt x="527" y="241"/>
                </a:cubicBezTo>
                <a:cubicBezTo>
                  <a:pt x="523" y="230"/>
                  <a:pt x="515" y="216"/>
                  <a:pt x="501" y="213"/>
                </a:cubicBezTo>
                <a:cubicBezTo>
                  <a:pt x="477" y="208"/>
                  <a:pt x="458" y="215"/>
                  <a:pt x="458" y="215"/>
                </a:cubicBezTo>
                <a:cubicBezTo>
                  <a:pt x="458" y="215"/>
                  <a:pt x="470" y="236"/>
                  <a:pt x="489" y="246"/>
                </a:cubicBezTo>
                <a:cubicBezTo>
                  <a:pt x="507" y="256"/>
                  <a:pt x="522" y="255"/>
                  <a:pt x="528" y="254"/>
                </a:cubicBezTo>
                <a:cubicBezTo>
                  <a:pt x="528" y="258"/>
                  <a:pt x="529" y="263"/>
                  <a:pt x="529" y="267"/>
                </a:cubicBezTo>
                <a:cubicBezTo>
                  <a:pt x="529" y="278"/>
                  <a:pt x="528" y="290"/>
                  <a:pt x="526" y="301"/>
                </a:cubicBezTo>
                <a:cubicBezTo>
                  <a:pt x="525" y="289"/>
                  <a:pt x="521" y="273"/>
                  <a:pt x="508" y="267"/>
                </a:cubicBezTo>
                <a:cubicBezTo>
                  <a:pt x="486" y="256"/>
                  <a:pt x="466" y="257"/>
                  <a:pt x="466" y="257"/>
                </a:cubicBezTo>
                <a:cubicBezTo>
                  <a:pt x="466" y="257"/>
                  <a:pt x="472" y="281"/>
                  <a:pt x="488" y="296"/>
                </a:cubicBezTo>
                <a:cubicBezTo>
                  <a:pt x="503" y="310"/>
                  <a:pt x="518" y="313"/>
                  <a:pt x="524" y="314"/>
                </a:cubicBezTo>
                <a:cubicBezTo>
                  <a:pt x="521" y="329"/>
                  <a:pt x="516" y="344"/>
                  <a:pt x="510" y="358"/>
                </a:cubicBezTo>
                <a:cubicBezTo>
                  <a:pt x="511" y="347"/>
                  <a:pt x="512" y="330"/>
                  <a:pt x="501" y="321"/>
                </a:cubicBezTo>
                <a:cubicBezTo>
                  <a:pt x="483" y="304"/>
                  <a:pt x="463" y="301"/>
                  <a:pt x="463" y="301"/>
                </a:cubicBezTo>
                <a:cubicBezTo>
                  <a:pt x="463" y="301"/>
                  <a:pt x="463" y="325"/>
                  <a:pt x="474" y="343"/>
                </a:cubicBezTo>
                <a:cubicBezTo>
                  <a:pt x="485" y="361"/>
                  <a:pt x="498" y="368"/>
                  <a:pt x="504" y="370"/>
                </a:cubicBezTo>
                <a:cubicBezTo>
                  <a:pt x="497" y="384"/>
                  <a:pt x="489" y="397"/>
                  <a:pt x="479" y="409"/>
                </a:cubicBezTo>
                <a:cubicBezTo>
                  <a:pt x="484" y="398"/>
                  <a:pt x="488" y="383"/>
                  <a:pt x="480" y="371"/>
                </a:cubicBezTo>
                <a:cubicBezTo>
                  <a:pt x="467" y="350"/>
                  <a:pt x="448" y="342"/>
                  <a:pt x="448" y="342"/>
                </a:cubicBezTo>
                <a:cubicBezTo>
                  <a:pt x="448" y="342"/>
                  <a:pt x="442" y="366"/>
                  <a:pt x="448" y="386"/>
                </a:cubicBezTo>
                <a:cubicBezTo>
                  <a:pt x="454" y="406"/>
                  <a:pt x="465" y="416"/>
                  <a:pt x="470" y="420"/>
                </a:cubicBezTo>
                <a:cubicBezTo>
                  <a:pt x="467" y="423"/>
                  <a:pt x="465" y="426"/>
                  <a:pt x="462" y="429"/>
                </a:cubicBezTo>
                <a:cubicBezTo>
                  <a:pt x="454" y="437"/>
                  <a:pt x="445" y="444"/>
                  <a:pt x="436" y="451"/>
                </a:cubicBezTo>
                <a:cubicBezTo>
                  <a:pt x="443" y="441"/>
                  <a:pt x="451" y="428"/>
                  <a:pt x="447" y="414"/>
                </a:cubicBezTo>
                <a:cubicBezTo>
                  <a:pt x="439" y="391"/>
                  <a:pt x="424" y="378"/>
                  <a:pt x="424" y="378"/>
                </a:cubicBezTo>
                <a:cubicBezTo>
                  <a:pt x="424" y="378"/>
                  <a:pt x="412" y="399"/>
                  <a:pt x="412" y="420"/>
                </a:cubicBezTo>
                <a:cubicBezTo>
                  <a:pt x="413" y="441"/>
                  <a:pt x="421" y="454"/>
                  <a:pt x="425" y="458"/>
                </a:cubicBezTo>
                <a:cubicBezTo>
                  <a:pt x="412" y="467"/>
                  <a:pt x="399" y="474"/>
                  <a:pt x="384" y="479"/>
                </a:cubicBezTo>
                <a:cubicBezTo>
                  <a:pt x="394" y="472"/>
                  <a:pt x="405" y="461"/>
                  <a:pt x="404" y="447"/>
                </a:cubicBezTo>
                <a:cubicBezTo>
                  <a:pt x="402" y="423"/>
                  <a:pt x="391" y="406"/>
                  <a:pt x="391" y="406"/>
                </a:cubicBezTo>
                <a:cubicBezTo>
                  <a:pt x="391" y="406"/>
                  <a:pt x="374" y="424"/>
                  <a:pt x="369" y="444"/>
                </a:cubicBezTo>
                <a:cubicBezTo>
                  <a:pt x="364" y="464"/>
                  <a:pt x="369" y="479"/>
                  <a:pt x="371" y="484"/>
                </a:cubicBezTo>
                <a:cubicBezTo>
                  <a:pt x="357" y="489"/>
                  <a:pt x="342" y="492"/>
                  <a:pt x="327" y="494"/>
                </a:cubicBezTo>
                <a:cubicBezTo>
                  <a:pt x="338" y="490"/>
                  <a:pt x="351" y="482"/>
                  <a:pt x="354" y="468"/>
                </a:cubicBezTo>
                <a:cubicBezTo>
                  <a:pt x="359" y="444"/>
                  <a:pt x="352" y="425"/>
                  <a:pt x="352" y="425"/>
                </a:cubicBezTo>
                <a:cubicBezTo>
                  <a:pt x="352" y="425"/>
                  <a:pt x="330" y="437"/>
                  <a:pt x="320" y="456"/>
                </a:cubicBezTo>
                <a:cubicBezTo>
                  <a:pt x="311" y="474"/>
                  <a:pt x="311" y="489"/>
                  <a:pt x="312" y="495"/>
                </a:cubicBezTo>
                <a:cubicBezTo>
                  <a:pt x="308" y="495"/>
                  <a:pt x="304" y="496"/>
                  <a:pt x="300" y="496"/>
                </a:cubicBezTo>
                <a:cubicBezTo>
                  <a:pt x="296" y="496"/>
                  <a:pt x="292" y="495"/>
                  <a:pt x="288" y="495"/>
                </a:cubicBezTo>
                <a:cubicBezTo>
                  <a:pt x="289" y="489"/>
                  <a:pt x="289" y="474"/>
                  <a:pt x="280" y="456"/>
                </a:cubicBezTo>
                <a:cubicBezTo>
                  <a:pt x="270" y="437"/>
                  <a:pt x="248" y="425"/>
                  <a:pt x="248" y="425"/>
                </a:cubicBezTo>
                <a:cubicBezTo>
                  <a:pt x="248" y="425"/>
                  <a:pt x="241" y="444"/>
                  <a:pt x="246" y="468"/>
                </a:cubicBezTo>
                <a:cubicBezTo>
                  <a:pt x="249" y="481"/>
                  <a:pt x="262" y="489"/>
                  <a:pt x="273" y="494"/>
                </a:cubicBezTo>
                <a:cubicBezTo>
                  <a:pt x="258" y="492"/>
                  <a:pt x="243" y="489"/>
                  <a:pt x="229" y="484"/>
                </a:cubicBezTo>
                <a:cubicBezTo>
                  <a:pt x="232" y="478"/>
                  <a:pt x="236" y="464"/>
                  <a:pt x="231" y="444"/>
                </a:cubicBezTo>
                <a:cubicBezTo>
                  <a:pt x="227" y="424"/>
                  <a:pt x="209" y="406"/>
                  <a:pt x="209" y="406"/>
                </a:cubicBezTo>
                <a:cubicBezTo>
                  <a:pt x="209" y="406"/>
                  <a:pt x="198" y="423"/>
                  <a:pt x="196" y="447"/>
                </a:cubicBezTo>
                <a:cubicBezTo>
                  <a:pt x="196" y="461"/>
                  <a:pt x="206" y="472"/>
                  <a:pt x="215" y="479"/>
                </a:cubicBezTo>
                <a:cubicBezTo>
                  <a:pt x="201" y="474"/>
                  <a:pt x="188" y="467"/>
                  <a:pt x="175" y="458"/>
                </a:cubicBezTo>
                <a:cubicBezTo>
                  <a:pt x="179" y="453"/>
                  <a:pt x="187" y="441"/>
                  <a:pt x="188" y="420"/>
                </a:cubicBezTo>
                <a:cubicBezTo>
                  <a:pt x="189" y="399"/>
                  <a:pt x="176" y="378"/>
                  <a:pt x="176" y="378"/>
                </a:cubicBezTo>
                <a:cubicBezTo>
                  <a:pt x="176" y="378"/>
                  <a:pt x="161" y="391"/>
                  <a:pt x="153" y="414"/>
                </a:cubicBezTo>
                <a:cubicBezTo>
                  <a:pt x="149" y="427"/>
                  <a:pt x="156" y="441"/>
                  <a:pt x="164" y="450"/>
                </a:cubicBezTo>
                <a:cubicBezTo>
                  <a:pt x="155" y="444"/>
                  <a:pt x="146" y="436"/>
                  <a:pt x="139" y="429"/>
                </a:cubicBezTo>
                <a:cubicBezTo>
                  <a:pt x="136" y="426"/>
                  <a:pt x="133" y="423"/>
                  <a:pt x="130" y="420"/>
                </a:cubicBezTo>
                <a:cubicBezTo>
                  <a:pt x="135" y="416"/>
                  <a:pt x="146" y="406"/>
                  <a:pt x="152" y="386"/>
                </a:cubicBezTo>
                <a:cubicBezTo>
                  <a:pt x="158" y="366"/>
                  <a:pt x="152" y="342"/>
                  <a:pt x="152" y="342"/>
                </a:cubicBezTo>
                <a:cubicBezTo>
                  <a:pt x="152" y="342"/>
                  <a:pt x="134" y="350"/>
                  <a:pt x="120" y="371"/>
                </a:cubicBezTo>
                <a:cubicBezTo>
                  <a:pt x="112" y="383"/>
                  <a:pt x="116" y="398"/>
                  <a:pt x="121" y="408"/>
                </a:cubicBezTo>
                <a:cubicBezTo>
                  <a:pt x="111" y="397"/>
                  <a:pt x="103" y="384"/>
                  <a:pt x="96" y="370"/>
                </a:cubicBezTo>
                <a:cubicBezTo>
                  <a:pt x="102" y="368"/>
                  <a:pt x="116" y="361"/>
                  <a:pt x="126" y="343"/>
                </a:cubicBezTo>
                <a:cubicBezTo>
                  <a:pt x="137" y="325"/>
                  <a:pt x="138" y="301"/>
                  <a:pt x="138" y="301"/>
                </a:cubicBezTo>
                <a:cubicBezTo>
                  <a:pt x="138" y="301"/>
                  <a:pt x="118" y="304"/>
                  <a:pt x="99" y="321"/>
                </a:cubicBezTo>
                <a:cubicBezTo>
                  <a:pt x="89" y="330"/>
                  <a:pt x="89" y="346"/>
                  <a:pt x="90" y="357"/>
                </a:cubicBezTo>
                <a:cubicBezTo>
                  <a:pt x="84" y="344"/>
                  <a:pt x="80" y="329"/>
                  <a:pt x="76" y="314"/>
                </a:cubicBezTo>
                <a:cubicBezTo>
                  <a:pt x="83" y="313"/>
                  <a:pt x="97" y="310"/>
                  <a:pt x="113" y="296"/>
                </a:cubicBezTo>
                <a:cubicBezTo>
                  <a:pt x="128" y="281"/>
                  <a:pt x="134" y="257"/>
                  <a:pt x="134" y="257"/>
                </a:cubicBezTo>
                <a:cubicBezTo>
                  <a:pt x="134" y="257"/>
                  <a:pt x="114" y="256"/>
                  <a:pt x="92" y="267"/>
                </a:cubicBezTo>
                <a:cubicBezTo>
                  <a:pt x="80" y="273"/>
                  <a:pt x="75" y="288"/>
                  <a:pt x="74" y="300"/>
                </a:cubicBezTo>
                <a:cubicBezTo>
                  <a:pt x="73" y="289"/>
                  <a:pt x="72" y="278"/>
                  <a:pt x="72" y="267"/>
                </a:cubicBezTo>
                <a:cubicBezTo>
                  <a:pt x="72" y="263"/>
                  <a:pt x="72" y="258"/>
                  <a:pt x="72" y="254"/>
                </a:cubicBezTo>
                <a:cubicBezTo>
                  <a:pt x="78" y="255"/>
                  <a:pt x="93" y="256"/>
                  <a:pt x="111" y="246"/>
                </a:cubicBezTo>
                <a:cubicBezTo>
                  <a:pt x="130" y="236"/>
                  <a:pt x="143" y="215"/>
                  <a:pt x="143" y="215"/>
                </a:cubicBezTo>
                <a:cubicBezTo>
                  <a:pt x="143" y="215"/>
                  <a:pt x="123" y="208"/>
                  <a:pt x="100" y="213"/>
                </a:cubicBezTo>
                <a:cubicBezTo>
                  <a:pt x="86" y="216"/>
                  <a:pt x="78" y="229"/>
                  <a:pt x="73" y="240"/>
                </a:cubicBezTo>
                <a:cubicBezTo>
                  <a:pt x="75" y="225"/>
                  <a:pt x="78" y="210"/>
                  <a:pt x="83" y="196"/>
                </a:cubicBezTo>
                <a:cubicBezTo>
                  <a:pt x="89" y="198"/>
                  <a:pt x="103" y="203"/>
                  <a:pt x="123" y="198"/>
                </a:cubicBezTo>
                <a:cubicBezTo>
                  <a:pt x="144" y="193"/>
                  <a:pt x="161" y="176"/>
                  <a:pt x="161" y="176"/>
                </a:cubicBezTo>
                <a:cubicBezTo>
                  <a:pt x="161" y="176"/>
                  <a:pt x="145" y="164"/>
                  <a:pt x="120" y="163"/>
                </a:cubicBezTo>
                <a:cubicBezTo>
                  <a:pt x="106" y="162"/>
                  <a:pt x="95" y="173"/>
                  <a:pt x="88" y="182"/>
                </a:cubicBezTo>
                <a:cubicBezTo>
                  <a:pt x="94" y="168"/>
                  <a:pt x="101" y="154"/>
                  <a:pt x="109" y="142"/>
                </a:cubicBezTo>
                <a:cubicBezTo>
                  <a:pt x="114" y="146"/>
                  <a:pt x="127" y="154"/>
                  <a:pt x="147" y="154"/>
                </a:cubicBezTo>
                <a:cubicBezTo>
                  <a:pt x="168" y="155"/>
                  <a:pt x="190" y="143"/>
                  <a:pt x="190" y="143"/>
                </a:cubicBezTo>
                <a:cubicBezTo>
                  <a:pt x="190" y="143"/>
                  <a:pt x="177" y="127"/>
                  <a:pt x="154" y="120"/>
                </a:cubicBezTo>
                <a:cubicBezTo>
                  <a:pt x="140" y="115"/>
                  <a:pt x="127" y="123"/>
                  <a:pt x="118" y="130"/>
                </a:cubicBezTo>
                <a:cubicBezTo>
                  <a:pt x="127" y="118"/>
                  <a:pt x="137" y="107"/>
                  <a:pt x="148" y="97"/>
                </a:cubicBezTo>
                <a:cubicBezTo>
                  <a:pt x="152" y="102"/>
                  <a:pt x="162" y="113"/>
                  <a:pt x="182" y="119"/>
                </a:cubicBezTo>
                <a:cubicBezTo>
                  <a:pt x="202" y="125"/>
                  <a:pt x="226" y="118"/>
                  <a:pt x="226" y="118"/>
                </a:cubicBezTo>
                <a:cubicBezTo>
                  <a:pt x="226" y="118"/>
                  <a:pt x="217" y="100"/>
                  <a:pt x="197" y="87"/>
                </a:cubicBezTo>
                <a:cubicBezTo>
                  <a:pt x="185" y="79"/>
                  <a:pt x="170" y="82"/>
                  <a:pt x="160" y="87"/>
                </a:cubicBezTo>
                <a:cubicBezTo>
                  <a:pt x="170" y="79"/>
                  <a:pt x="181" y="72"/>
                  <a:pt x="192" y="66"/>
                </a:cubicBezTo>
                <a:cubicBezTo>
                  <a:pt x="200" y="67"/>
                  <a:pt x="216" y="68"/>
                  <a:pt x="230" y="58"/>
                </a:cubicBezTo>
                <a:cubicBezTo>
                  <a:pt x="246" y="47"/>
                  <a:pt x="250" y="21"/>
                  <a:pt x="250" y="21"/>
                </a:cubicBezTo>
                <a:cubicBezTo>
                  <a:pt x="250" y="21"/>
                  <a:pt x="224" y="16"/>
                  <a:pt x="208" y="27"/>
                </a:cubicBezTo>
                <a:cubicBezTo>
                  <a:pt x="193" y="37"/>
                  <a:pt x="189" y="53"/>
                  <a:pt x="188" y="61"/>
                </a:cubicBezTo>
                <a:cubicBezTo>
                  <a:pt x="176" y="67"/>
                  <a:pt x="166" y="74"/>
                  <a:pt x="155" y="82"/>
                </a:cubicBezTo>
                <a:cubicBezTo>
                  <a:pt x="161" y="74"/>
                  <a:pt x="169" y="61"/>
                  <a:pt x="170" y="50"/>
                </a:cubicBezTo>
                <a:cubicBezTo>
                  <a:pt x="175" y="17"/>
                  <a:pt x="161" y="0"/>
                  <a:pt x="161" y="0"/>
                </a:cubicBezTo>
                <a:cubicBezTo>
                  <a:pt x="161" y="0"/>
                  <a:pt x="132" y="19"/>
                  <a:pt x="129" y="42"/>
                </a:cubicBezTo>
                <a:cubicBezTo>
                  <a:pt x="125" y="66"/>
                  <a:pt x="139" y="85"/>
                  <a:pt x="144" y="92"/>
                </a:cubicBezTo>
                <a:cubicBezTo>
                  <a:pt x="133" y="102"/>
                  <a:pt x="122" y="113"/>
                  <a:pt x="113" y="126"/>
                </a:cubicBezTo>
                <a:cubicBezTo>
                  <a:pt x="116" y="116"/>
                  <a:pt x="120" y="103"/>
                  <a:pt x="118" y="92"/>
                </a:cubicBezTo>
                <a:cubicBezTo>
                  <a:pt x="114" y="58"/>
                  <a:pt x="97" y="45"/>
                  <a:pt x="97" y="45"/>
                </a:cubicBezTo>
                <a:cubicBezTo>
                  <a:pt x="97" y="45"/>
                  <a:pt x="74" y="71"/>
                  <a:pt x="76" y="94"/>
                </a:cubicBezTo>
                <a:cubicBezTo>
                  <a:pt x="79" y="118"/>
                  <a:pt x="97" y="133"/>
                  <a:pt x="104" y="138"/>
                </a:cubicBezTo>
                <a:cubicBezTo>
                  <a:pt x="96" y="151"/>
                  <a:pt x="88" y="164"/>
                  <a:pt x="82" y="179"/>
                </a:cubicBezTo>
                <a:cubicBezTo>
                  <a:pt x="83" y="168"/>
                  <a:pt x="83" y="155"/>
                  <a:pt x="79" y="145"/>
                </a:cubicBezTo>
                <a:cubicBezTo>
                  <a:pt x="67" y="113"/>
                  <a:pt x="46" y="105"/>
                  <a:pt x="46" y="105"/>
                </a:cubicBezTo>
                <a:cubicBezTo>
                  <a:pt x="46" y="105"/>
                  <a:pt x="31" y="136"/>
                  <a:pt x="39" y="158"/>
                </a:cubicBezTo>
                <a:cubicBezTo>
                  <a:pt x="48" y="180"/>
                  <a:pt x="69" y="190"/>
                  <a:pt x="77" y="193"/>
                </a:cubicBezTo>
                <a:cubicBezTo>
                  <a:pt x="72" y="208"/>
                  <a:pt x="69" y="223"/>
                  <a:pt x="67" y="238"/>
                </a:cubicBezTo>
                <a:cubicBezTo>
                  <a:pt x="65" y="228"/>
                  <a:pt x="62" y="215"/>
                  <a:pt x="55" y="206"/>
                </a:cubicBezTo>
                <a:cubicBezTo>
                  <a:pt x="35" y="179"/>
                  <a:pt x="13" y="177"/>
                  <a:pt x="13" y="177"/>
                </a:cubicBezTo>
                <a:cubicBezTo>
                  <a:pt x="13" y="177"/>
                  <a:pt x="6" y="210"/>
                  <a:pt x="20" y="230"/>
                </a:cubicBezTo>
                <a:cubicBezTo>
                  <a:pt x="34" y="249"/>
                  <a:pt x="57" y="253"/>
                  <a:pt x="66" y="253"/>
                </a:cubicBezTo>
                <a:cubicBezTo>
                  <a:pt x="65" y="258"/>
                  <a:pt x="65" y="262"/>
                  <a:pt x="65" y="267"/>
                </a:cubicBezTo>
                <a:cubicBezTo>
                  <a:pt x="65" y="278"/>
                  <a:pt x="66" y="289"/>
                  <a:pt x="68" y="300"/>
                </a:cubicBezTo>
                <a:cubicBezTo>
                  <a:pt x="63" y="290"/>
                  <a:pt x="56" y="278"/>
                  <a:pt x="48" y="272"/>
                </a:cubicBezTo>
                <a:cubicBezTo>
                  <a:pt x="21" y="251"/>
                  <a:pt x="0" y="254"/>
                  <a:pt x="0" y="254"/>
                </a:cubicBezTo>
                <a:cubicBezTo>
                  <a:pt x="0" y="254"/>
                  <a:pt x="2" y="288"/>
                  <a:pt x="20" y="303"/>
                </a:cubicBezTo>
                <a:cubicBezTo>
                  <a:pt x="38" y="318"/>
                  <a:pt x="62" y="316"/>
                  <a:pt x="70" y="315"/>
                </a:cubicBezTo>
                <a:cubicBezTo>
                  <a:pt x="73" y="330"/>
                  <a:pt x="78" y="345"/>
                  <a:pt x="84" y="358"/>
                </a:cubicBezTo>
                <a:cubicBezTo>
                  <a:pt x="77" y="351"/>
                  <a:pt x="68" y="341"/>
                  <a:pt x="58" y="337"/>
                </a:cubicBezTo>
                <a:cubicBezTo>
                  <a:pt x="26" y="324"/>
                  <a:pt x="7" y="332"/>
                  <a:pt x="7" y="332"/>
                </a:cubicBezTo>
                <a:cubicBezTo>
                  <a:pt x="7" y="332"/>
                  <a:pt x="17" y="365"/>
                  <a:pt x="39" y="375"/>
                </a:cubicBezTo>
                <a:cubicBezTo>
                  <a:pt x="61" y="384"/>
                  <a:pt x="83" y="376"/>
                  <a:pt x="90" y="373"/>
                </a:cubicBezTo>
                <a:cubicBezTo>
                  <a:pt x="97" y="387"/>
                  <a:pt x="106" y="400"/>
                  <a:pt x="115" y="412"/>
                </a:cubicBezTo>
                <a:cubicBezTo>
                  <a:pt x="107" y="406"/>
                  <a:pt x="95" y="399"/>
                  <a:pt x="84" y="397"/>
                </a:cubicBezTo>
                <a:cubicBezTo>
                  <a:pt x="50" y="393"/>
                  <a:pt x="34" y="406"/>
                  <a:pt x="34" y="406"/>
                </a:cubicBezTo>
                <a:cubicBezTo>
                  <a:pt x="34" y="406"/>
                  <a:pt x="52" y="435"/>
                  <a:pt x="76" y="439"/>
                </a:cubicBezTo>
                <a:cubicBezTo>
                  <a:pt x="99" y="443"/>
                  <a:pt x="118" y="429"/>
                  <a:pt x="125" y="423"/>
                </a:cubicBezTo>
                <a:cubicBezTo>
                  <a:pt x="135" y="435"/>
                  <a:pt x="147" y="445"/>
                  <a:pt x="159" y="455"/>
                </a:cubicBezTo>
                <a:cubicBezTo>
                  <a:pt x="149" y="451"/>
                  <a:pt x="136" y="448"/>
                  <a:pt x="125" y="449"/>
                </a:cubicBezTo>
                <a:cubicBezTo>
                  <a:pt x="91" y="453"/>
                  <a:pt x="79" y="470"/>
                  <a:pt x="79" y="470"/>
                </a:cubicBezTo>
                <a:cubicBezTo>
                  <a:pt x="79" y="470"/>
                  <a:pt x="104" y="493"/>
                  <a:pt x="128" y="491"/>
                </a:cubicBezTo>
                <a:cubicBezTo>
                  <a:pt x="152" y="489"/>
                  <a:pt x="167" y="471"/>
                  <a:pt x="171" y="464"/>
                </a:cubicBezTo>
                <a:cubicBezTo>
                  <a:pt x="184" y="472"/>
                  <a:pt x="198" y="479"/>
                  <a:pt x="213" y="485"/>
                </a:cubicBezTo>
                <a:cubicBezTo>
                  <a:pt x="202" y="484"/>
                  <a:pt x="188" y="484"/>
                  <a:pt x="178" y="488"/>
                </a:cubicBezTo>
                <a:cubicBezTo>
                  <a:pt x="147" y="501"/>
                  <a:pt x="139" y="521"/>
                  <a:pt x="139" y="521"/>
                </a:cubicBezTo>
                <a:cubicBezTo>
                  <a:pt x="139" y="521"/>
                  <a:pt x="170" y="537"/>
                  <a:pt x="192" y="528"/>
                </a:cubicBezTo>
                <a:cubicBezTo>
                  <a:pt x="214" y="520"/>
                  <a:pt x="224" y="498"/>
                  <a:pt x="227" y="490"/>
                </a:cubicBezTo>
                <a:cubicBezTo>
                  <a:pt x="241" y="495"/>
                  <a:pt x="257" y="498"/>
                  <a:pt x="272" y="500"/>
                </a:cubicBezTo>
                <a:cubicBezTo>
                  <a:pt x="262" y="502"/>
                  <a:pt x="249" y="506"/>
                  <a:pt x="240" y="512"/>
                </a:cubicBezTo>
                <a:cubicBezTo>
                  <a:pt x="212" y="533"/>
                  <a:pt x="210" y="554"/>
                  <a:pt x="210" y="554"/>
                </a:cubicBezTo>
                <a:cubicBezTo>
                  <a:pt x="210" y="554"/>
                  <a:pt x="244" y="561"/>
                  <a:pt x="263" y="547"/>
                </a:cubicBezTo>
                <a:cubicBezTo>
                  <a:pt x="282" y="533"/>
                  <a:pt x="286" y="510"/>
                  <a:pt x="287" y="502"/>
                </a:cubicBezTo>
                <a:cubicBezTo>
                  <a:pt x="291" y="502"/>
                  <a:pt x="296" y="502"/>
                  <a:pt x="300" y="502"/>
                </a:cubicBezTo>
                <a:cubicBezTo>
                  <a:pt x="304" y="502"/>
                  <a:pt x="309" y="502"/>
                  <a:pt x="313" y="502"/>
                </a:cubicBezTo>
                <a:cubicBezTo>
                  <a:pt x="314" y="510"/>
                  <a:pt x="318" y="533"/>
                  <a:pt x="337" y="547"/>
                </a:cubicBezTo>
                <a:cubicBezTo>
                  <a:pt x="356" y="561"/>
                  <a:pt x="390" y="554"/>
                  <a:pt x="390" y="554"/>
                </a:cubicBezTo>
                <a:cubicBezTo>
                  <a:pt x="390" y="554"/>
                  <a:pt x="388" y="533"/>
                  <a:pt x="360" y="512"/>
                </a:cubicBezTo>
                <a:cubicBezTo>
                  <a:pt x="352" y="506"/>
                  <a:pt x="338" y="502"/>
                  <a:pt x="328" y="500"/>
                </a:cubicBezTo>
                <a:cubicBezTo>
                  <a:pt x="343" y="498"/>
                  <a:pt x="359" y="495"/>
                  <a:pt x="373" y="490"/>
                </a:cubicBezTo>
                <a:cubicBezTo>
                  <a:pt x="376" y="498"/>
                  <a:pt x="386" y="520"/>
                  <a:pt x="408" y="528"/>
                </a:cubicBezTo>
                <a:cubicBezTo>
                  <a:pt x="430" y="537"/>
                  <a:pt x="461" y="521"/>
                  <a:pt x="461" y="521"/>
                </a:cubicBezTo>
                <a:cubicBezTo>
                  <a:pt x="461" y="521"/>
                  <a:pt x="454" y="501"/>
                  <a:pt x="422" y="488"/>
                </a:cubicBezTo>
                <a:cubicBezTo>
                  <a:pt x="412" y="484"/>
                  <a:pt x="398" y="484"/>
                  <a:pt x="388" y="485"/>
                </a:cubicBezTo>
                <a:cubicBezTo>
                  <a:pt x="402" y="479"/>
                  <a:pt x="416" y="472"/>
                  <a:pt x="429" y="464"/>
                </a:cubicBezTo>
                <a:cubicBezTo>
                  <a:pt x="434" y="471"/>
                  <a:pt x="449" y="489"/>
                  <a:pt x="472" y="491"/>
                </a:cubicBezTo>
                <a:cubicBezTo>
                  <a:pt x="496" y="493"/>
                  <a:pt x="521" y="470"/>
                  <a:pt x="521" y="470"/>
                </a:cubicBezTo>
                <a:cubicBezTo>
                  <a:pt x="521" y="470"/>
                  <a:pt x="509" y="453"/>
                  <a:pt x="475" y="449"/>
                </a:cubicBezTo>
                <a:cubicBezTo>
                  <a:pt x="464" y="448"/>
                  <a:pt x="451" y="451"/>
                  <a:pt x="441" y="455"/>
                </a:cubicBezTo>
                <a:cubicBezTo>
                  <a:pt x="454" y="445"/>
                  <a:pt x="465" y="435"/>
                  <a:pt x="475" y="424"/>
                </a:cubicBezTo>
                <a:cubicBezTo>
                  <a:pt x="482" y="429"/>
                  <a:pt x="501" y="443"/>
                  <a:pt x="524" y="439"/>
                </a:cubicBezTo>
                <a:cubicBezTo>
                  <a:pt x="548" y="435"/>
                  <a:pt x="566" y="406"/>
                  <a:pt x="566" y="406"/>
                </a:cubicBezTo>
                <a:cubicBezTo>
                  <a:pt x="566" y="406"/>
                  <a:pt x="550" y="393"/>
                  <a:pt x="516" y="397"/>
                </a:cubicBezTo>
                <a:cubicBezTo>
                  <a:pt x="505" y="399"/>
                  <a:pt x="494" y="406"/>
                  <a:pt x="485" y="411"/>
                </a:cubicBezTo>
                <a:cubicBezTo>
                  <a:pt x="495" y="399"/>
                  <a:pt x="503" y="386"/>
                  <a:pt x="510" y="373"/>
                </a:cubicBezTo>
                <a:cubicBezTo>
                  <a:pt x="518" y="376"/>
                  <a:pt x="540" y="384"/>
                  <a:pt x="561" y="375"/>
                </a:cubicBezTo>
                <a:cubicBezTo>
                  <a:pt x="583" y="365"/>
                  <a:pt x="593" y="332"/>
                  <a:pt x="593" y="332"/>
                </a:cubicBezTo>
                <a:cubicBezTo>
                  <a:pt x="593" y="332"/>
                  <a:pt x="574" y="324"/>
                  <a:pt x="542" y="337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  <a:alpha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cs typeface="Open Sans" panose="020B0606030504020204" charset="0"/>
            </a:endParaRPr>
          </a:p>
        </p:txBody>
      </p:sp>
      <p:grpSp>
        <p:nvGrpSpPr>
          <p:cNvPr id="2" name="组合 1"/>
          <p:cNvGrpSpPr/>
          <p:nvPr>
            <p:custDataLst>
              <p:tags r:id="rId26"/>
            </p:custDataLst>
          </p:nvPr>
        </p:nvGrpSpPr>
        <p:grpSpPr>
          <a:xfrm>
            <a:off x="4191593" y="1642665"/>
            <a:ext cx="730403" cy="782708"/>
            <a:chOff x="4154854" y="1642665"/>
            <a:chExt cx="730403" cy="782708"/>
          </a:xfrm>
        </p:grpSpPr>
        <p:sp>
          <p:nvSpPr>
            <p:cNvPr id="157" name="Freeform 5"/>
            <p:cNvSpPr/>
            <p:nvPr>
              <p:custDataLst>
                <p:tags r:id="rId27"/>
              </p:custDataLst>
            </p:nvPr>
          </p:nvSpPr>
          <p:spPr bwMode="auto">
            <a:xfrm>
              <a:off x="4220702" y="1707112"/>
              <a:ext cx="599173" cy="652879"/>
            </a:xfrm>
            <a:custGeom>
              <a:avLst/>
              <a:gdLst>
                <a:gd name="T0" fmla="*/ 70 w 539"/>
                <a:gd name="T1" fmla="*/ 0 h 587"/>
                <a:gd name="T2" fmla="*/ 0 w 539"/>
                <a:gd name="T3" fmla="*/ 71 h 587"/>
                <a:gd name="T4" fmla="*/ 0 w 539"/>
                <a:gd name="T5" fmla="*/ 516 h 587"/>
                <a:gd name="T6" fmla="*/ 70 w 539"/>
                <a:gd name="T7" fmla="*/ 587 h 587"/>
                <a:gd name="T8" fmla="*/ 539 w 539"/>
                <a:gd name="T9" fmla="*/ 587 h 587"/>
                <a:gd name="T10" fmla="*/ 539 w 539"/>
                <a:gd name="T11" fmla="*/ 0 h 587"/>
                <a:gd name="T12" fmla="*/ 70 w 539"/>
                <a:gd name="T13" fmla="*/ 0 h 5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39" h="587">
                  <a:moveTo>
                    <a:pt x="70" y="0"/>
                  </a:moveTo>
                  <a:cubicBezTo>
                    <a:pt x="31" y="0"/>
                    <a:pt x="0" y="32"/>
                    <a:pt x="0" y="71"/>
                  </a:cubicBezTo>
                  <a:cubicBezTo>
                    <a:pt x="0" y="516"/>
                    <a:pt x="0" y="516"/>
                    <a:pt x="0" y="516"/>
                  </a:cubicBezTo>
                  <a:cubicBezTo>
                    <a:pt x="0" y="555"/>
                    <a:pt x="31" y="587"/>
                    <a:pt x="70" y="587"/>
                  </a:cubicBezTo>
                  <a:cubicBezTo>
                    <a:pt x="539" y="587"/>
                    <a:pt x="539" y="587"/>
                    <a:pt x="539" y="587"/>
                  </a:cubicBezTo>
                  <a:cubicBezTo>
                    <a:pt x="539" y="0"/>
                    <a:pt x="539" y="0"/>
                    <a:pt x="539" y="0"/>
                  </a:cubicBezTo>
                  <a:lnTo>
                    <a:pt x="70" y="0"/>
                  </a:lnTo>
                  <a:close/>
                </a:path>
              </a:pathLst>
            </a:custGeom>
            <a:solidFill>
              <a:srgbClr val="7E9A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158" name="Freeform 6"/>
            <p:cNvSpPr>
              <a:spLocks noEditPoints="1"/>
            </p:cNvSpPr>
            <p:nvPr>
              <p:custDataLst>
                <p:tags r:id="rId28"/>
              </p:custDataLst>
            </p:nvPr>
          </p:nvSpPr>
          <p:spPr bwMode="auto">
            <a:xfrm>
              <a:off x="4337455" y="1747275"/>
              <a:ext cx="26620" cy="417040"/>
            </a:xfrm>
            <a:custGeom>
              <a:avLst/>
              <a:gdLst>
                <a:gd name="T0" fmla="*/ 12 w 24"/>
                <a:gd name="T1" fmla="*/ 70 h 375"/>
                <a:gd name="T2" fmla="*/ 0 w 24"/>
                <a:gd name="T3" fmla="*/ 58 h 375"/>
                <a:gd name="T4" fmla="*/ 0 w 24"/>
                <a:gd name="T5" fmla="*/ 11 h 375"/>
                <a:gd name="T6" fmla="*/ 12 w 24"/>
                <a:gd name="T7" fmla="*/ 0 h 375"/>
                <a:gd name="T8" fmla="*/ 24 w 24"/>
                <a:gd name="T9" fmla="*/ 11 h 375"/>
                <a:gd name="T10" fmla="*/ 24 w 24"/>
                <a:gd name="T11" fmla="*/ 58 h 375"/>
                <a:gd name="T12" fmla="*/ 12 w 24"/>
                <a:gd name="T13" fmla="*/ 70 h 375"/>
                <a:gd name="T14" fmla="*/ 12 w 24"/>
                <a:gd name="T15" fmla="*/ 375 h 375"/>
                <a:gd name="T16" fmla="*/ 0 w 24"/>
                <a:gd name="T17" fmla="*/ 363 h 375"/>
                <a:gd name="T18" fmla="*/ 0 w 24"/>
                <a:gd name="T19" fmla="*/ 152 h 375"/>
                <a:gd name="T20" fmla="*/ 12 w 24"/>
                <a:gd name="T21" fmla="*/ 140 h 375"/>
                <a:gd name="T22" fmla="*/ 24 w 24"/>
                <a:gd name="T23" fmla="*/ 152 h 375"/>
                <a:gd name="T24" fmla="*/ 24 w 24"/>
                <a:gd name="T25" fmla="*/ 363 h 375"/>
                <a:gd name="T26" fmla="*/ 12 w 24"/>
                <a:gd name="T27" fmla="*/ 375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" h="375">
                  <a:moveTo>
                    <a:pt x="12" y="70"/>
                  </a:moveTo>
                  <a:cubicBezTo>
                    <a:pt x="5" y="70"/>
                    <a:pt x="0" y="65"/>
                    <a:pt x="0" y="58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4" y="5"/>
                    <a:pt x="24" y="11"/>
                  </a:cubicBezTo>
                  <a:cubicBezTo>
                    <a:pt x="24" y="58"/>
                    <a:pt x="24" y="58"/>
                    <a:pt x="24" y="58"/>
                  </a:cubicBezTo>
                  <a:cubicBezTo>
                    <a:pt x="24" y="65"/>
                    <a:pt x="18" y="70"/>
                    <a:pt x="12" y="70"/>
                  </a:cubicBezTo>
                  <a:close/>
                  <a:moveTo>
                    <a:pt x="12" y="375"/>
                  </a:moveTo>
                  <a:cubicBezTo>
                    <a:pt x="5" y="375"/>
                    <a:pt x="0" y="370"/>
                    <a:pt x="0" y="363"/>
                  </a:cubicBezTo>
                  <a:cubicBezTo>
                    <a:pt x="0" y="152"/>
                    <a:pt x="0" y="152"/>
                    <a:pt x="0" y="152"/>
                  </a:cubicBezTo>
                  <a:cubicBezTo>
                    <a:pt x="0" y="146"/>
                    <a:pt x="5" y="140"/>
                    <a:pt x="12" y="140"/>
                  </a:cubicBezTo>
                  <a:cubicBezTo>
                    <a:pt x="18" y="140"/>
                    <a:pt x="24" y="146"/>
                    <a:pt x="24" y="152"/>
                  </a:cubicBezTo>
                  <a:cubicBezTo>
                    <a:pt x="24" y="363"/>
                    <a:pt x="24" y="363"/>
                    <a:pt x="24" y="363"/>
                  </a:cubicBezTo>
                  <a:cubicBezTo>
                    <a:pt x="24" y="370"/>
                    <a:pt x="18" y="375"/>
                    <a:pt x="12" y="375"/>
                  </a:cubicBezTo>
                  <a:close/>
                </a:path>
              </a:pathLst>
            </a:custGeom>
            <a:solidFill>
              <a:srgbClr val="FFEE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159" name="Freeform 7"/>
            <p:cNvSpPr/>
            <p:nvPr>
              <p:custDataLst>
                <p:tags r:id="rId29"/>
              </p:custDataLst>
            </p:nvPr>
          </p:nvSpPr>
          <p:spPr bwMode="auto">
            <a:xfrm>
              <a:off x="4220702" y="2229696"/>
              <a:ext cx="599173" cy="130296"/>
            </a:xfrm>
            <a:custGeom>
              <a:avLst/>
              <a:gdLst>
                <a:gd name="T0" fmla="*/ 70 w 539"/>
                <a:gd name="T1" fmla="*/ 117 h 117"/>
                <a:gd name="T2" fmla="*/ 539 w 539"/>
                <a:gd name="T3" fmla="*/ 117 h 117"/>
                <a:gd name="T4" fmla="*/ 539 w 539"/>
                <a:gd name="T5" fmla="*/ 70 h 117"/>
                <a:gd name="T6" fmla="*/ 70 w 539"/>
                <a:gd name="T7" fmla="*/ 70 h 117"/>
                <a:gd name="T8" fmla="*/ 0 w 539"/>
                <a:gd name="T9" fmla="*/ 0 h 117"/>
                <a:gd name="T10" fmla="*/ 0 w 539"/>
                <a:gd name="T11" fmla="*/ 46 h 117"/>
                <a:gd name="T12" fmla="*/ 70 w 539"/>
                <a:gd name="T13" fmla="*/ 117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39" h="117">
                  <a:moveTo>
                    <a:pt x="70" y="117"/>
                  </a:moveTo>
                  <a:cubicBezTo>
                    <a:pt x="539" y="117"/>
                    <a:pt x="539" y="117"/>
                    <a:pt x="539" y="117"/>
                  </a:cubicBezTo>
                  <a:cubicBezTo>
                    <a:pt x="539" y="70"/>
                    <a:pt x="539" y="70"/>
                    <a:pt x="539" y="70"/>
                  </a:cubicBezTo>
                  <a:cubicBezTo>
                    <a:pt x="70" y="70"/>
                    <a:pt x="70" y="70"/>
                    <a:pt x="70" y="70"/>
                  </a:cubicBezTo>
                  <a:cubicBezTo>
                    <a:pt x="31" y="70"/>
                    <a:pt x="0" y="39"/>
                    <a:pt x="0" y="0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85"/>
                    <a:pt x="31" y="117"/>
                    <a:pt x="70" y="117"/>
                  </a:cubicBezTo>
                  <a:close/>
                </a:path>
              </a:pathLst>
            </a:custGeom>
            <a:solidFill>
              <a:srgbClr val="7E9A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160" name="Freeform 8"/>
            <p:cNvSpPr/>
            <p:nvPr>
              <p:custDataLst>
                <p:tags r:id="rId30"/>
              </p:custDataLst>
            </p:nvPr>
          </p:nvSpPr>
          <p:spPr bwMode="auto">
            <a:xfrm>
              <a:off x="4224905" y="2203076"/>
              <a:ext cx="594970" cy="104610"/>
            </a:xfrm>
            <a:custGeom>
              <a:avLst/>
              <a:gdLst>
                <a:gd name="T0" fmla="*/ 0 w 535"/>
                <a:gd name="T1" fmla="*/ 47 h 94"/>
                <a:gd name="T2" fmla="*/ 66 w 535"/>
                <a:gd name="T3" fmla="*/ 94 h 94"/>
                <a:gd name="T4" fmla="*/ 535 w 535"/>
                <a:gd name="T5" fmla="*/ 94 h 94"/>
                <a:gd name="T6" fmla="*/ 535 w 535"/>
                <a:gd name="T7" fmla="*/ 0 h 94"/>
                <a:gd name="T8" fmla="*/ 66 w 535"/>
                <a:gd name="T9" fmla="*/ 0 h 94"/>
                <a:gd name="T10" fmla="*/ 0 w 535"/>
                <a:gd name="T11" fmla="*/ 47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35" h="94">
                  <a:moveTo>
                    <a:pt x="0" y="47"/>
                  </a:moveTo>
                  <a:cubicBezTo>
                    <a:pt x="9" y="74"/>
                    <a:pt x="36" y="94"/>
                    <a:pt x="66" y="94"/>
                  </a:cubicBezTo>
                  <a:cubicBezTo>
                    <a:pt x="535" y="94"/>
                    <a:pt x="535" y="94"/>
                    <a:pt x="535" y="94"/>
                  </a:cubicBezTo>
                  <a:cubicBezTo>
                    <a:pt x="535" y="0"/>
                    <a:pt x="535" y="0"/>
                    <a:pt x="535" y="0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36" y="0"/>
                    <a:pt x="9" y="20"/>
                    <a:pt x="0" y="47"/>
                  </a:cubicBezTo>
                  <a:close/>
                </a:path>
              </a:pathLst>
            </a:custGeom>
            <a:solidFill>
              <a:srgbClr val="E3CA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161" name="Freeform 9"/>
            <p:cNvSpPr/>
            <p:nvPr>
              <p:custDataLst>
                <p:tags r:id="rId31"/>
              </p:custDataLst>
            </p:nvPr>
          </p:nvSpPr>
          <p:spPr bwMode="auto">
            <a:xfrm>
              <a:off x="4224905" y="2203076"/>
              <a:ext cx="594970" cy="96671"/>
            </a:xfrm>
            <a:custGeom>
              <a:avLst/>
              <a:gdLst>
                <a:gd name="T0" fmla="*/ 0 w 535"/>
                <a:gd name="T1" fmla="*/ 47 h 87"/>
                <a:gd name="T2" fmla="*/ 35 w 535"/>
                <a:gd name="T3" fmla="*/ 87 h 87"/>
                <a:gd name="T4" fmla="*/ 31 w 535"/>
                <a:gd name="T5" fmla="*/ 70 h 87"/>
                <a:gd name="T6" fmla="*/ 66 w 535"/>
                <a:gd name="T7" fmla="*/ 35 h 87"/>
                <a:gd name="T8" fmla="*/ 535 w 535"/>
                <a:gd name="T9" fmla="*/ 35 h 87"/>
                <a:gd name="T10" fmla="*/ 535 w 535"/>
                <a:gd name="T11" fmla="*/ 0 h 87"/>
                <a:gd name="T12" fmla="*/ 66 w 535"/>
                <a:gd name="T13" fmla="*/ 0 h 87"/>
                <a:gd name="T14" fmla="*/ 0 w 535"/>
                <a:gd name="T15" fmla="*/ 4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35" h="87">
                  <a:moveTo>
                    <a:pt x="0" y="47"/>
                  </a:moveTo>
                  <a:cubicBezTo>
                    <a:pt x="6" y="64"/>
                    <a:pt x="19" y="79"/>
                    <a:pt x="35" y="87"/>
                  </a:cubicBezTo>
                  <a:cubicBezTo>
                    <a:pt x="32" y="82"/>
                    <a:pt x="31" y="76"/>
                    <a:pt x="31" y="70"/>
                  </a:cubicBezTo>
                  <a:cubicBezTo>
                    <a:pt x="31" y="51"/>
                    <a:pt x="47" y="35"/>
                    <a:pt x="66" y="35"/>
                  </a:cubicBezTo>
                  <a:cubicBezTo>
                    <a:pt x="535" y="35"/>
                    <a:pt x="535" y="35"/>
                    <a:pt x="535" y="35"/>
                  </a:cubicBezTo>
                  <a:cubicBezTo>
                    <a:pt x="535" y="0"/>
                    <a:pt x="535" y="0"/>
                    <a:pt x="535" y="0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36" y="0"/>
                    <a:pt x="9" y="20"/>
                    <a:pt x="0" y="47"/>
                  </a:cubicBezTo>
                  <a:close/>
                </a:path>
              </a:pathLst>
            </a:custGeom>
            <a:solidFill>
              <a:srgbClr val="CEA25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162" name="Freeform 10"/>
            <p:cNvSpPr/>
            <p:nvPr>
              <p:custDataLst>
                <p:tags r:id="rId32"/>
              </p:custDataLst>
            </p:nvPr>
          </p:nvSpPr>
          <p:spPr bwMode="auto">
            <a:xfrm>
              <a:off x="4428522" y="2255382"/>
              <a:ext cx="131230" cy="156915"/>
            </a:xfrm>
            <a:custGeom>
              <a:avLst/>
              <a:gdLst>
                <a:gd name="T0" fmla="*/ 0 w 281"/>
                <a:gd name="T1" fmla="*/ 0 h 336"/>
                <a:gd name="T2" fmla="*/ 0 w 281"/>
                <a:gd name="T3" fmla="*/ 336 h 336"/>
                <a:gd name="T4" fmla="*/ 140 w 281"/>
                <a:gd name="T5" fmla="*/ 224 h 336"/>
                <a:gd name="T6" fmla="*/ 281 w 281"/>
                <a:gd name="T7" fmla="*/ 336 h 336"/>
                <a:gd name="T8" fmla="*/ 281 w 281"/>
                <a:gd name="T9" fmla="*/ 0 h 336"/>
                <a:gd name="T10" fmla="*/ 0 w 281"/>
                <a:gd name="T11" fmla="*/ 0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1" h="336">
                  <a:moveTo>
                    <a:pt x="0" y="0"/>
                  </a:moveTo>
                  <a:lnTo>
                    <a:pt x="0" y="336"/>
                  </a:lnTo>
                  <a:lnTo>
                    <a:pt x="140" y="224"/>
                  </a:lnTo>
                  <a:lnTo>
                    <a:pt x="281" y="336"/>
                  </a:lnTo>
                  <a:lnTo>
                    <a:pt x="28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155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163" name="Freeform 11"/>
            <p:cNvSpPr/>
            <p:nvPr>
              <p:custDataLst>
                <p:tags r:id="rId33"/>
              </p:custDataLst>
            </p:nvPr>
          </p:nvSpPr>
          <p:spPr bwMode="auto">
            <a:xfrm>
              <a:off x="4428522" y="2321230"/>
              <a:ext cx="131230" cy="91067"/>
            </a:xfrm>
            <a:custGeom>
              <a:avLst/>
              <a:gdLst>
                <a:gd name="T0" fmla="*/ 0 w 281"/>
                <a:gd name="T1" fmla="*/ 0 h 195"/>
                <a:gd name="T2" fmla="*/ 0 w 281"/>
                <a:gd name="T3" fmla="*/ 195 h 195"/>
                <a:gd name="T4" fmla="*/ 140 w 281"/>
                <a:gd name="T5" fmla="*/ 83 h 195"/>
                <a:gd name="T6" fmla="*/ 281 w 281"/>
                <a:gd name="T7" fmla="*/ 195 h 195"/>
                <a:gd name="T8" fmla="*/ 281 w 281"/>
                <a:gd name="T9" fmla="*/ 0 h 195"/>
                <a:gd name="T10" fmla="*/ 0 w 281"/>
                <a:gd name="T11" fmla="*/ 0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1" h="195">
                  <a:moveTo>
                    <a:pt x="0" y="0"/>
                  </a:moveTo>
                  <a:lnTo>
                    <a:pt x="0" y="195"/>
                  </a:lnTo>
                  <a:lnTo>
                    <a:pt x="140" y="83"/>
                  </a:lnTo>
                  <a:lnTo>
                    <a:pt x="281" y="195"/>
                  </a:lnTo>
                  <a:lnTo>
                    <a:pt x="28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B79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164" name="Freeform 12"/>
            <p:cNvSpPr/>
            <p:nvPr>
              <p:custDataLst>
                <p:tags r:id="rId34"/>
              </p:custDataLst>
            </p:nvPr>
          </p:nvSpPr>
          <p:spPr bwMode="auto">
            <a:xfrm>
              <a:off x="4337455" y="1850484"/>
              <a:ext cx="26620" cy="26620"/>
            </a:xfrm>
            <a:custGeom>
              <a:avLst/>
              <a:gdLst>
                <a:gd name="T0" fmla="*/ 0 w 24"/>
                <a:gd name="T1" fmla="*/ 12 h 24"/>
                <a:gd name="T2" fmla="*/ 12 w 24"/>
                <a:gd name="T3" fmla="*/ 24 h 24"/>
                <a:gd name="T4" fmla="*/ 24 w 24"/>
                <a:gd name="T5" fmla="*/ 12 h 24"/>
                <a:gd name="T6" fmla="*/ 24 w 24"/>
                <a:gd name="T7" fmla="*/ 12 h 24"/>
                <a:gd name="T8" fmla="*/ 12 w 24"/>
                <a:gd name="T9" fmla="*/ 0 h 24"/>
                <a:gd name="T10" fmla="*/ 0 w 24"/>
                <a:gd name="T11" fmla="*/ 12 h 24"/>
                <a:gd name="T12" fmla="*/ 0 w 24"/>
                <a:gd name="T13" fmla="*/ 1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" h="24">
                  <a:moveTo>
                    <a:pt x="0" y="12"/>
                  </a:moveTo>
                  <a:cubicBezTo>
                    <a:pt x="0" y="19"/>
                    <a:pt x="5" y="24"/>
                    <a:pt x="12" y="24"/>
                  </a:cubicBezTo>
                  <a:cubicBezTo>
                    <a:pt x="18" y="24"/>
                    <a:pt x="24" y="19"/>
                    <a:pt x="24" y="12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4" y="6"/>
                    <a:pt x="18" y="0"/>
                    <a:pt x="12" y="0"/>
                  </a:cubicBezTo>
                  <a:cubicBezTo>
                    <a:pt x="5" y="0"/>
                    <a:pt x="0" y="6"/>
                    <a:pt x="0" y="12"/>
                  </a:cubicBezTo>
                  <a:cubicBezTo>
                    <a:pt x="0" y="12"/>
                    <a:pt x="0" y="12"/>
                    <a:pt x="0" y="12"/>
                  </a:cubicBezTo>
                  <a:close/>
                </a:path>
              </a:pathLst>
            </a:custGeom>
            <a:solidFill>
              <a:srgbClr val="FFEE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165" name="Freeform 13"/>
            <p:cNvSpPr>
              <a:spLocks noEditPoints="1"/>
            </p:cNvSpPr>
            <p:nvPr>
              <p:custDataLst>
                <p:tags r:id="rId35"/>
              </p:custDataLst>
            </p:nvPr>
          </p:nvSpPr>
          <p:spPr bwMode="auto">
            <a:xfrm>
              <a:off x="4416379" y="1824799"/>
              <a:ext cx="286744" cy="261525"/>
            </a:xfrm>
            <a:custGeom>
              <a:avLst/>
              <a:gdLst>
                <a:gd name="T0" fmla="*/ 11 w 258"/>
                <a:gd name="T1" fmla="*/ 23 h 235"/>
                <a:gd name="T2" fmla="*/ 246 w 258"/>
                <a:gd name="T3" fmla="*/ 23 h 235"/>
                <a:gd name="T4" fmla="*/ 258 w 258"/>
                <a:gd name="T5" fmla="*/ 12 h 235"/>
                <a:gd name="T6" fmla="*/ 246 w 258"/>
                <a:gd name="T7" fmla="*/ 0 h 235"/>
                <a:gd name="T8" fmla="*/ 11 w 258"/>
                <a:gd name="T9" fmla="*/ 0 h 235"/>
                <a:gd name="T10" fmla="*/ 0 w 258"/>
                <a:gd name="T11" fmla="*/ 12 h 235"/>
                <a:gd name="T12" fmla="*/ 11 w 258"/>
                <a:gd name="T13" fmla="*/ 23 h 235"/>
                <a:gd name="T14" fmla="*/ 211 w 258"/>
                <a:gd name="T15" fmla="*/ 59 h 235"/>
                <a:gd name="T16" fmla="*/ 199 w 258"/>
                <a:gd name="T17" fmla="*/ 47 h 235"/>
                <a:gd name="T18" fmla="*/ 58 w 258"/>
                <a:gd name="T19" fmla="*/ 47 h 235"/>
                <a:gd name="T20" fmla="*/ 46 w 258"/>
                <a:gd name="T21" fmla="*/ 59 h 235"/>
                <a:gd name="T22" fmla="*/ 58 w 258"/>
                <a:gd name="T23" fmla="*/ 70 h 235"/>
                <a:gd name="T24" fmla="*/ 199 w 258"/>
                <a:gd name="T25" fmla="*/ 70 h 235"/>
                <a:gd name="T26" fmla="*/ 211 w 258"/>
                <a:gd name="T27" fmla="*/ 59 h 235"/>
                <a:gd name="T28" fmla="*/ 11 w 258"/>
                <a:gd name="T29" fmla="*/ 235 h 235"/>
                <a:gd name="T30" fmla="*/ 140 w 258"/>
                <a:gd name="T31" fmla="*/ 235 h 235"/>
                <a:gd name="T32" fmla="*/ 152 w 258"/>
                <a:gd name="T33" fmla="*/ 223 h 235"/>
                <a:gd name="T34" fmla="*/ 140 w 258"/>
                <a:gd name="T35" fmla="*/ 211 h 235"/>
                <a:gd name="T36" fmla="*/ 11 w 258"/>
                <a:gd name="T37" fmla="*/ 211 h 235"/>
                <a:gd name="T38" fmla="*/ 0 w 258"/>
                <a:gd name="T39" fmla="*/ 223 h 235"/>
                <a:gd name="T40" fmla="*/ 11 w 258"/>
                <a:gd name="T41" fmla="*/ 235 h 235"/>
                <a:gd name="T42" fmla="*/ 246 w 258"/>
                <a:gd name="T43" fmla="*/ 211 h 235"/>
                <a:gd name="T44" fmla="*/ 187 w 258"/>
                <a:gd name="T45" fmla="*/ 211 h 235"/>
                <a:gd name="T46" fmla="*/ 175 w 258"/>
                <a:gd name="T47" fmla="*/ 223 h 235"/>
                <a:gd name="T48" fmla="*/ 187 w 258"/>
                <a:gd name="T49" fmla="*/ 235 h 235"/>
                <a:gd name="T50" fmla="*/ 246 w 258"/>
                <a:gd name="T51" fmla="*/ 235 h 235"/>
                <a:gd name="T52" fmla="*/ 258 w 258"/>
                <a:gd name="T53" fmla="*/ 223 h 235"/>
                <a:gd name="T54" fmla="*/ 246 w 258"/>
                <a:gd name="T55" fmla="*/ 211 h 2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258" h="235">
                  <a:moveTo>
                    <a:pt x="11" y="23"/>
                  </a:moveTo>
                  <a:cubicBezTo>
                    <a:pt x="246" y="23"/>
                    <a:pt x="246" y="23"/>
                    <a:pt x="246" y="23"/>
                  </a:cubicBezTo>
                  <a:cubicBezTo>
                    <a:pt x="252" y="23"/>
                    <a:pt x="258" y="18"/>
                    <a:pt x="258" y="12"/>
                  </a:cubicBezTo>
                  <a:cubicBezTo>
                    <a:pt x="258" y="5"/>
                    <a:pt x="252" y="0"/>
                    <a:pt x="246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5"/>
                    <a:pt x="0" y="12"/>
                  </a:cubicBezTo>
                  <a:cubicBezTo>
                    <a:pt x="0" y="18"/>
                    <a:pt x="5" y="23"/>
                    <a:pt x="11" y="23"/>
                  </a:cubicBezTo>
                  <a:close/>
                  <a:moveTo>
                    <a:pt x="211" y="59"/>
                  </a:moveTo>
                  <a:cubicBezTo>
                    <a:pt x="211" y="52"/>
                    <a:pt x="205" y="47"/>
                    <a:pt x="199" y="47"/>
                  </a:cubicBezTo>
                  <a:cubicBezTo>
                    <a:pt x="58" y="47"/>
                    <a:pt x="58" y="47"/>
                    <a:pt x="58" y="47"/>
                  </a:cubicBezTo>
                  <a:cubicBezTo>
                    <a:pt x="52" y="47"/>
                    <a:pt x="46" y="52"/>
                    <a:pt x="46" y="59"/>
                  </a:cubicBezTo>
                  <a:cubicBezTo>
                    <a:pt x="46" y="65"/>
                    <a:pt x="52" y="70"/>
                    <a:pt x="58" y="70"/>
                  </a:cubicBezTo>
                  <a:cubicBezTo>
                    <a:pt x="199" y="70"/>
                    <a:pt x="199" y="70"/>
                    <a:pt x="199" y="70"/>
                  </a:cubicBezTo>
                  <a:cubicBezTo>
                    <a:pt x="205" y="70"/>
                    <a:pt x="211" y="65"/>
                    <a:pt x="211" y="59"/>
                  </a:cubicBezTo>
                  <a:close/>
                  <a:moveTo>
                    <a:pt x="11" y="235"/>
                  </a:moveTo>
                  <a:cubicBezTo>
                    <a:pt x="140" y="235"/>
                    <a:pt x="140" y="235"/>
                    <a:pt x="140" y="235"/>
                  </a:cubicBezTo>
                  <a:cubicBezTo>
                    <a:pt x="147" y="235"/>
                    <a:pt x="152" y="229"/>
                    <a:pt x="152" y="223"/>
                  </a:cubicBezTo>
                  <a:cubicBezTo>
                    <a:pt x="152" y="216"/>
                    <a:pt x="147" y="211"/>
                    <a:pt x="140" y="211"/>
                  </a:cubicBezTo>
                  <a:cubicBezTo>
                    <a:pt x="11" y="211"/>
                    <a:pt x="11" y="211"/>
                    <a:pt x="11" y="211"/>
                  </a:cubicBezTo>
                  <a:cubicBezTo>
                    <a:pt x="5" y="211"/>
                    <a:pt x="0" y="216"/>
                    <a:pt x="0" y="223"/>
                  </a:cubicBezTo>
                  <a:cubicBezTo>
                    <a:pt x="0" y="229"/>
                    <a:pt x="5" y="235"/>
                    <a:pt x="11" y="235"/>
                  </a:cubicBezTo>
                  <a:close/>
                  <a:moveTo>
                    <a:pt x="246" y="211"/>
                  </a:moveTo>
                  <a:cubicBezTo>
                    <a:pt x="187" y="211"/>
                    <a:pt x="187" y="211"/>
                    <a:pt x="187" y="211"/>
                  </a:cubicBezTo>
                  <a:cubicBezTo>
                    <a:pt x="181" y="211"/>
                    <a:pt x="175" y="216"/>
                    <a:pt x="175" y="223"/>
                  </a:cubicBezTo>
                  <a:cubicBezTo>
                    <a:pt x="175" y="229"/>
                    <a:pt x="181" y="235"/>
                    <a:pt x="187" y="235"/>
                  </a:cubicBezTo>
                  <a:cubicBezTo>
                    <a:pt x="246" y="235"/>
                    <a:pt x="246" y="235"/>
                    <a:pt x="246" y="235"/>
                  </a:cubicBezTo>
                  <a:cubicBezTo>
                    <a:pt x="252" y="235"/>
                    <a:pt x="258" y="229"/>
                    <a:pt x="258" y="223"/>
                  </a:cubicBezTo>
                  <a:cubicBezTo>
                    <a:pt x="258" y="216"/>
                    <a:pt x="252" y="211"/>
                    <a:pt x="246" y="211"/>
                  </a:cubicBezTo>
                  <a:close/>
                </a:path>
              </a:pathLst>
            </a:custGeom>
            <a:solidFill>
              <a:srgbClr val="5044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166" name="Freeform 14"/>
            <p:cNvSpPr/>
            <p:nvPr>
              <p:custDataLst>
                <p:tags r:id="rId36"/>
              </p:custDataLst>
            </p:nvPr>
          </p:nvSpPr>
          <p:spPr bwMode="auto">
            <a:xfrm>
              <a:off x="4676504" y="2241838"/>
              <a:ext cx="26620" cy="27087"/>
            </a:xfrm>
            <a:custGeom>
              <a:avLst/>
              <a:gdLst>
                <a:gd name="T0" fmla="*/ 0 w 24"/>
                <a:gd name="T1" fmla="*/ 12 h 24"/>
                <a:gd name="T2" fmla="*/ 12 w 24"/>
                <a:gd name="T3" fmla="*/ 24 h 24"/>
                <a:gd name="T4" fmla="*/ 24 w 24"/>
                <a:gd name="T5" fmla="*/ 12 h 24"/>
                <a:gd name="T6" fmla="*/ 24 w 24"/>
                <a:gd name="T7" fmla="*/ 12 h 24"/>
                <a:gd name="T8" fmla="*/ 12 w 24"/>
                <a:gd name="T9" fmla="*/ 0 h 24"/>
                <a:gd name="T10" fmla="*/ 0 w 24"/>
                <a:gd name="T11" fmla="*/ 1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" h="24">
                  <a:moveTo>
                    <a:pt x="0" y="12"/>
                  </a:moveTo>
                  <a:cubicBezTo>
                    <a:pt x="0" y="18"/>
                    <a:pt x="5" y="24"/>
                    <a:pt x="12" y="24"/>
                  </a:cubicBezTo>
                  <a:cubicBezTo>
                    <a:pt x="18" y="24"/>
                    <a:pt x="24" y="18"/>
                    <a:pt x="24" y="12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4" y="5"/>
                    <a:pt x="18" y="0"/>
                    <a:pt x="12" y="0"/>
                  </a:cubicBezTo>
                  <a:cubicBezTo>
                    <a:pt x="5" y="0"/>
                    <a:pt x="0" y="5"/>
                    <a:pt x="0" y="12"/>
                  </a:cubicBezTo>
                  <a:close/>
                </a:path>
              </a:pathLst>
            </a:custGeom>
            <a:solidFill>
              <a:srgbClr val="50443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167" name="Oval 15"/>
            <p:cNvSpPr>
              <a:spLocks noChangeArrowheads="1"/>
            </p:cNvSpPr>
            <p:nvPr>
              <p:custDataLst>
                <p:tags r:id="rId37"/>
              </p:custDataLst>
            </p:nvPr>
          </p:nvSpPr>
          <p:spPr bwMode="auto">
            <a:xfrm>
              <a:off x="4858637" y="2190000"/>
              <a:ext cx="26620" cy="26620"/>
            </a:xfrm>
            <a:prstGeom prst="ellipse">
              <a:avLst/>
            </a:prstGeom>
            <a:solidFill>
              <a:srgbClr val="50443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168" name="Freeform 16"/>
            <p:cNvSpPr/>
            <p:nvPr>
              <p:custDataLst>
                <p:tags r:id="rId38"/>
              </p:custDataLst>
            </p:nvPr>
          </p:nvSpPr>
          <p:spPr bwMode="auto">
            <a:xfrm>
              <a:off x="4858637" y="2137695"/>
              <a:ext cx="26620" cy="26620"/>
            </a:xfrm>
            <a:custGeom>
              <a:avLst/>
              <a:gdLst>
                <a:gd name="T0" fmla="*/ 0 w 24"/>
                <a:gd name="T1" fmla="*/ 12 h 24"/>
                <a:gd name="T2" fmla="*/ 12 w 24"/>
                <a:gd name="T3" fmla="*/ 24 h 24"/>
                <a:gd name="T4" fmla="*/ 24 w 24"/>
                <a:gd name="T5" fmla="*/ 12 h 24"/>
                <a:gd name="T6" fmla="*/ 24 w 24"/>
                <a:gd name="T7" fmla="*/ 12 h 24"/>
                <a:gd name="T8" fmla="*/ 12 w 24"/>
                <a:gd name="T9" fmla="*/ 0 h 24"/>
                <a:gd name="T10" fmla="*/ 0 w 24"/>
                <a:gd name="T11" fmla="*/ 1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" h="24">
                  <a:moveTo>
                    <a:pt x="0" y="12"/>
                  </a:moveTo>
                  <a:cubicBezTo>
                    <a:pt x="0" y="19"/>
                    <a:pt x="6" y="24"/>
                    <a:pt x="12" y="24"/>
                  </a:cubicBezTo>
                  <a:cubicBezTo>
                    <a:pt x="18" y="24"/>
                    <a:pt x="24" y="19"/>
                    <a:pt x="24" y="12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4" y="6"/>
                    <a:pt x="18" y="0"/>
                    <a:pt x="12" y="0"/>
                  </a:cubicBezTo>
                  <a:cubicBezTo>
                    <a:pt x="6" y="0"/>
                    <a:pt x="0" y="6"/>
                    <a:pt x="0" y="12"/>
                  </a:cubicBezTo>
                  <a:close/>
                </a:path>
              </a:pathLst>
            </a:custGeom>
            <a:solidFill>
              <a:srgbClr val="50443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169" name="Freeform 17"/>
            <p:cNvSpPr/>
            <p:nvPr>
              <p:custDataLst>
                <p:tags r:id="rId39"/>
              </p:custDataLst>
            </p:nvPr>
          </p:nvSpPr>
          <p:spPr bwMode="auto">
            <a:xfrm>
              <a:off x="4858637" y="2086324"/>
              <a:ext cx="26620" cy="25686"/>
            </a:xfrm>
            <a:custGeom>
              <a:avLst/>
              <a:gdLst>
                <a:gd name="T0" fmla="*/ 0 w 24"/>
                <a:gd name="T1" fmla="*/ 11 h 23"/>
                <a:gd name="T2" fmla="*/ 12 w 24"/>
                <a:gd name="T3" fmla="*/ 23 h 23"/>
                <a:gd name="T4" fmla="*/ 24 w 24"/>
                <a:gd name="T5" fmla="*/ 11 h 23"/>
                <a:gd name="T6" fmla="*/ 24 w 24"/>
                <a:gd name="T7" fmla="*/ 11 h 23"/>
                <a:gd name="T8" fmla="*/ 12 w 24"/>
                <a:gd name="T9" fmla="*/ 0 h 23"/>
                <a:gd name="T10" fmla="*/ 0 w 24"/>
                <a:gd name="T11" fmla="*/ 11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" h="23">
                  <a:moveTo>
                    <a:pt x="0" y="11"/>
                  </a:moveTo>
                  <a:cubicBezTo>
                    <a:pt x="0" y="18"/>
                    <a:pt x="6" y="23"/>
                    <a:pt x="12" y="23"/>
                  </a:cubicBezTo>
                  <a:cubicBezTo>
                    <a:pt x="18" y="23"/>
                    <a:pt x="24" y="18"/>
                    <a:pt x="24" y="11"/>
                  </a:cubicBezTo>
                  <a:cubicBezTo>
                    <a:pt x="24" y="11"/>
                    <a:pt x="24" y="11"/>
                    <a:pt x="24" y="11"/>
                  </a:cubicBezTo>
                  <a:cubicBezTo>
                    <a:pt x="24" y="5"/>
                    <a:pt x="18" y="0"/>
                    <a:pt x="12" y="0"/>
                  </a:cubicBezTo>
                  <a:cubicBezTo>
                    <a:pt x="6" y="0"/>
                    <a:pt x="0" y="5"/>
                    <a:pt x="0" y="11"/>
                  </a:cubicBezTo>
                  <a:close/>
                </a:path>
              </a:pathLst>
            </a:custGeom>
            <a:solidFill>
              <a:srgbClr val="50443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170" name="Freeform 18"/>
            <p:cNvSpPr/>
            <p:nvPr>
              <p:custDataLst>
                <p:tags r:id="rId40"/>
              </p:custDataLst>
            </p:nvPr>
          </p:nvSpPr>
          <p:spPr bwMode="auto">
            <a:xfrm>
              <a:off x="4154854" y="1642665"/>
              <a:ext cx="156915" cy="286744"/>
            </a:xfrm>
            <a:custGeom>
              <a:avLst/>
              <a:gdLst>
                <a:gd name="T0" fmla="*/ 129 w 141"/>
                <a:gd name="T1" fmla="*/ 23 h 258"/>
                <a:gd name="T2" fmla="*/ 141 w 141"/>
                <a:gd name="T3" fmla="*/ 12 h 258"/>
                <a:gd name="T4" fmla="*/ 129 w 141"/>
                <a:gd name="T5" fmla="*/ 0 h 258"/>
                <a:gd name="T6" fmla="*/ 0 w 141"/>
                <a:gd name="T7" fmla="*/ 129 h 258"/>
                <a:gd name="T8" fmla="*/ 0 w 141"/>
                <a:gd name="T9" fmla="*/ 246 h 258"/>
                <a:gd name="T10" fmla="*/ 12 w 141"/>
                <a:gd name="T11" fmla="*/ 258 h 258"/>
                <a:gd name="T12" fmla="*/ 23 w 141"/>
                <a:gd name="T13" fmla="*/ 246 h 258"/>
                <a:gd name="T14" fmla="*/ 23 w 141"/>
                <a:gd name="T15" fmla="*/ 129 h 258"/>
                <a:gd name="T16" fmla="*/ 129 w 141"/>
                <a:gd name="T17" fmla="*/ 23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1" h="258">
                  <a:moveTo>
                    <a:pt x="129" y="23"/>
                  </a:moveTo>
                  <a:cubicBezTo>
                    <a:pt x="135" y="23"/>
                    <a:pt x="141" y="18"/>
                    <a:pt x="141" y="12"/>
                  </a:cubicBezTo>
                  <a:cubicBezTo>
                    <a:pt x="141" y="5"/>
                    <a:pt x="135" y="0"/>
                    <a:pt x="129" y="0"/>
                  </a:cubicBezTo>
                  <a:cubicBezTo>
                    <a:pt x="58" y="0"/>
                    <a:pt x="0" y="58"/>
                    <a:pt x="0" y="129"/>
                  </a:cubicBezTo>
                  <a:cubicBezTo>
                    <a:pt x="0" y="246"/>
                    <a:pt x="0" y="246"/>
                    <a:pt x="0" y="246"/>
                  </a:cubicBezTo>
                  <a:cubicBezTo>
                    <a:pt x="0" y="253"/>
                    <a:pt x="5" y="258"/>
                    <a:pt x="12" y="258"/>
                  </a:cubicBezTo>
                  <a:cubicBezTo>
                    <a:pt x="18" y="258"/>
                    <a:pt x="23" y="253"/>
                    <a:pt x="23" y="246"/>
                  </a:cubicBezTo>
                  <a:cubicBezTo>
                    <a:pt x="23" y="129"/>
                    <a:pt x="23" y="129"/>
                    <a:pt x="23" y="129"/>
                  </a:cubicBezTo>
                  <a:cubicBezTo>
                    <a:pt x="23" y="70"/>
                    <a:pt x="71" y="23"/>
                    <a:pt x="129" y="23"/>
                  </a:cubicBezTo>
                  <a:close/>
                </a:path>
              </a:pathLst>
            </a:custGeom>
            <a:solidFill>
              <a:srgbClr val="5044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171" name="Freeform 19"/>
            <p:cNvSpPr>
              <a:spLocks noEditPoints="1"/>
            </p:cNvSpPr>
            <p:nvPr>
              <p:custDataLst>
                <p:tags r:id="rId41"/>
              </p:custDataLst>
            </p:nvPr>
          </p:nvSpPr>
          <p:spPr bwMode="auto">
            <a:xfrm>
              <a:off x="4207159" y="1694970"/>
              <a:ext cx="626260" cy="730403"/>
            </a:xfrm>
            <a:custGeom>
              <a:avLst/>
              <a:gdLst>
                <a:gd name="T0" fmla="*/ 551 w 563"/>
                <a:gd name="T1" fmla="*/ 0 h 657"/>
                <a:gd name="T2" fmla="*/ 82 w 563"/>
                <a:gd name="T3" fmla="*/ 0 h 657"/>
                <a:gd name="T4" fmla="*/ 0 w 563"/>
                <a:gd name="T5" fmla="*/ 82 h 657"/>
                <a:gd name="T6" fmla="*/ 0 w 563"/>
                <a:gd name="T7" fmla="*/ 527 h 657"/>
                <a:gd name="T8" fmla="*/ 82 w 563"/>
                <a:gd name="T9" fmla="*/ 610 h 657"/>
                <a:gd name="T10" fmla="*/ 188 w 563"/>
                <a:gd name="T11" fmla="*/ 610 h 657"/>
                <a:gd name="T12" fmla="*/ 188 w 563"/>
                <a:gd name="T13" fmla="*/ 645 h 657"/>
                <a:gd name="T14" fmla="*/ 194 w 563"/>
                <a:gd name="T15" fmla="*/ 655 h 657"/>
                <a:gd name="T16" fmla="*/ 207 w 563"/>
                <a:gd name="T17" fmla="*/ 654 h 657"/>
                <a:gd name="T18" fmla="*/ 258 w 563"/>
                <a:gd name="T19" fmla="*/ 613 h 657"/>
                <a:gd name="T20" fmla="*/ 309 w 563"/>
                <a:gd name="T21" fmla="*/ 654 h 657"/>
                <a:gd name="T22" fmla="*/ 317 w 563"/>
                <a:gd name="T23" fmla="*/ 656 h 657"/>
                <a:gd name="T24" fmla="*/ 322 w 563"/>
                <a:gd name="T25" fmla="*/ 655 h 657"/>
                <a:gd name="T26" fmla="*/ 328 w 563"/>
                <a:gd name="T27" fmla="*/ 645 h 657"/>
                <a:gd name="T28" fmla="*/ 328 w 563"/>
                <a:gd name="T29" fmla="*/ 610 h 657"/>
                <a:gd name="T30" fmla="*/ 551 w 563"/>
                <a:gd name="T31" fmla="*/ 610 h 657"/>
                <a:gd name="T32" fmla="*/ 563 w 563"/>
                <a:gd name="T33" fmla="*/ 598 h 657"/>
                <a:gd name="T34" fmla="*/ 563 w 563"/>
                <a:gd name="T35" fmla="*/ 11 h 657"/>
                <a:gd name="T36" fmla="*/ 551 w 563"/>
                <a:gd name="T37" fmla="*/ 0 h 657"/>
                <a:gd name="T38" fmla="*/ 23 w 563"/>
                <a:gd name="T39" fmla="*/ 470 h 657"/>
                <a:gd name="T40" fmla="*/ 23 w 563"/>
                <a:gd name="T41" fmla="*/ 82 h 657"/>
                <a:gd name="T42" fmla="*/ 70 w 563"/>
                <a:gd name="T43" fmla="*/ 24 h 657"/>
                <a:gd name="T44" fmla="*/ 70 w 563"/>
                <a:gd name="T45" fmla="*/ 446 h 657"/>
                <a:gd name="T46" fmla="*/ 23 w 563"/>
                <a:gd name="T47" fmla="*/ 470 h 657"/>
                <a:gd name="T48" fmla="*/ 188 w 563"/>
                <a:gd name="T49" fmla="*/ 586 h 657"/>
                <a:gd name="T50" fmla="*/ 82 w 563"/>
                <a:gd name="T51" fmla="*/ 586 h 657"/>
                <a:gd name="T52" fmla="*/ 25 w 563"/>
                <a:gd name="T53" fmla="*/ 539 h 657"/>
                <a:gd name="T54" fmla="*/ 82 w 563"/>
                <a:gd name="T55" fmla="*/ 563 h 657"/>
                <a:gd name="T56" fmla="*/ 188 w 563"/>
                <a:gd name="T57" fmla="*/ 563 h 657"/>
                <a:gd name="T58" fmla="*/ 188 w 563"/>
                <a:gd name="T59" fmla="*/ 586 h 657"/>
                <a:gd name="T60" fmla="*/ 305 w 563"/>
                <a:gd name="T61" fmla="*/ 620 h 657"/>
                <a:gd name="T62" fmla="*/ 265 w 563"/>
                <a:gd name="T63" fmla="*/ 589 h 657"/>
                <a:gd name="T64" fmla="*/ 251 w 563"/>
                <a:gd name="T65" fmla="*/ 589 h 657"/>
                <a:gd name="T66" fmla="*/ 211 w 563"/>
                <a:gd name="T67" fmla="*/ 620 h 657"/>
                <a:gd name="T68" fmla="*/ 211 w 563"/>
                <a:gd name="T69" fmla="*/ 516 h 657"/>
                <a:gd name="T70" fmla="*/ 305 w 563"/>
                <a:gd name="T71" fmla="*/ 516 h 657"/>
                <a:gd name="T72" fmla="*/ 305 w 563"/>
                <a:gd name="T73" fmla="*/ 620 h 657"/>
                <a:gd name="T74" fmla="*/ 539 w 563"/>
                <a:gd name="T75" fmla="*/ 586 h 657"/>
                <a:gd name="T76" fmla="*/ 328 w 563"/>
                <a:gd name="T77" fmla="*/ 586 h 657"/>
                <a:gd name="T78" fmla="*/ 328 w 563"/>
                <a:gd name="T79" fmla="*/ 563 h 657"/>
                <a:gd name="T80" fmla="*/ 539 w 563"/>
                <a:gd name="T81" fmla="*/ 563 h 657"/>
                <a:gd name="T82" fmla="*/ 539 w 563"/>
                <a:gd name="T83" fmla="*/ 586 h 657"/>
                <a:gd name="T84" fmla="*/ 539 w 563"/>
                <a:gd name="T85" fmla="*/ 539 h 657"/>
                <a:gd name="T86" fmla="*/ 328 w 563"/>
                <a:gd name="T87" fmla="*/ 539 h 657"/>
                <a:gd name="T88" fmla="*/ 328 w 563"/>
                <a:gd name="T89" fmla="*/ 516 h 657"/>
                <a:gd name="T90" fmla="*/ 387 w 563"/>
                <a:gd name="T91" fmla="*/ 516 h 657"/>
                <a:gd name="T92" fmla="*/ 399 w 563"/>
                <a:gd name="T93" fmla="*/ 504 h 657"/>
                <a:gd name="T94" fmla="*/ 387 w 563"/>
                <a:gd name="T95" fmla="*/ 492 h 657"/>
                <a:gd name="T96" fmla="*/ 82 w 563"/>
                <a:gd name="T97" fmla="*/ 492 h 657"/>
                <a:gd name="T98" fmla="*/ 70 w 563"/>
                <a:gd name="T99" fmla="*/ 504 h 657"/>
                <a:gd name="T100" fmla="*/ 82 w 563"/>
                <a:gd name="T101" fmla="*/ 516 h 657"/>
                <a:gd name="T102" fmla="*/ 188 w 563"/>
                <a:gd name="T103" fmla="*/ 516 h 657"/>
                <a:gd name="T104" fmla="*/ 188 w 563"/>
                <a:gd name="T105" fmla="*/ 539 h 657"/>
                <a:gd name="T106" fmla="*/ 82 w 563"/>
                <a:gd name="T107" fmla="*/ 539 h 657"/>
                <a:gd name="T108" fmla="*/ 28 w 563"/>
                <a:gd name="T109" fmla="*/ 504 h 657"/>
                <a:gd name="T110" fmla="*/ 82 w 563"/>
                <a:gd name="T111" fmla="*/ 469 h 657"/>
                <a:gd name="T112" fmla="*/ 539 w 563"/>
                <a:gd name="T113" fmla="*/ 469 h 657"/>
                <a:gd name="T114" fmla="*/ 539 w 563"/>
                <a:gd name="T115" fmla="*/ 539 h 657"/>
                <a:gd name="T116" fmla="*/ 539 w 563"/>
                <a:gd name="T117" fmla="*/ 445 h 657"/>
                <a:gd name="T118" fmla="*/ 94 w 563"/>
                <a:gd name="T119" fmla="*/ 445 h 657"/>
                <a:gd name="T120" fmla="*/ 94 w 563"/>
                <a:gd name="T121" fmla="*/ 23 h 657"/>
                <a:gd name="T122" fmla="*/ 539 w 563"/>
                <a:gd name="T123" fmla="*/ 23 h 657"/>
                <a:gd name="T124" fmla="*/ 539 w 563"/>
                <a:gd name="T125" fmla="*/ 445 h 6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563" h="657">
                  <a:moveTo>
                    <a:pt x="551" y="0"/>
                  </a:moveTo>
                  <a:cubicBezTo>
                    <a:pt x="82" y="0"/>
                    <a:pt x="82" y="0"/>
                    <a:pt x="82" y="0"/>
                  </a:cubicBezTo>
                  <a:cubicBezTo>
                    <a:pt x="37" y="0"/>
                    <a:pt x="0" y="37"/>
                    <a:pt x="0" y="82"/>
                  </a:cubicBezTo>
                  <a:cubicBezTo>
                    <a:pt x="0" y="527"/>
                    <a:pt x="0" y="527"/>
                    <a:pt x="0" y="527"/>
                  </a:cubicBezTo>
                  <a:cubicBezTo>
                    <a:pt x="0" y="573"/>
                    <a:pt x="37" y="610"/>
                    <a:pt x="82" y="610"/>
                  </a:cubicBezTo>
                  <a:cubicBezTo>
                    <a:pt x="188" y="610"/>
                    <a:pt x="188" y="610"/>
                    <a:pt x="188" y="610"/>
                  </a:cubicBezTo>
                  <a:cubicBezTo>
                    <a:pt x="188" y="645"/>
                    <a:pt x="188" y="645"/>
                    <a:pt x="188" y="645"/>
                  </a:cubicBezTo>
                  <a:cubicBezTo>
                    <a:pt x="188" y="649"/>
                    <a:pt x="190" y="653"/>
                    <a:pt x="194" y="655"/>
                  </a:cubicBezTo>
                  <a:cubicBezTo>
                    <a:pt x="198" y="657"/>
                    <a:pt x="203" y="657"/>
                    <a:pt x="207" y="654"/>
                  </a:cubicBezTo>
                  <a:cubicBezTo>
                    <a:pt x="258" y="613"/>
                    <a:pt x="258" y="613"/>
                    <a:pt x="258" y="613"/>
                  </a:cubicBezTo>
                  <a:cubicBezTo>
                    <a:pt x="309" y="654"/>
                    <a:pt x="309" y="654"/>
                    <a:pt x="309" y="654"/>
                  </a:cubicBezTo>
                  <a:cubicBezTo>
                    <a:pt x="311" y="656"/>
                    <a:pt x="314" y="656"/>
                    <a:pt x="317" y="656"/>
                  </a:cubicBezTo>
                  <a:cubicBezTo>
                    <a:pt x="318" y="656"/>
                    <a:pt x="320" y="656"/>
                    <a:pt x="322" y="655"/>
                  </a:cubicBezTo>
                  <a:cubicBezTo>
                    <a:pt x="326" y="653"/>
                    <a:pt x="328" y="649"/>
                    <a:pt x="328" y="645"/>
                  </a:cubicBezTo>
                  <a:cubicBezTo>
                    <a:pt x="328" y="610"/>
                    <a:pt x="328" y="610"/>
                    <a:pt x="328" y="610"/>
                  </a:cubicBezTo>
                  <a:cubicBezTo>
                    <a:pt x="551" y="610"/>
                    <a:pt x="551" y="610"/>
                    <a:pt x="551" y="610"/>
                  </a:cubicBezTo>
                  <a:cubicBezTo>
                    <a:pt x="558" y="610"/>
                    <a:pt x="563" y="604"/>
                    <a:pt x="563" y="598"/>
                  </a:cubicBezTo>
                  <a:cubicBezTo>
                    <a:pt x="563" y="11"/>
                    <a:pt x="563" y="11"/>
                    <a:pt x="563" y="11"/>
                  </a:cubicBezTo>
                  <a:cubicBezTo>
                    <a:pt x="563" y="5"/>
                    <a:pt x="558" y="0"/>
                    <a:pt x="551" y="0"/>
                  </a:cubicBezTo>
                  <a:close/>
                  <a:moveTo>
                    <a:pt x="23" y="470"/>
                  </a:moveTo>
                  <a:cubicBezTo>
                    <a:pt x="23" y="82"/>
                    <a:pt x="23" y="82"/>
                    <a:pt x="23" y="82"/>
                  </a:cubicBezTo>
                  <a:cubicBezTo>
                    <a:pt x="23" y="53"/>
                    <a:pt x="44" y="30"/>
                    <a:pt x="70" y="24"/>
                  </a:cubicBezTo>
                  <a:cubicBezTo>
                    <a:pt x="70" y="446"/>
                    <a:pt x="70" y="446"/>
                    <a:pt x="70" y="446"/>
                  </a:cubicBezTo>
                  <a:cubicBezTo>
                    <a:pt x="52" y="449"/>
                    <a:pt x="36" y="457"/>
                    <a:pt x="23" y="470"/>
                  </a:cubicBezTo>
                  <a:close/>
                  <a:moveTo>
                    <a:pt x="188" y="586"/>
                  </a:moveTo>
                  <a:cubicBezTo>
                    <a:pt x="82" y="586"/>
                    <a:pt x="82" y="586"/>
                    <a:pt x="82" y="586"/>
                  </a:cubicBezTo>
                  <a:cubicBezTo>
                    <a:pt x="54" y="586"/>
                    <a:pt x="30" y="566"/>
                    <a:pt x="25" y="539"/>
                  </a:cubicBezTo>
                  <a:cubicBezTo>
                    <a:pt x="39" y="554"/>
                    <a:pt x="60" y="563"/>
                    <a:pt x="82" y="563"/>
                  </a:cubicBezTo>
                  <a:cubicBezTo>
                    <a:pt x="188" y="563"/>
                    <a:pt x="188" y="563"/>
                    <a:pt x="188" y="563"/>
                  </a:cubicBezTo>
                  <a:cubicBezTo>
                    <a:pt x="188" y="586"/>
                    <a:pt x="188" y="586"/>
                    <a:pt x="188" y="586"/>
                  </a:cubicBezTo>
                  <a:close/>
                  <a:moveTo>
                    <a:pt x="305" y="620"/>
                  </a:moveTo>
                  <a:cubicBezTo>
                    <a:pt x="265" y="589"/>
                    <a:pt x="265" y="589"/>
                    <a:pt x="265" y="589"/>
                  </a:cubicBezTo>
                  <a:cubicBezTo>
                    <a:pt x="261" y="585"/>
                    <a:pt x="255" y="585"/>
                    <a:pt x="251" y="589"/>
                  </a:cubicBezTo>
                  <a:cubicBezTo>
                    <a:pt x="211" y="620"/>
                    <a:pt x="211" y="620"/>
                    <a:pt x="211" y="620"/>
                  </a:cubicBezTo>
                  <a:cubicBezTo>
                    <a:pt x="211" y="516"/>
                    <a:pt x="211" y="516"/>
                    <a:pt x="211" y="516"/>
                  </a:cubicBezTo>
                  <a:cubicBezTo>
                    <a:pt x="305" y="516"/>
                    <a:pt x="305" y="516"/>
                    <a:pt x="305" y="516"/>
                  </a:cubicBezTo>
                  <a:cubicBezTo>
                    <a:pt x="305" y="620"/>
                    <a:pt x="305" y="620"/>
                    <a:pt x="305" y="620"/>
                  </a:cubicBezTo>
                  <a:close/>
                  <a:moveTo>
                    <a:pt x="539" y="586"/>
                  </a:moveTo>
                  <a:cubicBezTo>
                    <a:pt x="328" y="586"/>
                    <a:pt x="328" y="586"/>
                    <a:pt x="328" y="586"/>
                  </a:cubicBezTo>
                  <a:cubicBezTo>
                    <a:pt x="328" y="563"/>
                    <a:pt x="328" y="563"/>
                    <a:pt x="328" y="563"/>
                  </a:cubicBezTo>
                  <a:cubicBezTo>
                    <a:pt x="539" y="563"/>
                    <a:pt x="539" y="563"/>
                    <a:pt x="539" y="563"/>
                  </a:cubicBezTo>
                  <a:cubicBezTo>
                    <a:pt x="539" y="586"/>
                    <a:pt x="539" y="586"/>
                    <a:pt x="539" y="586"/>
                  </a:cubicBezTo>
                  <a:close/>
                  <a:moveTo>
                    <a:pt x="539" y="539"/>
                  </a:moveTo>
                  <a:cubicBezTo>
                    <a:pt x="328" y="539"/>
                    <a:pt x="328" y="539"/>
                    <a:pt x="328" y="539"/>
                  </a:cubicBezTo>
                  <a:cubicBezTo>
                    <a:pt x="328" y="516"/>
                    <a:pt x="328" y="516"/>
                    <a:pt x="328" y="516"/>
                  </a:cubicBezTo>
                  <a:cubicBezTo>
                    <a:pt x="387" y="516"/>
                    <a:pt x="387" y="516"/>
                    <a:pt x="387" y="516"/>
                  </a:cubicBezTo>
                  <a:cubicBezTo>
                    <a:pt x="393" y="516"/>
                    <a:pt x="399" y="510"/>
                    <a:pt x="399" y="504"/>
                  </a:cubicBezTo>
                  <a:cubicBezTo>
                    <a:pt x="399" y="498"/>
                    <a:pt x="393" y="492"/>
                    <a:pt x="387" y="492"/>
                  </a:cubicBezTo>
                  <a:cubicBezTo>
                    <a:pt x="82" y="492"/>
                    <a:pt x="82" y="492"/>
                    <a:pt x="82" y="492"/>
                  </a:cubicBezTo>
                  <a:cubicBezTo>
                    <a:pt x="76" y="492"/>
                    <a:pt x="70" y="498"/>
                    <a:pt x="70" y="504"/>
                  </a:cubicBezTo>
                  <a:cubicBezTo>
                    <a:pt x="70" y="510"/>
                    <a:pt x="76" y="516"/>
                    <a:pt x="82" y="516"/>
                  </a:cubicBezTo>
                  <a:cubicBezTo>
                    <a:pt x="188" y="516"/>
                    <a:pt x="188" y="516"/>
                    <a:pt x="188" y="516"/>
                  </a:cubicBezTo>
                  <a:cubicBezTo>
                    <a:pt x="188" y="539"/>
                    <a:pt x="188" y="539"/>
                    <a:pt x="188" y="539"/>
                  </a:cubicBezTo>
                  <a:cubicBezTo>
                    <a:pt x="82" y="539"/>
                    <a:pt x="82" y="539"/>
                    <a:pt x="82" y="539"/>
                  </a:cubicBezTo>
                  <a:cubicBezTo>
                    <a:pt x="58" y="539"/>
                    <a:pt x="37" y="525"/>
                    <a:pt x="28" y="504"/>
                  </a:cubicBezTo>
                  <a:cubicBezTo>
                    <a:pt x="37" y="483"/>
                    <a:pt x="58" y="469"/>
                    <a:pt x="82" y="469"/>
                  </a:cubicBezTo>
                  <a:cubicBezTo>
                    <a:pt x="539" y="469"/>
                    <a:pt x="539" y="469"/>
                    <a:pt x="539" y="469"/>
                  </a:cubicBezTo>
                  <a:lnTo>
                    <a:pt x="539" y="539"/>
                  </a:lnTo>
                  <a:close/>
                  <a:moveTo>
                    <a:pt x="539" y="445"/>
                  </a:moveTo>
                  <a:cubicBezTo>
                    <a:pt x="94" y="445"/>
                    <a:pt x="94" y="445"/>
                    <a:pt x="94" y="445"/>
                  </a:cubicBezTo>
                  <a:cubicBezTo>
                    <a:pt x="94" y="23"/>
                    <a:pt x="94" y="23"/>
                    <a:pt x="94" y="23"/>
                  </a:cubicBezTo>
                  <a:cubicBezTo>
                    <a:pt x="539" y="23"/>
                    <a:pt x="539" y="23"/>
                    <a:pt x="539" y="23"/>
                  </a:cubicBezTo>
                  <a:cubicBezTo>
                    <a:pt x="539" y="445"/>
                    <a:pt x="539" y="445"/>
                    <a:pt x="539" y="445"/>
                  </a:cubicBezTo>
                  <a:close/>
                </a:path>
              </a:pathLst>
            </a:custGeom>
            <a:solidFill>
              <a:srgbClr val="5044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172" name="Freeform 20"/>
            <p:cNvSpPr/>
            <p:nvPr>
              <p:custDataLst>
                <p:tags r:id="rId42"/>
              </p:custDataLst>
            </p:nvPr>
          </p:nvSpPr>
          <p:spPr bwMode="auto">
            <a:xfrm>
              <a:off x="4337455" y="1642665"/>
              <a:ext cx="26620" cy="25686"/>
            </a:xfrm>
            <a:custGeom>
              <a:avLst/>
              <a:gdLst>
                <a:gd name="T0" fmla="*/ 0 w 24"/>
                <a:gd name="T1" fmla="*/ 12 h 23"/>
                <a:gd name="T2" fmla="*/ 12 w 24"/>
                <a:gd name="T3" fmla="*/ 23 h 23"/>
                <a:gd name="T4" fmla="*/ 24 w 24"/>
                <a:gd name="T5" fmla="*/ 12 h 23"/>
                <a:gd name="T6" fmla="*/ 24 w 24"/>
                <a:gd name="T7" fmla="*/ 12 h 23"/>
                <a:gd name="T8" fmla="*/ 12 w 24"/>
                <a:gd name="T9" fmla="*/ 0 h 23"/>
                <a:gd name="T10" fmla="*/ 0 w 24"/>
                <a:gd name="T11" fmla="*/ 11 h 23"/>
                <a:gd name="T12" fmla="*/ 0 w 24"/>
                <a:gd name="T13" fmla="*/ 1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" h="23">
                  <a:moveTo>
                    <a:pt x="0" y="12"/>
                  </a:moveTo>
                  <a:cubicBezTo>
                    <a:pt x="0" y="18"/>
                    <a:pt x="5" y="23"/>
                    <a:pt x="12" y="23"/>
                  </a:cubicBezTo>
                  <a:cubicBezTo>
                    <a:pt x="18" y="23"/>
                    <a:pt x="24" y="18"/>
                    <a:pt x="24" y="12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4" y="5"/>
                    <a:pt x="18" y="0"/>
                    <a:pt x="12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12"/>
                    <a:pt x="0" y="12"/>
                    <a:pt x="0" y="12"/>
                  </a:cubicBezTo>
                  <a:close/>
                </a:path>
              </a:pathLst>
            </a:custGeom>
            <a:solidFill>
              <a:srgbClr val="5044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173" name="Freeform 21"/>
            <p:cNvSpPr/>
            <p:nvPr>
              <p:custDataLst>
                <p:tags r:id="rId43"/>
              </p:custDataLst>
            </p:nvPr>
          </p:nvSpPr>
          <p:spPr bwMode="auto">
            <a:xfrm>
              <a:off x="4389760" y="1642665"/>
              <a:ext cx="26620" cy="25686"/>
            </a:xfrm>
            <a:custGeom>
              <a:avLst/>
              <a:gdLst>
                <a:gd name="T0" fmla="*/ 0 w 24"/>
                <a:gd name="T1" fmla="*/ 12 h 23"/>
                <a:gd name="T2" fmla="*/ 12 w 24"/>
                <a:gd name="T3" fmla="*/ 23 h 23"/>
                <a:gd name="T4" fmla="*/ 24 w 24"/>
                <a:gd name="T5" fmla="*/ 12 h 23"/>
                <a:gd name="T6" fmla="*/ 24 w 24"/>
                <a:gd name="T7" fmla="*/ 12 h 23"/>
                <a:gd name="T8" fmla="*/ 12 w 24"/>
                <a:gd name="T9" fmla="*/ 0 h 23"/>
                <a:gd name="T10" fmla="*/ 0 w 24"/>
                <a:gd name="T11" fmla="*/ 11 h 23"/>
                <a:gd name="T12" fmla="*/ 0 w 24"/>
                <a:gd name="T13" fmla="*/ 1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" h="23">
                  <a:moveTo>
                    <a:pt x="0" y="12"/>
                  </a:moveTo>
                  <a:cubicBezTo>
                    <a:pt x="0" y="18"/>
                    <a:pt x="5" y="23"/>
                    <a:pt x="12" y="23"/>
                  </a:cubicBezTo>
                  <a:cubicBezTo>
                    <a:pt x="18" y="23"/>
                    <a:pt x="24" y="18"/>
                    <a:pt x="24" y="12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4" y="5"/>
                    <a:pt x="18" y="0"/>
                    <a:pt x="12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12"/>
                    <a:pt x="0" y="12"/>
                    <a:pt x="0" y="12"/>
                  </a:cubicBezTo>
                  <a:close/>
                </a:path>
              </a:pathLst>
            </a:custGeom>
            <a:solidFill>
              <a:srgbClr val="5044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</p:grpSp>
      <p:sp>
        <p:nvSpPr>
          <p:cNvPr id="151" name="矩形: 圆角 150"/>
          <p:cNvSpPr/>
          <p:nvPr>
            <p:custDataLst>
              <p:tags r:id="rId44"/>
            </p:custDataLst>
          </p:nvPr>
        </p:nvSpPr>
        <p:spPr>
          <a:xfrm>
            <a:off x="4043083" y="3050101"/>
            <a:ext cx="1057835" cy="323972"/>
          </a:xfrm>
          <a:prstGeom prst="roundRect">
            <a:avLst>
              <a:gd name="adj" fmla="val 50000"/>
            </a:avLst>
          </a:prstGeom>
          <a:solidFill>
            <a:srgbClr val="DB795E"/>
          </a:solidFill>
          <a:ln w="19050">
            <a:solidFill>
              <a:srgbClr val="5044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schemeClr val="bg1"/>
                </a:solidFill>
                <a:latin typeface="+mj-ea"/>
                <a:ea typeface="+mj-ea"/>
                <a:cs typeface="Open Sans" panose="020B0606030504020204" charset="0"/>
              </a:rPr>
              <a:t>2</a:t>
            </a:r>
            <a:endParaRPr lang="en-US" altLang="zh-CN" sz="1600">
              <a:solidFill>
                <a:schemeClr val="bg1"/>
              </a:solidFill>
              <a:latin typeface="+mj-ea"/>
              <a:ea typeface="+mj-ea"/>
              <a:cs typeface="Open Sans" panose="020B0606030504020204" charset="0"/>
            </a:endParaRPr>
          </a:p>
        </p:txBody>
      </p:sp>
      <p:sp>
        <p:nvSpPr>
          <p:cNvPr id="152" name="文本框 151"/>
          <p:cNvSpPr txBox="1"/>
          <p:nvPr>
            <p:custDataLst>
              <p:tags r:id="rId45"/>
            </p:custDataLst>
          </p:nvPr>
        </p:nvSpPr>
        <p:spPr>
          <a:xfrm>
            <a:off x="3290570" y="3437890"/>
            <a:ext cx="2562225" cy="154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rgbClr val="404054"/>
                </a:solidFill>
                <a:latin typeface="汉仪雅酷黑 65W" panose="020B0604020202020204" charset="-122"/>
                <a:ea typeface="汉仪雅酷黑 65W" panose="020B0604020202020204" charset="-122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en-US" sz="1050">
                <a:solidFill>
                  <a:schemeClr val="bg1"/>
                </a:solidFill>
                <a:latin typeface="+mn-ea"/>
                <a:ea typeface="+mn-ea"/>
                <a:cs typeface="Open Sans" panose="020B0606030504020204" charset="0"/>
              </a:rPr>
              <a:t>Ng</a:t>
            </a:r>
            <a:r>
              <a:rPr lang="" altLang="en-US" sz="1050">
                <a:solidFill>
                  <a:schemeClr val="bg1"/>
                </a:solidFill>
                <a:latin typeface="+mn-ea"/>
                <a:ea typeface="+mn-ea"/>
                <a:cs typeface="Open Sans" panose="020B0606030504020204" charset="0"/>
              </a:rPr>
              <a:t>ư</a:t>
            </a:r>
            <a:r>
              <a:rPr lang="en-US" altLang="en-US" sz="1050">
                <a:solidFill>
                  <a:schemeClr val="bg1"/>
                </a:solidFill>
                <a:latin typeface="+mn-ea"/>
                <a:ea typeface="+mn-ea"/>
                <a:cs typeface="Open Sans" panose="020B0606030504020204" charset="0"/>
              </a:rPr>
              <a:t>ời da </a:t>
            </a:r>
            <a:r>
              <a:rPr lang="" altLang="en-US" sz="1050">
                <a:solidFill>
                  <a:schemeClr val="bg1"/>
                </a:solidFill>
                <a:latin typeface="+mn-ea"/>
                <a:ea typeface="+mn-ea"/>
                <a:cs typeface="Open Sans" panose="020B0606030504020204" charset="0"/>
              </a:rPr>
              <a:t>đ</a:t>
            </a:r>
            <a:r>
              <a:rPr lang="en-US" altLang="en-US" sz="1050">
                <a:solidFill>
                  <a:schemeClr val="bg1"/>
                </a:solidFill>
                <a:latin typeface="+mn-ea"/>
                <a:ea typeface="+mn-ea"/>
                <a:cs typeface="Open Sans" panose="020B0606030504020204" charset="0"/>
              </a:rPr>
              <a:t>en bị t</a:t>
            </a:r>
            <a:r>
              <a:rPr lang="" altLang="en-US" sz="1050">
                <a:solidFill>
                  <a:schemeClr val="bg1"/>
                </a:solidFill>
                <a:latin typeface="+mn-ea"/>
                <a:ea typeface="+mn-ea"/>
                <a:cs typeface="Open Sans" panose="020B0606030504020204" charset="0"/>
              </a:rPr>
              <a:t>ư</a:t>
            </a:r>
            <a:r>
              <a:rPr lang="en-US" altLang="en-US" sz="1050">
                <a:solidFill>
                  <a:schemeClr val="bg1"/>
                </a:solidFill>
                <a:latin typeface="+mn-ea"/>
                <a:ea typeface="+mn-ea"/>
                <a:cs typeface="Open Sans" panose="020B0606030504020204" charset="0"/>
              </a:rPr>
              <a:t>ớc quyền bầu cử, không </a:t>
            </a:r>
            <a:r>
              <a:rPr lang="" altLang="en-US" sz="1050">
                <a:solidFill>
                  <a:schemeClr val="bg1"/>
                </a:solidFill>
                <a:latin typeface="+mn-ea"/>
                <a:ea typeface="+mn-ea"/>
                <a:cs typeface="Open Sans" panose="020B0606030504020204" charset="0"/>
              </a:rPr>
              <a:t>đư</a:t>
            </a:r>
            <a:r>
              <a:rPr lang="en-US" altLang="en-US" sz="1050">
                <a:solidFill>
                  <a:schemeClr val="bg1"/>
                </a:solidFill>
                <a:latin typeface="+mn-ea"/>
                <a:ea typeface="+mn-ea"/>
                <a:cs typeface="Open Sans" panose="020B0606030504020204" charset="0"/>
              </a:rPr>
              <a:t>ợc tham gia chính quyền.Các chủng tộc bị buộc phải sống ở những khu vực riêng biệt, tr</a:t>
            </a:r>
            <a:r>
              <a:rPr lang="" altLang="en-US" sz="1050">
                <a:solidFill>
                  <a:schemeClr val="bg1"/>
                </a:solidFill>
                <a:latin typeface="+mn-ea"/>
                <a:ea typeface="+mn-ea"/>
                <a:cs typeface="Open Sans" panose="020B0606030504020204" charset="0"/>
              </a:rPr>
              <a:t>ư</a:t>
            </a:r>
            <a:r>
              <a:rPr lang="en-US" altLang="en-US" sz="1050">
                <a:solidFill>
                  <a:schemeClr val="bg1"/>
                </a:solidFill>
                <a:latin typeface="+mn-ea"/>
                <a:ea typeface="+mn-ea"/>
                <a:cs typeface="Open Sans" panose="020B0606030504020204" charset="0"/>
              </a:rPr>
              <a:t>ờng học, bệnh viện, ph</a:t>
            </a:r>
            <a:r>
              <a:rPr lang="" altLang="en-US" sz="1050">
                <a:solidFill>
                  <a:schemeClr val="bg1"/>
                </a:solidFill>
                <a:latin typeface="+mn-ea"/>
                <a:ea typeface="+mn-ea"/>
                <a:cs typeface="Open Sans" panose="020B0606030504020204" charset="0"/>
              </a:rPr>
              <a:t>ư</a:t>
            </a:r>
            <a:r>
              <a:rPr lang="en-US" altLang="en-US" sz="1050">
                <a:solidFill>
                  <a:schemeClr val="bg1"/>
                </a:solidFill>
                <a:latin typeface="+mn-ea"/>
                <a:ea typeface="+mn-ea"/>
                <a:cs typeface="Open Sans" panose="020B0606030504020204" charset="0"/>
              </a:rPr>
              <a:t>ơng tiện công cộng c</a:t>
            </a:r>
            <a:r>
              <a:rPr lang="" altLang="en-US" sz="1050">
                <a:solidFill>
                  <a:schemeClr val="bg1"/>
                </a:solidFill>
                <a:latin typeface="+mn-ea"/>
                <a:ea typeface="+mn-ea"/>
                <a:cs typeface="Open Sans" panose="020B0606030504020204" charset="0"/>
              </a:rPr>
              <a:t>ũ</a:t>
            </a:r>
            <a:r>
              <a:rPr lang="en-US" altLang="en-US" sz="1050">
                <a:solidFill>
                  <a:schemeClr val="bg1"/>
                </a:solidFill>
                <a:latin typeface="+mn-ea"/>
                <a:ea typeface="+mn-ea"/>
                <a:cs typeface="Open Sans" panose="020B0606030504020204" charset="0"/>
              </a:rPr>
              <a:t>ng bị phân chia theo màu da.</a:t>
            </a:r>
            <a:r>
              <a:rPr lang="en-US" altLang="en-US" sz="1050">
                <a:solidFill>
                  <a:schemeClr val="bg1"/>
                </a:solidFill>
                <a:latin typeface="+mn-ea"/>
                <a:ea typeface="+mn-ea"/>
                <a:cs typeface="Open Sans" panose="020B0606030504020204" charset="0"/>
              </a:rPr>
              <a:t>.</a:t>
            </a:r>
            <a:endParaRPr lang="en-US" altLang="en-US" sz="1050">
              <a:solidFill>
                <a:schemeClr val="bg1"/>
              </a:solidFill>
              <a:latin typeface="+mn-ea"/>
              <a:ea typeface="+mn-ea"/>
              <a:cs typeface="Open Sans" panose="020B0606030504020204" charset="0"/>
            </a:endParaRPr>
          </a:p>
        </p:txBody>
      </p:sp>
      <p:sp>
        <p:nvSpPr>
          <p:cNvPr id="178" name="Freeform 3735"/>
          <p:cNvSpPr/>
          <p:nvPr>
            <p:custDataLst>
              <p:tags r:id="rId46"/>
            </p:custDataLst>
          </p:nvPr>
        </p:nvSpPr>
        <p:spPr bwMode="auto">
          <a:xfrm>
            <a:off x="6786540" y="1266355"/>
            <a:ext cx="1613399" cy="1612980"/>
          </a:xfrm>
          <a:custGeom>
            <a:avLst/>
            <a:gdLst>
              <a:gd name="T0" fmla="*/ 863 w 880"/>
              <a:gd name="T1" fmla="*/ 466 h 880"/>
              <a:gd name="T2" fmla="*/ 863 w 880"/>
              <a:gd name="T3" fmla="*/ 414 h 880"/>
              <a:gd name="T4" fmla="*/ 855 w 880"/>
              <a:gd name="T5" fmla="*/ 356 h 880"/>
              <a:gd name="T6" fmla="*/ 842 w 880"/>
              <a:gd name="T7" fmla="*/ 306 h 880"/>
              <a:gd name="T8" fmla="*/ 819 w 880"/>
              <a:gd name="T9" fmla="*/ 251 h 880"/>
              <a:gd name="T10" fmla="*/ 794 w 880"/>
              <a:gd name="T11" fmla="*/ 206 h 880"/>
              <a:gd name="T12" fmla="*/ 757 w 880"/>
              <a:gd name="T13" fmla="*/ 160 h 880"/>
              <a:gd name="T14" fmla="*/ 721 w 880"/>
              <a:gd name="T15" fmla="*/ 123 h 880"/>
              <a:gd name="T16" fmla="*/ 674 w 880"/>
              <a:gd name="T17" fmla="*/ 87 h 880"/>
              <a:gd name="T18" fmla="*/ 630 w 880"/>
              <a:gd name="T19" fmla="*/ 61 h 880"/>
              <a:gd name="T20" fmla="*/ 575 w 880"/>
              <a:gd name="T21" fmla="*/ 39 h 880"/>
              <a:gd name="T22" fmla="*/ 525 w 880"/>
              <a:gd name="T23" fmla="*/ 25 h 880"/>
              <a:gd name="T24" fmla="*/ 466 w 880"/>
              <a:gd name="T25" fmla="*/ 18 h 880"/>
              <a:gd name="T26" fmla="*/ 415 w 880"/>
              <a:gd name="T27" fmla="*/ 17 h 880"/>
              <a:gd name="T28" fmla="*/ 356 w 880"/>
              <a:gd name="T29" fmla="*/ 25 h 880"/>
              <a:gd name="T30" fmla="*/ 306 w 880"/>
              <a:gd name="T31" fmla="*/ 38 h 880"/>
              <a:gd name="T32" fmla="*/ 251 w 880"/>
              <a:gd name="T33" fmla="*/ 61 h 880"/>
              <a:gd name="T34" fmla="*/ 206 w 880"/>
              <a:gd name="T35" fmla="*/ 86 h 880"/>
              <a:gd name="T36" fmla="*/ 160 w 880"/>
              <a:gd name="T37" fmla="*/ 123 h 880"/>
              <a:gd name="T38" fmla="*/ 123 w 880"/>
              <a:gd name="T39" fmla="*/ 159 h 880"/>
              <a:gd name="T40" fmla="*/ 87 w 880"/>
              <a:gd name="T41" fmla="*/ 206 h 880"/>
              <a:gd name="T42" fmla="*/ 61 w 880"/>
              <a:gd name="T43" fmla="*/ 250 h 880"/>
              <a:gd name="T44" fmla="*/ 39 w 880"/>
              <a:gd name="T45" fmla="*/ 305 h 880"/>
              <a:gd name="T46" fmla="*/ 25 w 880"/>
              <a:gd name="T47" fmla="*/ 355 h 880"/>
              <a:gd name="T48" fmla="*/ 18 w 880"/>
              <a:gd name="T49" fmla="*/ 414 h 880"/>
              <a:gd name="T50" fmla="*/ 17 w 880"/>
              <a:gd name="T51" fmla="*/ 465 h 880"/>
              <a:gd name="T52" fmla="*/ 25 w 880"/>
              <a:gd name="T53" fmla="*/ 524 h 880"/>
              <a:gd name="T54" fmla="*/ 38 w 880"/>
              <a:gd name="T55" fmla="*/ 574 h 880"/>
              <a:gd name="T56" fmla="*/ 61 w 880"/>
              <a:gd name="T57" fmla="*/ 629 h 880"/>
              <a:gd name="T58" fmla="*/ 86 w 880"/>
              <a:gd name="T59" fmla="*/ 674 h 880"/>
              <a:gd name="T60" fmla="*/ 123 w 880"/>
              <a:gd name="T61" fmla="*/ 720 h 880"/>
              <a:gd name="T62" fmla="*/ 159 w 880"/>
              <a:gd name="T63" fmla="*/ 757 h 880"/>
              <a:gd name="T64" fmla="*/ 206 w 880"/>
              <a:gd name="T65" fmla="*/ 793 h 880"/>
              <a:gd name="T66" fmla="*/ 251 w 880"/>
              <a:gd name="T67" fmla="*/ 819 h 880"/>
              <a:gd name="T68" fmla="*/ 306 w 880"/>
              <a:gd name="T69" fmla="*/ 841 h 880"/>
              <a:gd name="T70" fmla="*/ 355 w 880"/>
              <a:gd name="T71" fmla="*/ 855 h 880"/>
              <a:gd name="T72" fmla="*/ 414 w 880"/>
              <a:gd name="T73" fmla="*/ 862 h 880"/>
              <a:gd name="T74" fmla="*/ 466 w 880"/>
              <a:gd name="T75" fmla="*/ 863 h 880"/>
              <a:gd name="T76" fmla="*/ 524 w 880"/>
              <a:gd name="T77" fmla="*/ 855 h 880"/>
              <a:gd name="T78" fmla="*/ 574 w 880"/>
              <a:gd name="T79" fmla="*/ 842 h 880"/>
              <a:gd name="T80" fmla="*/ 629 w 880"/>
              <a:gd name="T81" fmla="*/ 819 h 880"/>
              <a:gd name="T82" fmla="*/ 674 w 880"/>
              <a:gd name="T83" fmla="*/ 794 h 880"/>
              <a:gd name="T84" fmla="*/ 720 w 880"/>
              <a:gd name="T85" fmla="*/ 757 h 880"/>
              <a:gd name="T86" fmla="*/ 757 w 880"/>
              <a:gd name="T87" fmla="*/ 721 h 880"/>
              <a:gd name="T88" fmla="*/ 793 w 880"/>
              <a:gd name="T89" fmla="*/ 674 h 880"/>
              <a:gd name="T90" fmla="*/ 819 w 880"/>
              <a:gd name="T91" fmla="*/ 629 h 880"/>
              <a:gd name="T92" fmla="*/ 841 w 880"/>
              <a:gd name="T93" fmla="*/ 574 h 880"/>
              <a:gd name="T94" fmla="*/ 855 w 880"/>
              <a:gd name="T95" fmla="*/ 525 h 8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880" h="880">
                <a:moveTo>
                  <a:pt x="855" y="524"/>
                </a:moveTo>
                <a:cubicBezTo>
                  <a:pt x="842" y="506"/>
                  <a:pt x="846" y="480"/>
                  <a:pt x="863" y="466"/>
                </a:cubicBezTo>
                <a:cubicBezTo>
                  <a:pt x="863" y="465"/>
                  <a:pt x="863" y="465"/>
                  <a:pt x="863" y="465"/>
                </a:cubicBezTo>
                <a:cubicBezTo>
                  <a:pt x="880" y="451"/>
                  <a:pt x="880" y="428"/>
                  <a:pt x="863" y="414"/>
                </a:cubicBezTo>
                <a:cubicBezTo>
                  <a:pt x="863" y="414"/>
                  <a:pt x="863" y="414"/>
                  <a:pt x="863" y="414"/>
                </a:cubicBezTo>
                <a:cubicBezTo>
                  <a:pt x="846" y="400"/>
                  <a:pt x="842" y="374"/>
                  <a:pt x="855" y="356"/>
                </a:cubicBezTo>
                <a:cubicBezTo>
                  <a:pt x="855" y="355"/>
                  <a:pt x="855" y="355"/>
                  <a:pt x="855" y="355"/>
                </a:cubicBezTo>
                <a:cubicBezTo>
                  <a:pt x="868" y="337"/>
                  <a:pt x="862" y="315"/>
                  <a:pt x="842" y="306"/>
                </a:cubicBezTo>
                <a:cubicBezTo>
                  <a:pt x="841" y="305"/>
                  <a:pt x="841" y="305"/>
                  <a:pt x="841" y="305"/>
                </a:cubicBezTo>
                <a:cubicBezTo>
                  <a:pt x="821" y="296"/>
                  <a:pt x="811" y="272"/>
                  <a:pt x="819" y="251"/>
                </a:cubicBezTo>
                <a:cubicBezTo>
                  <a:pt x="819" y="250"/>
                  <a:pt x="819" y="250"/>
                  <a:pt x="819" y="250"/>
                </a:cubicBezTo>
                <a:cubicBezTo>
                  <a:pt x="827" y="230"/>
                  <a:pt x="815" y="210"/>
                  <a:pt x="794" y="206"/>
                </a:cubicBezTo>
                <a:cubicBezTo>
                  <a:pt x="793" y="206"/>
                  <a:pt x="793" y="206"/>
                  <a:pt x="793" y="206"/>
                </a:cubicBezTo>
                <a:cubicBezTo>
                  <a:pt x="771" y="203"/>
                  <a:pt x="755" y="182"/>
                  <a:pt x="757" y="160"/>
                </a:cubicBezTo>
                <a:cubicBezTo>
                  <a:pt x="757" y="159"/>
                  <a:pt x="757" y="159"/>
                  <a:pt x="757" y="159"/>
                </a:cubicBezTo>
                <a:cubicBezTo>
                  <a:pt x="759" y="137"/>
                  <a:pt x="743" y="121"/>
                  <a:pt x="721" y="123"/>
                </a:cubicBezTo>
                <a:cubicBezTo>
                  <a:pt x="720" y="123"/>
                  <a:pt x="720" y="123"/>
                  <a:pt x="720" y="123"/>
                </a:cubicBezTo>
                <a:cubicBezTo>
                  <a:pt x="698" y="125"/>
                  <a:pt x="678" y="109"/>
                  <a:pt x="674" y="87"/>
                </a:cubicBezTo>
                <a:cubicBezTo>
                  <a:pt x="674" y="86"/>
                  <a:pt x="674" y="86"/>
                  <a:pt x="674" y="86"/>
                </a:cubicBezTo>
                <a:cubicBezTo>
                  <a:pt x="670" y="65"/>
                  <a:pt x="650" y="53"/>
                  <a:pt x="630" y="61"/>
                </a:cubicBezTo>
                <a:cubicBezTo>
                  <a:pt x="629" y="61"/>
                  <a:pt x="629" y="61"/>
                  <a:pt x="629" y="61"/>
                </a:cubicBezTo>
                <a:cubicBezTo>
                  <a:pt x="608" y="69"/>
                  <a:pt x="584" y="59"/>
                  <a:pt x="575" y="39"/>
                </a:cubicBezTo>
                <a:cubicBezTo>
                  <a:pt x="574" y="38"/>
                  <a:pt x="574" y="38"/>
                  <a:pt x="574" y="38"/>
                </a:cubicBezTo>
                <a:cubicBezTo>
                  <a:pt x="565" y="18"/>
                  <a:pt x="543" y="12"/>
                  <a:pt x="525" y="25"/>
                </a:cubicBezTo>
                <a:cubicBezTo>
                  <a:pt x="524" y="25"/>
                  <a:pt x="524" y="25"/>
                  <a:pt x="524" y="25"/>
                </a:cubicBezTo>
                <a:cubicBezTo>
                  <a:pt x="506" y="38"/>
                  <a:pt x="480" y="34"/>
                  <a:pt x="466" y="18"/>
                </a:cubicBezTo>
                <a:cubicBezTo>
                  <a:pt x="466" y="17"/>
                  <a:pt x="466" y="17"/>
                  <a:pt x="466" y="17"/>
                </a:cubicBezTo>
                <a:cubicBezTo>
                  <a:pt x="452" y="0"/>
                  <a:pt x="429" y="0"/>
                  <a:pt x="415" y="17"/>
                </a:cubicBezTo>
                <a:cubicBezTo>
                  <a:pt x="414" y="18"/>
                  <a:pt x="414" y="18"/>
                  <a:pt x="414" y="18"/>
                </a:cubicBezTo>
                <a:cubicBezTo>
                  <a:pt x="400" y="35"/>
                  <a:pt x="374" y="38"/>
                  <a:pt x="356" y="25"/>
                </a:cubicBezTo>
                <a:cubicBezTo>
                  <a:pt x="355" y="25"/>
                  <a:pt x="355" y="25"/>
                  <a:pt x="355" y="25"/>
                </a:cubicBezTo>
                <a:cubicBezTo>
                  <a:pt x="337" y="12"/>
                  <a:pt x="315" y="18"/>
                  <a:pt x="306" y="38"/>
                </a:cubicBezTo>
                <a:cubicBezTo>
                  <a:pt x="306" y="39"/>
                  <a:pt x="306" y="39"/>
                  <a:pt x="306" y="39"/>
                </a:cubicBezTo>
                <a:cubicBezTo>
                  <a:pt x="296" y="59"/>
                  <a:pt x="272" y="69"/>
                  <a:pt x="251" y="61"/>
                </a:cubicBezTo>
                <a:cubicBezTo>
                  <a:pt x="251" y="61"/>
                  <a:pt x="251" y="61"/>
                  <a:pt x="251" y="61"/>
                </a:cubicBezTo>
                <a:cubicBezTo>
                  <a:pt x="230" y="53"/>
                  <a:pt x="210" y="65"/>
                  <a:pt x="206" y="86"/>
                </a:cubicBezTo>
                <a:cubicBezTo>
                  <a:pt x="206" y="87"/>
                  <a:pt x="206" y="87"/>
                  <a:pt x="206" y="87"/>
                </a:cubicBezTo>
                <a:cubicBezTo>
                  <a:pt x="203" y="109"/>
                  <a:pt x="182" y="125"/>
                  <a:pt x="160" y="123"/>
                </a:cubicBezTo>
                <a:cubicBezTo>
                  <a:pt x="159" y="123"/>
                  <a:pt x="159" y="123"/>
                  <a:pt x="159" y="123"/>
                </a:cubicBezTo>
                <a:cubicBezTo>
                  <a:pt x="137" y="121"/>
                  <a:pt x="121" y="137"/>
                  <a:pt x="123" y="159"/>
                </a:cubicBezTo>
                <a:cubicBezTo>
                  <a:pt x="123" y="160"/>
                  <a:pt x="123" y="160"/>
                  <a:pt x="123" y="160"/>
                </a:cubicBezTo>
                <a:cubicBezTo>
                  <a:pt x="125" y="182"/>
                  <a:pt x="109" y="203"/>
                  <a:pt x="87" y="206"/>
                </a:cubicBezTo>
                <a:cubicBezTo>
                  <a:pt x="86" y="206"/>
                  <a:pt x="86" y="206"/>
                  <a:pt x="86" y="206"/>
                </a:cubicBezTo>
                <a:cubicBezTo>
                  <a:pt x="65" y="210"/>
                  <a:pt x="53" y="230"/>
                  <a:pt x="61" y="250"/>
                </a:cubicBezTo>
                <a:cubicBezTo>
                  <a:pt x="61" y="251"/>
                  <a:pt x="61" y="251"/>
                  <a:pt x="61" y="251"/>
                </a:cubicBezTo>
                <a:cubicBezTo>
                  <a:pt x="69" y="272"/>
                  <a:pt x="59" y="296"/>
                  <a:pt x="39" y="305"/>
                </a:cubicBezTo>
                <a:cubicBezTo>
                  <a:pt x="38" y="306"/>
                  <a:pt x="38" y="306"/>
                  <a:pt x="38" y="306"/>
                </a:cubicBezTo>
                <a:cubicBezTo>
                  <a:pt x="18" y="315"/>
                  <a:pt x="12" y="337"/>
                  <a:pt x="25" y="355"/>
                </a:cubicBezTo>
                <a:cubicBezTo>
                  <a:pt x="25" y="356"/>
                  <a:pt x="25" y="356"/>
                  <a:pt x="25" y="356"/>
                </a:cubicBezTo>
                <a:cubicBezTo>
                  <a:pt x="38" y="374"/>
                  <a:pt x="35" y="400"/>
                  <a:pt x="18" y="414"/>
                </a:cubicBezTo>
                <a:cubicBezTo>
                  <a:pt x="17" y="414"/>
                  <a:pt x="17" y="414"/>
                  <a:pt x="17" y="414"/>
                </a:cubicBezTo>
                <a:cubicBezTo>
                  <a:pt x="0" y="429"/>
                  <a:pt x="0" y="451"/>
                  <a:pt x="17" y="465"/>
                </a:cubicBezTo>
                <a:cubicBezTo>
                  <a:pt x="18" y="466"/>
                  <a:pt x="18" y="466"/>
                  <a:pt x="18" y="466"/>
                </a:cubicBezTo>
                <a:cubicBezTo>
                  <a:pt x="35" y="480"/>
                  <a:pt x="38" y="506"/>
                  <a:pt x="25" y="524"/>
                </a:cubicBezTo>
                <a:cubicBezTo>
                  <a:pt x="25" y="525"/>
                  <a:pt x="25" y="525"/>
                  <a:pt x="25" y="525"/>
                </a:cubicBezTo>
                <a:cubicBezTo>
                  <a:pt x="12" y="543"/>
                  <a:pt x="18" y="565"/>
                  <a:pt x="38" y="574"/>
                </a:cubicBezTo>
                <a:cubicBezTo>
                  <a:pt x="39" y="575"/>
                  <a:pt x="39" y="575"/>
                  <a:pt x="39" y="575"/>
                </a:cubicBezTo>
                <a:cubicBezTo>
                  <a:pt x="59" y="584"/>
                  <a:pt x="69" y="608"/>
                  <a:pt x="61" y="629"/>
                </a:cubicBezTo>
                <a:cubicBezTo>
                  <a:pt x="61" y="629"/>
                  <a:pt x="61" y="629"/>
                  <a:pt x="61" y="629"/>
                </a:cubicBezTo>
                <a:cubicBezTo>
                  <a:pt x="53" y="650"/>
                  <a:pt x="65" y="670"/>
                  <a:pt x="86" y="674"/>
                </a:cubicBezTo>
                <a:cubicBezTo>
                  <a:pt x="87" y="674"/>
                  <a:pt x="87" y="674"/>
                  <a:pt x="87" y="674"/>
                </a:cubicBezTo>
                <a:cubicBezTo>
                  <a:pt x="109" y="677"/>
                  <a:pt x="125" y="698"/>
                  <a:pt x="123" y="720"/>
                </a:cubicBezTo>
                <a:cubicBezTo>
                  <a:pt x="123" y="721"/>
                  <a:pt x="123" y="721"/>
                  <a:pt x="123" y="721"/>
                </a:cubicBezTo>
                <a:cubicBezTo>
                  <a:pt x="121" y="743"/>
                  <a:pt x="137" y="759"/>
                  <a:pt x="159" y="757"/>
                </a:cubicBezTo>
                <a:cubicBezTo>
                  <a:pt x="160" y="757"/>
                  <a:pt x="160" y="757"/>
                  <a:pt x="160" y="757"/>
                </a:cubicBezTo>
                <a:cubicBezTo>
                  <a:pt x="182" y="755"/>
                  <a:pt x="203" y="771"/>
                  <a:pt x="206" y="793"/>
                </a:cubicBezTo>
                <a:cubicBezTo>
                  <a:pt x="206" y="794"/>
                  <a:pt x="206" y="794"/>
                  <a:pt x="206" y="794"/>
                </a:cubicBezTo>
                <a:cubicBezTo>
                  <a:pt x="210" y="815"/>
                  <a:pt x="230" y="827"/>
                  <a:pt x="251" y="819"/>
                </a:cubicBezTo>
                <a:cubicBezTo>
                  <a:pt x="251" y="819"/>
                  <a:pt x="251" y="819"/>
                  <a:pt x="251" y="819"/>
                </a:cubicBezTo>
                <a:cubicBezTo>
                  <a:pt x="272" y="811"/>
                  <a:pt x="296" y="821"/>
                  <a:pt x="306" y="841"/>
                </a:cubicBezTo>
                <a:cubicBezTo>
                  <a:pt x="306" y="842"/>
                  <a:pt x="306" y="842"/>
                  <a:pt x="306" y="842"/>
                </a:cubicBezTo>
                <a:cubicBezTo>
                  <a:pt x="315" y="862"/>
                  <a:pt x="337" y="868"/>
                  <a:pt x="355" y="855"/>
                </a:cubicBezTo>
                <a:cubicBezTo>
                  <a:pt x="356" y="855"/>
                  <a:pt x="356" y="855"/>
                  <a:pt x="356" y="855"/>
                </a:cubicBezTo>
                <a:cubicBezTo>
                  <a:pt x="374" y="842"/>
                  <a:pt x="400" y="845"/>
                  <a:pt x="414" y="862"/>
                </a:cubicBezTo>
                <a:cubicBezTo>
                  <a:pt x="415" y="863"/>
                  <a:pt x="415" y="863"/>
                  <a:pt x="415" y="863"/>
                </a:cubicBezTo>
                <a:cubicBezTo>
                  <a:pt x="429" y="880"/>
                  <a:pt x="452" y="880"/>
                  <a:pt x="466" y="863"/>
                </a:cubicBezTo>
                <a:cubicBezTo>
                  <a:pt x="466" y="862"/>
                  <a:pt x="466" y="862"/>
                  <a:pt x="466" y="862"/>
                </a:cubicBezTo>
                <a:cubicBezTo>
                  <a:pt x="480" y="845"/>
                  <a:pt x="506" y="842"/>
                  <a:pt x="524" y="855"/>
                </a:cubicBezTo>
                <a:cubicBezTo>
                  <a:pt x="525" y="855"/>
                  <a:pt x="525" y="855"/>
                  <a:pt x="525" y="855"/>
                </a:cubicBezTo>
                <a:cubicBezTo>
                  <a:pt x="543" y="868"/>
                  <a:pt x="565" y="862"/>
                  <a:pt x="574" y="842"/>
                </a:cubicBezTo>
                <a:cubicBezTo>
                  <a:pt x="575" y="841"/>
                  <a:pt x="575" y="841"/>
                  <a:pt x="575" y="841"/>
                </a:cubicBezTo>
                <a:cubicBezTo>
                  <a:pt x="584" y="821"/>
                  <a:pt x="608" y="811"/>
                  <a:pt x="629" y="819"/>
                </a:cubicBezTo>
                <a:cubicBezTo>
                  <a:pt x="630" y="819"/>
                  <a:pt x="630" y="819"/>
                  <a:pt x="630" y="819"/>
                </a:cubicBezTo>
                <a:cubicBezTo>
                  <a:pt x="650" y="827"/>
                  <a:pt x="670" y="815"/>
                  <a:pt x="674" y="794"/>
                </a:cubicBezTo>
                <a:cubicBezTo>
                  <a:pt x="674" y="793"/>
                  <a:pt x="674" y="793"/>
                  <a:pt x="674" y="793"/>
                </a:cubicBezTo>
                <a:cubicBezTo>
                  <a:pt x="678" y="771"/>
                  <a:pt x="698" y="755"/>
                  <a:pt x="720" y="757"/>
                </a:cubicBezTo>
                <a:cubicBezTo>
                  <a:pt x="721" y="757"/>
                  <a:pt x="721" y="757"/>
                  <a:pt x="721" y="757"/>
                </a:cubicBezTo>
                <a:cubicBezTo>
                  <a:pt x="743" y="759"/>
                  <a:pt x="759" y="743"/>
                  <a:pt x="757" y="721"/>
                </a:cubicBezTo>
                <a:cubicBezTo>
                  <a:pt x="757" y="720"/>
                  <a:pt x="757" y="720"/>
                  <a:pt x="757" y="720"/>
                </a:cubicBezTo>
                <a:cubicBezTo>
                  <a:pt x="755" y="698"/>
                  <a:pt x="771" y="677"/>
                  <a:pt x="793" y="674"/>
                </a:cubicBezTo>
                <a:cubicBezTo>
                  <a:pt x="794" y="674"/>
                  <a:pt x="794" y="674"/>
                  <a:pt x="794" y="674"/>
                </a:cubicBezTo>
                <a:cubicBezTo>
                  <a:pt x="815" y="670"/>
                  <a:pt x="827" y="650"/>
                  <a:pt x="819" y="629"/>
                </a:cubicBezTo>
                <a:cubicBezTo>
                  <a:pt x="819" y="629"/>
                  <a:pt x="819" y="629"/>
                  <a:pt x="819" y="629"/>
                </a:cubicBezTo>
                <a:cubicBezTo>
                  <a:pt x="811" y="608"/>
                  <a:pt x="821" y="584"/>
                  <a:pt x="841" y="574"/>
                </a:cubicBezTo>
                <a:cubicBezTo>
                  <a:pt x="842" y="574"/>
                  <a:pt x="842" y="574"/>
                  <a:pt x="842" y="574"/>
                </a:cubicBezTo>
                <a:cubicBezTo>
                  <a:pt x="862" y="565"/>
                  <a:pt x="868" y="543"/>
                  <a:pt x="855" y="525"/>
                </a:cubicBezTo>
                <a:lnTo>
                  <a:pt x="855" y="524"/>
                </a:lnTo>
                <a:close/>
              </a:path>
            </a:pathLst>
          </a:custGeom>
          <a:solidFill>
            <a:schemeClr val="bg1">
              <a:lumMod val="85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cs typeface="Open Sans" panose="020B0606030504020204" charset="0"/>
            </a:endParaRPr>
          </a:p>
        </p:txBody>
      </p:sp>
      <p:sp>
        <p:nvSpPr>
          <p:cNvPr id="179" name="Oval 3736"/>
          <p:cNvSpPr>
            <a:spLocks noChangeArrowheads="1"/>
          </p:cNvSpPr>
          <p:nvPr>
            <p:custDataLst>
              <p:tags r:id="rId47"/>
            </p:custDataLst>
          </p:nvPr>
        </p:nvSpPr>
        <p:spPr bwMode="auto">
          <a:xfrm>
            <a:off x="6966112" y="1445982"/>
            <a:ext cx="1254255" cy="125372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cs typeface="Open Sans" panose="020B0606030504020204" charset="0"/>
            </a:endParaRPr>
          </a:p>
        </p:txBody>
      </p:sp>
      <p:sp>
        <p:nvSpPr>
          <p:cNvPr id="180" name="Freeform 3737"/>
          <p:cNvSpPr/>
          <p:nvPr>
            <p:custDataLst>
              <p:tags r:id="rId48"/>
            </p:custDataLst>
          </p:nvPr>
        </p:nvSpPr>
        <p:spPr bwMode="auto">
          <a:xfrm>
            <a:off x="7043071" y="1577953"/>
            <a:ext cx="1100336" cy="1028275"/>
          </a:xfrm>
          <a:custGeom>
            <a:avLst/>
            <a:gdLst>
              <a:gd name="T0" fmla="*/ 580 w 600"/>
              <a:gd name="T1" fmla="*/ 303 h 561"/>
              <a:gd name="T2" fmla="*/ 535 w 600"/>
              <a:gd name="T3" fmla="*/ 267 h 561"/>
              <a:gd name="T4" fmla="*/ 545 w 600"/>
              <a:gd name="T5" fmla="*/ 206 h 561"/>
              <a:gd name="T6" fmla="*/ 554 w 600"/>
              <a:gd name="T7" fmla="*/ 105 h 561"/>
              <a:gd name="T8" fmla="*/ 524 w 600"/>
              <a:gd name="T9" fmla="*/ 94 h 561"/>
              <a:gd name="T10" fmla="*/ 456 w 600"/>
              <a:gd name="T11" fmla="*/ 91 h 561"/>
              <a:gd name="T12" fmla="*/ 445 w 600"/>
              <a:gd name="T13" fmla="*/ 82 h 561"/>
              <a:gd name="T14" fmla="*/ 370 w 600"/>
              <a:gd name="T15" fmla="*/ 58 h 561"/>
              <a:gd name="T16" fmla="*/ 374 w 600"/>
              <a:gd name="T17" fmla="*/ 118 h 561"/>
              <a:gd name="T18" fmla="*/ 447 w 600"/>
              <a:gd name="T19" fmla="*/ 120 h 561"/>
              <a:gd name="T20" fmla="*/ 512 w 600"/>
              <a:gd name="T21" fmla="*/ 183 h 561"/>
              <a:gd name="T22" fmla="*/ 517 w 600"/>
              <a:gd name="T23" fmla="*/ 195 h 561"/>
              <a:gd name="T24" fmla="*/ 489 w 600"/>
              <a:gd name="T25" fmla="*/ 246 h 561"/>
              <a:gd name="T26" fmla="*/ 508 w 600"/>
              <a:gd name="T27" fmla="*/ 267 h 561"/>
              <a:gd name="T28" fmla="*/ 510 w 600"/>
              <a:gd name="T29" fmla="*/ 358 h 561"/>
              <a:gd name="T30" fmla="*/ 504 w 600"/>
              <a:gd name="T31" fmla="*/ 370 h 561"/>
              <a:gd name="T32" fmla="*/ 448 w 600"/>
              <a:gd name="T33" fmla="*/ 386 h 561"/>
              <a:gd name="T34" fmla="*/ 447 w 600"/>
              <a:gd name="T35" fmla="*/ 414 h 561"/>
              <a:gd name="T36" fmla="*/ 384 w 600"/>
              <a:gd name="T37" fmla="*/ 479 h 561"/>
              <a:gd name="T38" fmla="*/ 371 w 600"/>
              <a:gd name="T39" fmla="*/ 484 h 561"/>
              <a:gd name="T40" fmla="*/ 320 w 600"/>
              <a:gd name="T41" fmla="*/ 456 h 561"/>
              <a:gd name="T42" fmla="*/ 280 w 600"/>
              <a:gd name="T43" fmla="*/ 456 h 561"/>
              <a:gd name="T44" fmla="*/ 229 w 600"/>
              <a:gd name="T45" fmla="*/ 484 h 561"/>
              <a:gd name="T46" fmla="*/ 215 w 600"/>
              <a:gd name="T47" fmla="*/ 479 h 561"/>
              <a:gd name="T48" fmla="*/ 153 w 600"/>
              <a:gd name="T49" fmla="*/ 414 h 561"/>
              <a:gd name="T50" fmla="*/ 152 w 600"/>
              <a:gd name="T51" fmla="*/ 386 h 561"/>
              <a:gd name="T52" fmla="*/ 96 w 600"/>
              <a:gd name="T53" fmla="*/ 370 h 561"/>
              <a:gd name="T54" fmla="*/ 90 w 600"/>
              <a:gd name="T55" fmla="*/ 357 h 561"/>
              <a:gd name="T56" fmla="*/ 92 w 600"/>
              <a:gd name="T57" fmla="*/ 267 h 561"/>
              <a:gd name="T58" fmla="*/ 111 w 600"/>
              <a:gd name="T59" fmla="*/ 246 h 561"/>
              <a:gd name="T60" fmla="*/ 83 w 600"/>
              <a:gd name="T61" fmla="*/ 196 h 561"/>
              <a:gd name="T62" fmla="*/ 88 w 600"/>
              <a:gd name="T63" fmla="*/ 182 h 561"/>
              <a:gd name="T64" fmla="*/ 154 w 600"/>
              <a:gd name="T65" fmla="*/ 120 h 561"/>
              <a:gd name="T66" fmla="*/ 226 w 600"/>
              <a:gd name="T67" fmla="*/ 118 h 561"/>
              <a:gd name="T68" fmla="*/ 230 w 600"/>
              <a:gd name="T69" fmla="*/ 58 h 561"/>
              <a:gd name="T70" fmla="*/ 155 w 600"/>
              <a:gd name="T71" fmla="*/ 82 h 561"/>
              <a:gd name="T72" fmla="*/ 144 w 600"/>
              <a:gd name="T73" fmla="*/ 92 h 561"/>
              <a:gd name="T74" fmla="*/ 76 w 600"/>
              <a:gd name="T75" fmla="*/ 94 h 561"/>
              <a:gd name="T76" fmla="*/ 46 w 600"/>
              <a:gd name="T77" fmla="*/ 105 h 561"/>
              <a:gd name="T78" fmla="*/ 55 w 600"/>
              <a:gd name="T79" fmla="*/ 206 h 561"/>
              <a:gd name="T80" fmla="*/ 65 w 600"/>
              <a:gd name="T81" fmla="*/ 267 h 561"/>
              <a:gd name="T82" fmla="*/ 20 w 600"/>
              <a:gd name="T83" fmla="*/ 303 h 561"/>
              <a:gd name="T84" fmla="*/ 7 w 600"/>
              <a:gd name="T85" fmla="*/ 332 h 561"/>
              <a:gd name="T86" fmla="*/ 84 w 600"/>
              <a:gd name="T87" fmla="*/ 397 h 561"/>
              <a:gd name="T88" fmla="*/ 159 w 600"/>
              <a:gd name="T89" fmla="*/ 455 h 561"/>
              <a:gd name="T90" fmla="*/ 171 w 600"/>
              <a:gd name="T91" fmla="*/ 464 h 561"/>
              <a:gd name="T92" fmla="*/ 192 w 600"/>
              <a:gd name="T93" fmla="*/ 528 h 561"/>
              <a:gd name="T94" fmla="*/ 210 w 600"/>
              <a:gd name="T95" fmla="*/ 554 h 561"/>
              <a:gd name="T96" fmla="*/ 313 w 600"/>
              <a:gd name="T97" fmla="*/ 502 h 561"/>
              <a:gd name="T98" fmla="*/ 328 w 600"/>
              <a:gd name="T99" fmla="*/ 500 h 561"/>
              <a:gd name="T100" fmla="*/ 422 w 600"/>
              <a:gd name="T101" fmla="*/ 488 h 561"/>
              <a:gd name="T102" fmla="*/ 521 w 600"/>
              <a:gd name="T103" fmla="*/ 470 h 561"/>
              <a:gd name="T104" fmla="*/ 524 w 600"/>
              <a:gd name="T105" fmla="*/ 439 h 561"/>
              <a:gd name="T106" fmla="*/ 510 w 600"/>
              <a:gd name="T107" fmla="*/ 373 h 5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600" h="561">
                <a:moveTo>
                  <a:pt x="542" y="337"/>
                </a:moveTo>
                <a:cubicBezTo>
                  <a:pt x="533" y="341"/>
                  <a:pt x="523" y="350"/>
                  <a:pt x="517" y="358"/>
                </a:cubicBezTo>
                <a:cubicBezTo>
                  <a:pt x="523" y="344"/>
                  <a:pt x="527" y="330"/>
                  <a:pt x="530" y="315"/>
                </a:cubicBezTo>
                <a:cubicBezTo>
                  <a:pt x="539" y="316"/>
                  <a:pt x="562" y="318"/>
                  <a:pt x="580" y="303"/>
                </a:cubicBezTo>
                <a:cubicBezTo>
                  <a:pt x="598" y="288"/>
                  <a:pt x="600" y="254"/>
                  <a:pt x="600" y="254"/>
                </a:cubicBezTo>
                <a:cubicBezTo>
                  <a:pt x="600" y="254"/>
                  <a:pt x="579" y="251"/>
                  <a:pt x="552" y="272"/>
                </a:cubicBezTo>
                <a:cubicBezTo>
                  <a:pt x="544" y="278"/>
                  <a:pt x="537" y="290"/>
                  <a:pt x="533" y="299"/>
                </a:cubicBezTo>
                <a:cubicBezTo>
                  <a:pt x="534" y="289"/>
                  <a:pt x="535" y="278"/>
                  <a:pt x="535" y="267"/>
                </a:cubicBezTo>
                <a:cubicBezTo>
                  <a:pt x="535" y="262"/>
                  <a:pt x="535" y="258"/>
                  <a:pt x="535" y="253"/>
                </a:cubicBezTo>
                <a:cubicBezTo>
                  <a:pt x="543" y="253"/>
                  <a:pt x="566" y="249"/>
                  <a:pt x="580" y="230"/>
                </a:cubicBezTo>
                <a:cubicBezTo>
                  <a:pt x="594" y="210"/>
                  <a:pt x="587" y="177"/>
                  <a:pt x="587" y="177"/>
                </a:cubicBezTo>
                <a:cubicBezTo>
                  <a:pt x="587" y="177"/>
                  <a:pt x="565" y="179"/>
                  <a:pt x="545" y="206"/>
                </a:cubicBezTo>
                <a:cubicBezTo>
                  <a:pt x="539" y="215"/>
                  <a:pt x="535" y="227"/>
                  <a:pt x="533" y="238"/>
                </a:cubicBezTo>
                <a:cubicBezTo>
                  <a:pt x="531" y="222"/>
                  <a:pt x="528" y="207"/>
                  <a:pt x="523" y="193"/>
                </a:cubicBezTo>
                <a:cubicBezTo>
                  <a:pt x="531" y="190"/>
                  <a:pt x="552" y="180"/>
                  <a:pt x="561" y="158"/>
                </a:cubicBezTo>
                <a:cubicBezTo>
                  <a:pt x="569" y="136"/>
                  <a:pt x="554" y="105"/>
                  <a:pt x="554" y="105"/>
                </a:cubicBezTo>
                <a:cubicBezTo>
                  <a:pt x="554" y="105"/>
                  <a:pt x="534" y="113"/>
                  <a:pt x="521" y="145"/>
                </a:cubicBezTo>
                <a:cubicBezTo>
                  <a:pt x="517" y="155"/>
                  <a:pt x="517" y="168"/>
                  <a:pt x="518" y="178"/>
                </a:cubicBezTo>
                <a:cubicBezTo>
                  <a:pt x="512" y="164"/>
                  <a:pt x="505" y="150"/>
                  <a:pt x="496" y="138"/>
                </a:cubicBezTo>
                <a:cubicBezTo>
                  <a:pt x="503" y="133"/>
                  <a:pt x="521" y="118"/>
                  <a:pt x="524" y="94"/>
                </a:cubicBezTo>
                <a:cubicBezTo>
                  <a:pt x="526" y="71"/>
                  <a:pt x="503" y="45"/>
                  <a:pt x="503" y="45"/>
                </a:cubicBezTo>
                <a:cubicBezTo>
                  <a:pt x="503" y="45"/>
                  <a:pt x="486" y="58"/>
                  <a:pt x="482" y="92"/>
                </a:cubicBezTo>
                <a:cubicBezTo>
                  <a:pt x="480" y="102"/>
                  <a:pt x="484" y="115"/>
                  <a:pt x="487" y="125"/>
                </a:cubicBezTo>
                <a:cubicBezTo>
                  <a:pt x="478" y="113"/>
                  <a:pt x="468" y="102"/>
                  <a:pt x="456" y="91"/>
                </a:cubicBezTo>
                <a:cubicBezTo>
                  <a:pt x="462" y="85"/>
                  <a:pt x="475" y="66"/>
                  <a:pt x="471" y="42"/>
                </a:cubicBezTo>
                <a:cubicBezTo>
                  <a:pt x="468" y="19"/>
                  <a:pt x="439" y="0"/>
                  <a:pt x="439" y="0"/>
                </a:cubicBezTo>
                <a:cubicBezTo>
                  <a:pt x="439" y="0"/>
                  <a:pt x="425" y="17"/>
                  <a:pt x="430" y="50"/>
                </a:cubicBezTo>
                <a:cubicBezTo>
                  <a:pt x="432" y="61"/>
                  <a:pt x="439" y="73"/>
                  <a:pt x="445" y="82"/>
                </a:cubicBezTo>
                <a:cubicBezTo>
                  <a:pt x="434" y="74"/>
                  <a:pt x="424" y="67"/>
                  <a:pt x="412" y="61"/>
                </a:cubicBezTo>
                <a:cubicBezTo>
                  <a:pt x="411" y="53"/>
                  <a:pt x="407" y="37"/>
                  <a:pt x="392" y="27"/>
                </a:cubicBezTo>
                <a:cubicBezTo>
                  <a:pt x="376" y="16"/>
                  <a:pt x="350" y="21"/>
                  <a:pt x="350" y="21"/>
                </a:cubicBezTo>
                <a:cubicBezTo>
                  <a:pt x="350" y="21"/>
                  <a:pt x="355" y="47"/>
                  <a:pt x="370" y="58"/>
                </a:cubicBezTo>
                <a:cubicBezTo>
                  <a:pt x="384" y="68"/>
                  <a:pt x="400" y="67"/>
                  <a:pt x="408" y="66"/>
                </a:cubicBezTo>
                <a:cubicBezTo>
                  <a:pt x="420" y="72"/>
                  <a:pt x="431" y="79"/>
                  <a:pt x="441" y="87"/>
                </a:cubicBezTo>
                <a:cubicBezTo>
                  <a:pt x="430" y="83"/>
                  <a:pt x="415" y="79"/>
                  <a:pt x="403" y="87"/>
                </a:cubicBezTo>
                <a:cubicBezTo>
                  <a:pt x="383" y="100"/>
                  <a:pt x="374" y="118"/>
                  <a:pt x="374" y="118"/>
                </a:cubicBezTo>
                <a:cubicBezTo>
                  <a:pt x="374" y="118"/>
                  <a:pt x="398" y="125"/>
                  <a:pt x="418" y="119"/>
                </a:cubicBezTo>
                <a:cubicBezTo>
                  <a:pt x="438" y="113"/>
                  <a:pt x="448" y="102"/>
                  <a:pt x="452" y="97"/>
                </a:cubicBezTo>
                <a:cubicBezTo>
                  <a:pt x="463" y="107"/>
                  <a:pt x="474" y="118"/>
                  <a:pt x="483" y="130"/>
                </a:cubicBezTo>
                <a:cubicBezTo>
                  <a:pt x="474" y="123"/>
                  <a:pt x="460" y="115"/>
                  <a:pt x="447" y="120"/>
                </a:cubicBezTo>
                <a:cubicBezTo>
                  <a:pt x="423" y="127"/>
                  <a:pt x="410" y="143"/>
                  <a:pt x="410" y="143"/>
                </a:cubicBezTo>
                <a:cubicBezTo>
                  <a:pt x="410" y="143"/>
                  <a:pt x="432" y="155"/>
                  <a:pt x="453" y="154"/>
                </a:cubicBezTo>
                <a:cubicBezTo>
                  <a:pt x="474" y="154"/>
                  <a:pt x="486" y="145"/>
                  <a:pt x="491" y="142"/>
                </a:cubicBezTo>
                <a:cubicBezTo>
                  <a:pt x="500" y="154"/>
                  <a:pt x="507" y="168"/>
                  <a:pt x="512" y="183"/>
                </a:cubicBezTo>
                <a:cubicBezTo>
                  <a:pt x="506" y="173"/>
                  <a:pt x="494" y="162"/>
                  <a:pt x="480" y="163"/>
                </a:cubicBezTo>
                <a:cubicBezTo>
                  <a:pt x="455" y="164"/>
                  <a:pt x="439" y="176"/>
                  <a:pt x="439" y="176"/>
                </a:cubicBezTo>
                <a:cubicBezTo>
                  <a:pt x="439" y="176"/>
                  <a:pt x="456" y="193"/>
                  <a:pt x="477" y="198"/>
                </a:cubicBezTo>
                <a:cubicBezTo>
                  <a:pt x="497" y="203"/>
                  <a:pt x="512" y="198"/>
                  <a:pt x="517" y="195"/>
                </a:cubicBezTo>
                <a:cubicBezTo>
                  <a:pt x="522" y="210"/>
                  <a:pt x="525" y="225"/>
                  <a:pt x="527" y="241"/>
                </a:cubicBezTo>
                <a:cubicBezTo>
                  <a:pt x="523" y="230"/>
                  <a:pt x="515" y="216"/>
                  <a:pt x="501" y="213"/>
                </a:cubicBezTo>
                <a:cubicBezTo>
                  <a:pt x="477" y="208"/>
                  <a:pt x="458" y="215"/>
                  <a:pt x="458" y="215"/>
                </a:cubicBezTo>
                <a:cubicBezTo>
                  <a:pt x="458" y="215"/>
                  <a:pt x="470" y="236"/>
                  <a:pt x="489" y="246"/>
                </a:cubicBezTo>
                <a:cubicBezTo>
                  <a:pt x="507" y="256"/>
                  <a:pt x="522" y="255"/>
                  <a:pt x="528" y="254"/>
                </a:cubicBezTo>
                <a:cubicBezTo>
                  <a:pt x="528" y="258"/>
                  <a:pt x="529" y="263"/>
                  <a:pt x="529" y="267"/>
                </a:cubicBezTo>
                <a:cubicBezTo>
                  <a:pt x="529" y="278"/>
                  <a:pt x="528" y="290"/>
                  <a:pt x="526" y="301"/>
                </a:cubicBezTo>
                <a:cubicBezTo>
                  <a:pt x="525" y="289"/>
                  <a:pt x="521" y="273"/>
                  <a:pt x="508" y="267"/>
                </a:cubicBezTo>
                <a:cubicBezTo>
                  <a:pt x="486" y="256"/>
                  <a:pt x="466" y="257"/>
                  <a:pt x="466" y="257"/>
                </a:cubicBezTo>
                <a:cubicBezTo>
                  <a:pt x="466" y="257"/>
                  <a:pt x="472" y="281"/>
                  <a:pt x="488" y="296"/>
                </a:cubicBezTo>
                <a:cubicBezTo>
                  <a:pt x="503" y="310"/>
                  <a:pt x="518" y="313"/>
                  <a:pt x="524" y="314"/>
                </a:cubicBezTo>
                <a:cubicBezTo>
                  <a:pt x="521" y="329"/>
                  <a:pt x="516" y="344"/>
                  <a:pt x="510" y="358"/>
                </a:cubicBezTo>
                <a:cubicBezTo>
                  <a:pt x="511" y="347"/>
                  <a:pt x="512" y="330"/>
                  <a:pt x="501" y="321"/>
                </a:cubicBezTo>
                <a:cubicBezTo>
                  <a:pt x="483" y="304"/>
                  <a:pt x="463" y="301"/>
                  <a:pt x="463" y="301"/>
                </a:cubicBezTo>
                <a:cubicBezTo>
                  <a:pt x="463" y="301"/>
                  <a:pt x="463" y="325"/>
                  <a:pt x="474" y="343"/>
                </a:cubicBezTo>
                <a:cubicBezTo>
                  <a:pt x="485" y="361"/>
                  <a:pt x="498" y="368"/>
                  <a:pt x="504" y="370"/>
                </a:cubicBezTo>
                <a:cubicBezTo>
                  <a:pt x="497" y="384"/>
                  <a:pt x="489" y="397"/>
                  <a:pt x="479" y="409"/>
                </a:cubicBezTo>
                <a:cubicBezTo>
                  <a:pt x="484" y="398"/>
                  <a:pt x="488" y="383"/>
                  <a:pt x="480" y="371"/>
                </a:cubicBezTo>
                <a:cubicBezTo>
                  <a:pt x="467" y="350"/>
                  <a:pt x="448" y="342"/>
                  <a:pt x="448" y="342"/>
                </a:cubicBezTo>
                <a:cubicBezTo>
                  <a:pt x="448" y="342"/>
                  <a:pt x="442" y="366"/>
                  <a:pt x="448" y="386"/>
                </a:cubicBezTo>
                <a:cubicBezTo>
                  <a:pt x="454" y="406"/>
                  <a:pt x="465" y="416"/>
                  <a:pt x="470" y="420"/>
                </a:cubicBezTo>
                <a:cubicBezTo>
                  <a:pt x="467" y="423"/>
                  <a:pt x="465" y="426"/>
                  <a:pt x="462" y="429"/>
                </a:cubicBezTo>
                <a:cubicBezTo>
                  <a:pt x="454" y="437"/>
                  <a:pt x="445" y="444"/>
                  <a:pt x="436" y="451"/>
                </a:cubicBezTo>
                <a:cubicBezTo>
                  <a:pt x="443" y="441"/>
                  <a:pt x="451" y="428"/>
                  <a:pt x="447" y="414"/>
                </a:cubicBezTo>
                <a:cubicBezTo>
                  <a:pt x="439" y="391"/>
                  <a:pt x="424" y="378"/>
                  <a:pt x="424" y="378"/>
                </a:cubicBezTo>
                <a:cubicBezTo>
                  <a:pt x="424" y="378"/>
                  <a:pt x="412" y="399"/>
                  <a:pt x="412" y="420"/>
                </a:cubicBezTo>
                <a:cubicBezTo>
                  <a:pt x="413" y="441"/>
                  <a:pt x="421" y="454"/>
                  <a:pt x="425" y="458"/>
                </a:cubicBezTo>
                <a:cubicBezTo>
                  <a:pt x="412" y="467"/>
                  <a:pt x="399" y="474"/>
                  <a:pt x="384" y="479"/>
                </a:cubicBezTo>
                <a:cubicBezTo>
                  <a:pt x="394" y="472"/>
                  <a:pt x="405" y="461"/>
                  <a:pt x="404" y="447"/>
                </a:cubicBezTo>
                <a:cubicBezTo>
                  <a:pt x="402" y="423"/>
                  <a:pt x="391" y="406"/>
                  <a:pt x="391" y="406"/>
                </a:cubicBezTo>
                <a:cubicBezTo>
                  <a:pt x="391" y="406"/>
                  <a:pt x="374" y="424"/>
                  <a:pt x="369" y="444"/>
                </a:cubicBezTo>
                <a:cubicBezTo>
                  <a:pt x="364" y="464"/>
                  <a:pt x="369" y="479"/>
                  <a:pt x="371" y="484"/>
                </a:cubicBezTo>
                <a:cubicBezTo>
                  <a:pt x="357" y="489"/>
                  <a:pt x="342" y="492"/>
                  <a:pt x="327" y="494"/>
                </a:cubicBezTo>
                <a:cubicBezTo>
                  <a:pt x="338" y="490"/>
                  <a:pt x="351" y="482"/>
                  <a:pt x="354" y="468"/>
                </a:cubicBezTo>
                <a:cubicBezTo>
                  <a:pt x="359" y="444"/>
                  <a:pt x="352" y="425"/>
                  <a:pt x="352" y="425"/>
                </a:cubicBezTo>
                <a:cubicBezTo>
                  <a:pt x="352" y="425"/>
                  <a:pt x="330" y="437"/>
                  <a:pt x="320" y="456"/>
                </a:cubicBezTo>
                <a:cubicBezTo>
                  <a:pt x="311" y="474"/>
                  <a:pt x="311" y="489"/>
                  <a:pt x="312" y="495"/>
                </a:cubicBezTo>
                <a:cubicBezTo>
                  <a:pt x="308" y="495"/>
                  <a:pt x="304" y="496"/>
                  <a:pt x="300" y="496"/>
                </a:cubicBezTo>
                <a:cubicBezTo>
                  <a:pt x="296" y="496"/>
                  <a:pt x="292" y="495"/>
                  <a:pt x="288" y="495"/>
                </a:cubicBezTo>
                <a:cubicBezTo>
                  <a:pt x="289" y="489"/>
                  <a:pt x="289" y="474"/>
                  <a:pt x="280" y="456"/>
                </a:cubicBezTo>
                <a:cubicBezTo>
                  <a:pt x="270" y="437"/>
                  <a:pt x="248" y="425"/>
                  <a:pt x="248" y="425"/>
                </a:cubicBezTo>
                <a:cubicBezTo>
                  <a:pt x="248" y="425"/>
                  <a:pt x="241" y="444"/>
                  <a:pt x="246" y="468"/>
                </a:cubicBezTo>
                <a:cubicBezTo>
                  <a:pt x="249" y="481"/>
                  <a:pt x="262" y="489"/>
                  <a:pt x="273" y="494"/>
                </a:cubicBezTo>
                <a:cubicBezTo>
                  <a:pt x="258" y="492"/>
                  <a:pt x="243" y="489"/>
                  <a:pt x="229" y="484"/>
                </a:cubicBezTo>
                <a:cubicBezTo>
                  <a:pt x="232" y="478"/>
                  <a:pt x="236" y="464"/>
                  <a:pt x="231" y="444"/>
                </a:cubicBezTo>
                <a:cubicBezTo>
                  <a:pt x="227" y="424"/>
                  <a:pt x="209" y="406"/>
                  <a:pt x="209" y="406"/>
                </a:cubicBezTo>
                <a:cubicBezTo>
                  <a:pt x="209" y="406"/>
                  <a:pt x="198" y="423"/>
                  <a:pt x="196" y="447"/>
                </a:cubicBezTo>
                <a:cubicBezTo>
                  <a:pt x="196" y="461"/>
                  <a:pt x="206" y="472"/>
                  <a:pt x="215" y="479"/>
                </a:cubicBezTo>
                <a:cubicBezTo>
                  <a:pt x="201" y="474"/>
                  <a:pt x="188" y="467"/>
                  <a:pt x="175" y="458"/>
                </a:cubicBezTo>
                <a:cubicBezTo>
                  <a:pt x="179" y="453"/>
                  <a:pt x="187" y="441"/>
                  <a:pt x="188" y="420"/>
                </a:cubicBezTo>
                <a:cubicBezTo>
                  <a:pt x="189" y="399"/>
                  <a:pt x="176" y="378"/>
                  <a:pt x="176" y="378"/>
                </a:cubicBezTo>
                <a:cubicBezTo>
                  <a:pt x="176" y="378"/>
                  <a:pt x="161" y="391"/>
                  <a:pt x="153" y="414"/>
                </a:cubicBezTo>
                <a:cubicBezTo>
                  <a:pt x="149" y="427"/>
                  <a:pt x="156" y="441"/>
                  <a:pt x="164" y="450"/>
                </a:cubicBezTo>
                <a:cubicBezTo>
                  <a:pt x="155" y="444"/>
                  <a:pt x="146" y="436"/>
                  <a:pt x="139" y="429"/>
                </a:cubicBezTo>
                <a:cubicBezTo>
                  <a:pt x="136" y="426"/>
                  <a:pt x="133" y="423"/>
                  <a:pt x="130" y="420"/>
                </a:cubicBezTo>
                <a:cubicBezTo>
                  <a:pt x="135" y="416"/>
                  <a:pt x="146" y="406"/>
                  <a:pt x="152" y="386"/>
                </a:cubicBezTo>
                <a:cubicBezTo>
                  <a:pt x="158" y="366"/>
                  <a:pt x="152" y="342"/>
                  <a:pt x="152" y="342"/>
                </a:cubicBezTo>
                <a:cubicBezTo>
                  <a:pt x="152" y="342"/>
                  <a:pt x="134" y="350"/>
                  <a:pt x="120" y="371"/>
                </a:cubicBezTo>
                <a:cubicBezTo>
                  <a:pt x="112" y="383"/>
                  <a:pt x="116" y="398"/>
                  <a:pt x="121" y="408"/>
                </a:cubicBezTo>
                <a:cubicBezTo>
                  <a:pt x="111" y="397"/>
                  <a:pt x="103" y="384"/>
                  <a:pt x="96" y="370"/>
                </a:cubicBezTo>
                <a:cubicBezTo>
                  <a:pt x="102" y="368"/>
                  <a:pt x="116" y="361"/>
                  <a:pt x="126" y="343"/>
                </a:cubicBezTo>
                <a:cubicBezTo>
                  <a:pt x="137" y="325"/>
                  <a:pt x="138" y="301"/>
                  <a:pt x="138" y="301"/>
                </a:cubicBezTo>
                <a:cubicBezTo>
                  <a:pt x="138" y="301"/>
                  <a:pt x="118" y="304"/>
                  <a:pt x="99" y="321"/>
                </a:cubicBezTo>
                <a:cubicBezTo>
                  <a:pt x="89" y="330"/>
                  <a:pt x="89" y="346"/>
                  <a:pt x="90" y="357"/>
                </a:cubicBezTo>
                <a:cubicBezTo>
                  <a:pt x="84" y="344"/>
                  <a:pt x="80" y="329"/>
                  <a:pt x="76" y="314"/>
                </a:cubicBezTo>
                <a:cubicBezTo>
                  <a:pt x="83" y="313"/>
                  <a:pt x="97" y="310"/>
                  <a:pt x="113" y="296"/>
                </a:cubicBezTo>
                <a:cubicBezTo>
                  <a:pt x="128" y="281"/>
                  <a:pt x="134" y="257"/>
                  <a:pt x="134" y="257"/>
                </a:cubicBezTo>
                <a:cubicBezTo>
                  <a:pt x="134" y="257"/>
                  <a:pt x="114" y="256"/>
                  <a:pt x="92" y="267"/>
                </a:cubicBezTo>
                <a:cubicBezTo>
                  <a:pt x="80" y="273"/>
                  <a:pt x="75" y="288"/>
                  <a:pt x="74" y="300"/>
                </a:cubicBezTo>
                <a:cubicBezTo>
                  <a:pt x="73" y="289"/>
                  <a:pt x="72" y="278"/>
                  <a:pt x="72" y="267"/>
                </a:cubicBezTo>
                <a:cubicBezTo>
                  <a:pt x="72" y="263"/>
                  <a:pt x="72" y="258"/>
                  <a:pt x="72" y="254"/>
                </a:cubicBezTo>
                <a:cubicBezTo>
                  <a:pt x="78" y="255"/>
                  <a:pt x="93" y="256"/>
                  <a:pt x="111" y="246"/>
                </a:cubicBezTo>
                <a:cubicBezTo>
                  <a:pt x="130" y="236"/>
                  <a:pt x="143" y="215"/>
                  <a:pt x="143" y="215"/>
                </a:cubicBezTo>
                <a:cubicBezTo>
                  <a:pt x="143" y="215"/>
                  <a:pt x="123" y="208"/>
                  <a:pt x="100" y="213"/>
                </a:cubicBezTo>
                <a:cubicBezTo>
                  <a:pt x="86" y="216"/>
                  <a:pt x="78" y="229"/>
                  <a:pt x="73" y="240"/>
                </a:cubicBezTo>
                <a:cubicBezTo>
                  <a:pt x="75" y="225"/>
                  <a:pt x="78" y="210"/>
                  <a:pt x="83" y="196"/>
                </a:cubicBezTo>
                <a:cubicBezTo>
                  <a:pt x="89" y="198"/>
                  <a:pt x="103" y="203"/>
                  <a:pt x="123" y="198"/>
                </a:cubicBezTo>
                <a:cubicBezTo>
                  <a:pt x="144" y="193"/>
                  <a:pt x="161" y="176"/>
                  <a:pt x="161" y="176"/>
                </a:cubicBezTo>
                <a:cubicBezTo>
                  <a:pt x="161" y="176"/>
                  <a:pt x="145" y="164"/>
                  <a:pt x="120" y="163"/>
                </a:cubicBezTo>
                <a:cubicBezTo>
                  <a:pt x="106" y="162"/>
                  <a:pt x="95" y="173"/>
                  <a:pt x="88" y="182"/>
                </a:cubicBezTo>
                <a:cubicBezTo>
                  <a:pt x="94" y="168"/>
                  <a:pt x="101" y="154"/>
                  <a:pt x="109" y="142"/>
                </a:cubicBezTo>
                <a:cubicBezTo>
                  <a:pt x="114" y="146"/>
                  <a:pt x="127" y="154"/>
                  <a:pt x="147" y="154"/>
                </a:cubicBezTo>
                <a:cubicBezTo>
                  <a:pt x="168" y="155"/>
                  <a:pt x="190" y="143"/>
                  <a:pt x="190" y="143"/>
                </a:cubicBezTo>
                <a:cubicBezTo>
                  <a:pt x="190" y="143"/>
                  <a:pt x="177" y="127"/>
                  <a:pt x="154" y="120"/>
                </a:cubicBezTo>
                <a:cubicBezTo>
                  <a:pt x="140" y="115"/>
                  <a:pt x="127" y="123"/>
                  <a:pt x="118" y="130"/>
                </a:cubicBezTo>
                <a:cubicBezTo>
                  <a:pt x="127" y="118"/>
                  <a:pt x="137" y="107"/>
                  <a:pt x="148" y="97"/>
                </a:cubicBezTo>
                <a:cubicBezTo>
                  <a:pt x="152" y="102"/>
                  <a:pt x="162" y="113"/>
                  <a:pt x="182" y="119"/>
                </a:cubicBezTo>
                <a:cubicBezTo>
                  <a:pt x="202" y="125"/>
                  <a:pt x="226" y="118"/>
                  <a:pt x="226" y="118"/>
                </a:cubicBezTo>
                <a:cubicBezTo>
                  <a:pt x="226" y="118"/>
                  <a:pt x="217" y="100"/>
                  <a:pt x="197" y="87"/>
                </a:cubicBezTo>
                <a:cubicBezTo>
                  <a:pt x="185" y="79"/>
                  <a:pt x="170" y="82"/>
                  <a:pt x="160" y="87"/>
                </a:cubicBezTo>
                <a:cubicBezTo>
                  <a:pt x="170" y="79"/>
                  <a:pt x="181" y="72"/>
                  <a:pt x="192" y="66"/>
                </a:cubicBezTo>
                <a:cubicBezTo>
                  <a:pt x="200" y="67"/>
                  <a:pt x="216" y="68"/>
                  <a:pt x="230" y="58"/>
                </a:cubicBezTo>
                <a:cubicBezTo>
                  <a:pt x="246" y="47"/>
                  <a:pt x="250" y="21"/>
                  <a:pt x="250" y="21"/>
                </a:cubicBezTo>
                <a:cubicBezTo>
                  <a:pt x="250" y="21"/>
                  <a:pt x="224" y="16"/>
                  <a:pt x="208" y="27"/>
                </a:cubicBezTo>
                <a:cubicBezTo>
                  <a:pt x="193" y="37"/>
                  <a:pt x="189" y="53"/>
                  <a:pt x="188" y="61"/>
                </a:cubicBezTo>
                <a:cubicBezTo>
                  <a:pt x="176" y="67"/>
                  <a:pt x="166" y="74"/>
                  <a:pt x="155" y="82"/>
                </a:cubicBezTo>
                <a:cubicBezTo>
                  <a:pt x="161" y="74"/>
                  <a:pt x="169" y="61"/>
                  <a:pt x="170" y="50"/>
                </a:cubicBezTo>
                <a:cubicBezTo>
                  <a:pt x="175" y="17"/>
                  <a:pt x="161" y="0"/>
                  <a:pt x="161" y="0"/>
                </a:cubicBezTo>
                <a:cubicBezTo>
                  <a:pt x="161" y="0"/>
                  <a:pt x="132" y="19"/>
                  <a:pt x="129" y="42"/>
                </a:cubicBezTo>
                <a:cubicBezTo>
                  <a:pt x="125" y="66"/>
                  <a:pt x="139" y="85"/>
                  <a:pt x="144" y="92"/>
                </a:cubicBezTo>
                <a:cubicBezTo>
                  <a:pt x="133" y="102"/>
                  <a:pt x="122" y="113"/>
                  <a:pt x="113" y="126"/>
                </a:cubicBezTo>
                <a:cubicBezTo>
                  <a:pt x="116" y="116"/>
                  <a:pt x="120" y="103"/>
                  <a:pt x="118" y="92"/>
                </a:cubicBezTo>
                <a:cubicBezTo>
                  <a:pt x="114" y="58"/>
                  <a:pt x="97" y="45"/>
                  <a:pt x="97" y="45"/>
                </a:cubicBezTo>
                <a:cubicBezTo>
                  <a:pt x="97" y="45"/>
                  <a:pt x="74" y="71"/>
                  <a:pt x="76" y="94"/>
                </a:cubicBezTo>
                <a:cubicBezTo>
                  <a:pt x="79" y="118"/>
                  <a:pt x="97" y="133"/>
                  <a:pt x="104" y="138"/>
                </a:cubicBezTo>
                <a:cubicBezTo>
                  <a:pt x="96" y="151"/>
                  <a:pt x="88" y="164"/>
                  <a:pt x="82" y="179"/>
                </a:cubicBezTo>
                <a:cubicBezTo>
                  <a:pt x="83" y="168"/>
                  <a:pt x="83" y="155"/>
                  <a:pt x="79" y="145"/>
                </a:cubicBezTo>
                <a:cubicBezTo>
                  <a:pt x="67" y="113"/>
                  <a:pt x="46" y="105"/>
                  <a:pt x="46" y="105"/>
                </a:cubicBezTo>
                <a:cubicBezTo>
                  <a:pt x="46" y="105"/>
                  <a:pt x="31" y="136"/>
                  <a:pt x="39" y="158"/>
                </a:cubicBezTo>
                <a:cubicBezTo>
                  <a:pt x="48" y="180"/>
                  <a:pt x="69" y="190"/>
                  <a:pt x="77" y="193"/>
                </a:cubicBezTo>
                <a:cubicBezTo>
                  <a:pt x="72" y="208"/>
                  <a:pt x="69" y="223"/>
                  <a:pt x="67" y="238"/>
                </a:cubicBezTo>
                <a:cubicBezTo>
                  <a:pt x="65" y="228"/>
                  <a:pt x="62" y="215"/>
                  <a:pt x="55" y="206"/>
                </a:cubicBezTo>
                <a:cubicBezTo>
                  <a:pt x="35" y="179"/>
                  <a:pt x="13" y="177"/>
                  <a:pt x="13" y="177"/>
                </a:cubicBezTo>
                <a:cubicBezTo>
                  <a:pt x="13" y="177"/>
                  <a:pt x="6" y="210"/>
                  <a:pt x="20" y="230"/>
                </a:cubicBezTo>
                <a:cubicBezTo>
                  <a:pt x="34" y="249"/>
                  <a:pt x="57" y="253"/>
                  <a:pt x="66" y="253"/>
                </a:cubicBezTo>
                <a:cubicBezTo>
                  <a:pt x="65" y="258"/>
                  <a:pt x="65" y="262"/>
                  <a:pt x="65" y="267"/>
                </a:cubicBezTo>
                <a:cubicBezTo>
                  <a:pt x="65" y="278"/>
                  <a:pt x="66" y="289"/>
                  <a:pt x="68" y="300"/>
                </a:cubicBezTo>
                <a:cubicBezTo>
                  <a:pt x="63" y="290"/>
                  <a:pt x="56" y="278"/>
                  <a:pt x="48" y="272"/>
                </a:cubicBezTo>
                <a:cubicBezTo>
                  <a:pt x="21" y="251"/>
                  <a:pt x="0" y="254"/>
                  <a:pt x="0" y="254"/>
                </a:cubicBezTo>
                <a:cubicBezTo>
                  <a:pt x="0" y="254"/>
                  <a:pt x="2" y="288"/>
                  <a:pt x="20" y="303"/>
                </a:cubicBezTo>
                <a:cubicBezTo>
                  <a:pt x="38" y="318"/>
                  <a:pt x="62" y="316"/>
                  <a:pt x="70" y="315"/>
                </a:cubicBezTo>
                <a:cubicBezTo>
                  <a:pt x="73" y="330"/>
                  <a:pt x="78" y="345"/>
                  <a:pt x="84" y="358"/>
                </a:cubicBezTo>
                <a:cubicBezTo>
                  <a:pt x="77" y="351"/>
                  <a:pt x="68" y="341"/>
                  <a:pt x="58" y="337"/>
                </a:cubicBezTo>
                <a:cubicBezTo>
                  <a:pt x="26" y="324"/>
                  <a:pt x="7" y="332"/>
                  <a:pt x="7" y="332"/>
                </a:cubicBezTo>
                <a:cubicBezTo>
                  <a:pt x="7" y="332"/>
                  <a:pt x="17" y="365"/>
                  <a:pt x="39" y="375"/>
                </a:cubicBezTo>
                <a:cubicBezTo>
                  <a:pt x="61" y="384"/>
                  <a:pt x="83" y="376"/>
                  <a:pt x="90" y="373"/>
                </a:cubicBezTo>
                <a:cubicBezTo>
                  <a:pt x="97" y="387"/>
                  <a:pt x="106" y="400"/>
                  <a:pt x="115" y="412"/>
                </a:cubicBezTo>
                <a:cubicBezTo>
                  <a:pt x="107" y="406"/>
                  <a:pt x="95" y="399"/>
                  <a:pt x="84" y="397"/>
                </a:cubicBezTo>
                <a:cubicBezTo>
                  <a:pt x="50" y="393"/>
                  <a:pt x="34" y="406"/>
                  <a:pt x="34" y="406"/>
                </a:cubicBezTo>
                <a:cubicBezTo>
                  <a:pt x="34" y="406"/>
                  <a:pt x="52" y="435"/>
                  <a:pt x="76" y="439"/>
                </a:cubicBezTo>
                <a:cubicBezTo>
                  <a:pt x="99" y="443"/>
                  <a:pt x="118" y="429"/>
                  <a:pt x="125" y="423"/>
                </a:cubicBezTo>
                <a:cubicBezTo>
                  <a:pt x="135" y="435"/>
                  <a:pt x="147" y="445"/>
                  <a:pt x="159" y="455"/>
                </a:cubicBezTo>
                <a:cubicBezTo>
                  <a:pt x="149" y="451"/>
                  <a:pt x="136" y="448"/>
                  <a:pt x="125" y="449"/>
                </a:cubicBezTo>
                <a:cubicBezTo>
                  <a:pt x="91" y="453"/>
                  <a:pt x="79" y="470"/>
                  <a:pt x="79" y="470"/>
                </a:cubicBezTo>
                <a:cubicBezTo>
                  <a:pt x="79" y="470"/>
                  <a:pt x="104" y="493"/>
                  <a:pt x="128" y="491"/>
                </a:cubicBezTo>
                <a:cubicBezTo>
                  <a:pt x="152" y="489"/>
                  <a:pt x="167" y="471"/>
                  <a:pt x="171" y="464"/>
                </a:cubicBezTo>
                <a:cubicBezTo>
                  <a:pt x="184" y="472"/>
                  <a:pt x="198" y="479"/>
                  <a:pt x="213" y="485"/>
                </a:cubicBezTo>
                <a:cubicBezTo>
                  <a:pt x="202" y="484"/>
                  <a:pt x="188" y="484"/>
                  <a:pt x="178" y="488"/>
                </a:cubicBezTo>
                <a:cubicBezTo>
                  <a:pt x="147" y="501"/>
                  <a:pt x="139" y="521"/>
                  <a:pt x="139" y="521"/>
                </a:cubicBezTo>
                <a:cubicBezTo>
                  <a:pt x="139" y="521"/>
                  <a:pt x="170" y="537"/>
                  <a:pt x="192" y="528"/>
                </a:cubicBezTo>
                <a:cubicBezTo>
                  <a:pt x="214" y="520"/>
                  <a:pt x="224" y="498"/>
                  <a:pt x="227" y="490"/>
                </a:cubicBezTo>
                <a:cubicBezTo>
                  <a:pt x="241" y="495"/>
                  <a:pt x="257" y="498"/>
                  <a:pt x="272" y="500"/>
                </a:cubicBezTo>
                <a:cubicBezTo>
                  <a:pt x="262" y="502"/>
                  <a:pt x="249" y="506"/>
                  <a:pt x="240" y="512"/>
                </a:cubicBezTo>
                <a:cubicBezTo>
                  <a:pt x="212" y="533"/>
                  <a:pt x="210" y="554"/>
                  <a:pt x="210" y="554"/>
                </a:cubicBezTo>
                <a:cubicBezTo>
                  <a:pt x="210" y="554"/>
                  <a:pt x="244" y="561"/>
                  <a:pt x="263" y="547"/>
                </a:cubicBezTo>
                <a:cubicBezTo>
                  <a:pt x="282" y="533"/>
                  <a:pt x="286" y="510"/>
                  <a:pt x="287" y="502"/>
                </a:cubicBezTo>
                <a:cubicBezTo>
                  <a:pt x="291" y="502"/>
                  <a:pt x="296" y="502"/>
                  <a:pt x="300" y="502"/>
                </a:cubicBezTo>
                <a:cubicBezTo>
                  <a:pt x="304" y="502"/>
                  <a:pt x="309" y="502"/>
                  <a:pt x="313" y="502"/>
                </a:cubicBezTo>
                <a:cubicBezTo>
                  <a:pt x="314" y="510"/>
                  <a:pt x="318" y="533"/>
                  <a:pt x="337" y="547"/>
                </a:cubicBezTo>
                <a:cubicBezTo>
                  <a:pt x="356" y="561"/>
                  <a:pt x="390" y="554"/>
                  <a:pt x="390" y="554"/>
                </a:cubicBezTo>
                <a:cubicBezTo>
                  <a:pt x="390" y="554"/>
                  <a:pt x="388" y="533"/>
                  <a:pt x="360" y="512"/>
                </a:cubicBezTo>
                <a:cubicBezTo>
                  <a:pt x="352" y="506"/>
                  <a:pt x="338" y="502"/>
                  <a:pt x="328" y="500"/>
                </a:cubicBezTo>
                <a:cubicBezTo>
                  <a:pt x="343" y="498"/>
                  <a:pt x="359" y="495"/>
                  <a:pt x="373" y="490"/>
                </a:cubicBezTo>
                <a:cubicBezTo>
                  <a:pt x="376" y="498"/>
                  <a:pt x="386" y="520"/>
                  <a:pt x="408" y="528"/>
                </a:cubicBezTo>
                <a:cubicBezTo>
                  <a:pt x="430" y="537"/>
                  <a:pt x="461" y="521"/>
                  <a:pt x="461" y="521"/>
                </a:cubicBezTo>
                <a:cubicBezTo>
                  <a:pt x="461" y="521"/>
                  <a:pt x="454" y="501"/>
                  <a:pt x="422" y="488"/>
                </a:cubicBezTo>
                <a:cubicBezTo>
                  <a:pt x="412" y="484"/>
                  <a:pt x="398" y="484"/>
                  <a:pt x="388" y="485"/>
                </a:cubicBezTo>
                <a:cubicBezTo>
                  <a:pt x="402" y="479"/>
                  <a:pt x="416" y="472"/>
                  <a:pt x="429" y="464"/>
                </a:cubicBezTo>
                <a:cubicBezTo>
                  <a:pt x="434" y="471"/>
                  <a:pt x="449" y="489"/>
                  <a:pt x="472" y="491"/>
                </a:cubicBezTo>
                <a:cubicBezTo>
                  <a:pt x="496" y="493"/>
                  <a:pt x="521" y="470"/>
                  <a:pt x="521" y="470"/>
                </a:cubicBezTo>
                <a:cubicBezTo>
                  <a:pt x="521" y="470"/>
                  <a:pt x="509" y="453"/>
                  <a:pt x="475" y="449"/>
                </a:cubicBezTo>
                <a:cubicBezTo>
                  <a:pt x="464" y="448"/>
                  <a:pt x="451" y="451"/>
                  <a:pt x="441" y="455"/>
                </a:cubicBezTo>
                <a:cubicBezTo>
                  <a:pt x="454" y="445"/>
                  <a:pt x="465" y="435"/>
                  <a:pt x="475" y="424"/>
                </a:cubicBezTo>
                <a:cubicBezTo>
                  <a:pt x="482" y="429"/>
                  <a:pt x="501" y="443"/>
                  <a:pt x="524" y="439"/>
                </a:cubicBezTo>
                <a:cubicBezTo>
                  <a:pt x="548" y="435"/>
                  <a:pt x="566" y="406"/>
                  <a:pt x="566" y="406"/>
                </a:cubicBezTo>
                <a:cubicBezTo>
                  <a:pt x="566" y="406"/>
                  <a:pt x="550" y="393"/>
                  <a:pt x="516" y="397"/>
                </a:cubicBezTo>
                <a:cubicBezTo>
                  <a:pt x="505" y="399"/>
                  <a:pt x="494" y="406"/>
                  <a:pt x="485" y="411"/>
                </a:cubicBezTo>
                <a:cubicBezTo>
                  <a:pt x="495" y="399"/>
                  <a:pt x="503" y="386"/>
                  <a:pt x="510" y="373"/>
                </a:cubicBezTo>
                <a:cubicBezTo>
                  <a:pt x="518" y="376"/>
                  <a:pt x="540" y="384"/>
                  <a:pt x="561" y="375"/>
                </a:cubicBezTo>
                <a:cubicBezTo>
                  <a:pt x="583" y="365"/>
                  <a:pt x="593" y="332"/>
                  <a:pt x="593" y="332"/>
                </a:cubicBezTo>
                <a:cubicBezTo>
                  <a:pt x="593" y="332"/>
                  <a:pt x="574" y="324"/>
                  <a:pt x="542" y="337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  <a:alpha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cs typeface="Open Sans" panose="020B0606030504020204" charset="0"/>
            </a:endParaRPr>
          </a:p>
        </p:txBody>
      </p:sp>
      <p:sp>
        <p:nvSpPr>
          <p:cNvPr id="182" name="Freeform 5"/>
          <p:cNvSpPr/>
          <p:nvPr>
            <p:custDataLst>
              <p:tags r:id="rId49"/>
            </p:custDataLst>
          </p:nvPr>
        </p:nvSpPr>
        <p:spPr bwMode="auto">
          <a:xfrm>
            <a:off x="7278680" y="1732512"/>
            <a:ext cx="599173" cy="652879"/>
          </a:xfrm>
          <a:custGeom>
            <a:avLst/>
            <a:gdLst>
              <a:gd name="T0" fmla="*/ 70 w 539"/>
              <a:gd name="T1" fmla="*/ 0 h 587"/>
              <a:gd name="T2" fmla="*/ 0 w 539"/>
              <a:gd name="T3" fmla="*/ 71 h 587"/>
              <a:gd name="T4" fmla="*/ 0 w 539"/>
              <a:gd name="T5" fmla="*/ 516 h 587"/>
              <a:gd name="T6" fmla="*/ 70 w 539"/>
              <a:gd name="T7" fmla="*/ 587 h 587"/>
              <a:gd name="T8" fmla="*/ 539 w 539"/>
              <a:gd name="T9" fmla="*/ 587 h 587"/>
              <a:gd name="T10" fmla="*/ 539 w 539"/>
              <a:gd name="T11" fmla="*/ 0 h 587"/>
              <a:gd name="T12" fmla="*/ 70 w 539"/>
              <a:gd name="T13" fmla="*/ 0 h 5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39" h="587">
                <a:moveTo>
                  <a:pt x="70" y="0"/>
                </a:moveTo>
                <a:cubicBezTo>
                  <a:pt x="31" y="0"/>
                  <a:pt x="0" y="32"/>
                  <a:pt x="0" y="71"/>
                </a:cubicBezTo>
                <a:cubicBezTo>
                  <a:pt x="0" y="516"/>
                  <a:pt x="0" y="516"/>
                  <a:pt x="0" y="516"/>
                </a:cubicBezTo>
                <a:cubicBezTo>
                  <a:pt x="0" y="555"/>
                  <a:pt x="31" y="587"/>
                  <a:pt x="70" y="587"/>
                </a:cubicBezTo>
                <a:cubicBezTo>
                  <a:pt x="539" y="587"/>
                  <a:pt x="539" y="587"/>
                  <a:pt x="539" y="587"/>
                </a:cubicBezTo>
                <a:cubicBezTo>
                  <a:pt x="539" y="0"/>
                  <a:pt x="539" y="0"/>
                  <a:pt x="539" y="0"/>
                </a:cubicBezTo>
                <a:lnTo>
                  <a:pt x="70" y="0"/>
                </a:lnTo>
                <a:close/>
              </a:path>
            </a:pathLst>
          </a:custGeom>
          <a:solidFill>
            <a:srgbClr val="7E9A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cs typeface="Open Sans" panose="020B0606030504020204" charset="0"/>
            </a:endParaRPr>
          </a:p>
        </p:txBody>
      </p:sp>
      <p:sp>
        <p:nvSpPr>
          <p:cNvPr id="183" name="Freeform 6"/>
          <p:cNvSpPr>
            <a:spLocks noEditPoints="1"/>
          </p:cNvSpPr>
          <p:nvPr>
            <p:custDataLst>
              <p:tags r:id="rId50"/>
            </p:custDataLst>
          </p:nvPr>
        </p:nvSpPr>
        <p:spPr bwMode="auto">
          <a:xfrm>
            <a:off x="7395433" y="1772675"/>
            <a:ext cx="26620" cy="417040"/>
          </a:xfrm>
          <a:custGeom>
            <a:avLst/>
            <a:gdLst>
              <a:gd name="T0" fmla="*/ 12 w 24"/>
              <a:gd name="T1" fmla="*/ 70 h 375"/>
              <a:gd name="T2" fmla="*/ 0 w 24"/>
              <a:gd name="T3" fmla="*/ 58 h 375"/>
              <a:gd name="T4" fmla="*/ 0 w 24"/>
              <a:gd name="T5" fmla="*/ 11 h 375"/>
              <a:gd name="T6" fmla="*/ 12 w 24"/>
              <a:gd name="T7" fmla="*/ 0 h 375"/>
              <a:gd name="T8" fmla="*/ 24 w 24"/>
              <a:gd name="T9" fmla="*/ 11 h 375"/>
              <a:gd name="T10" fmla="*/ 24 w 24"/>
              <a:gd name="T11" fmla="*/ 58 h 375"/>
              <a:gd name="T12" fmla="*/ 12 w 24"/>
              <a:gd name="T13" fmla="*/ 70 h 375"/>
              <a:gd name="T14" fmla="*/ 12 w 24"/>
              <a:gd name="T15" fmla="*/ 375 h 375"/>
              <a:gd name="T16" fmla="*/ 0 w 24"/>
              <a:gd name="T17" fmla="*/ 363 h 375"/>
              <a:gd name="T18" fmla="*/ 0 w 24"/>
              <a:gd name="T19" fmla="*/ 152 h 375"/>
              <a:gd name="T20" fmla="*/ 12 w 24"/>
              <a:gd name="T21" fmla="*/ 140 h 375"/>
              <a:gd name="T22" fmla="*/ 24 w 24"/>
              <a:gd name="T23" fmla="*/ 152 h 375"/>
              <a:gd name="T24" fmla="*/ 24 w 24"/>
              <a:gd name="T25" fmla="*/ 363 h 375"/>
              <a:gd name="T26" fmla="*/ 12 w 24"/>
              <a:gd name="T27" fmla="*/ 375 h 3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24" h="375">
                <a:moveTo>
                  <a:pt x="12" y="70"/>
                </a:moveTo>
                <a:cubicBezTo>
                  <a:pt x="5" y="70"/>
                  <a:pt x="0" y="65"/>
                  <a:pt x="0" y="58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2" y="0"/>
                </a:cubicBezTo>
                <a:cubicBezTo>
                  <a:pt x="18" y="0"/>
                  <a:pt x="24" y="5"/>
                  <a:pt x="24" y="11"/>
                </a:cubicBezTo>
                <a:cubicBezTo>
                  <a:pt x="24" y="58"/>
                  <a:pt x="24" y="58"/>
                  <a:pt x="24" y="58"/>
                </a:cubicBezTo>
                <a:cubicBezTo>
                  <a:pt x="24" y="65"/>
                  <a:pt x="18" y="70"/>
                  <a:pt x="12" y="70"/>
                </a:cubicBezTo>
                <a:close/>
                <a:moveTo>
                  <a:pt x="12" y="375"/>
                </a:moveTo>
                <a:cubicBezTo>
                  <a:pt x="5" y="375"/>
                  <a:pt x="0" y="370"/>
                  <a:pt x="0" y="363"/>
                </a:cubicBezTo>
                <a:cubicBezTo>
                  <a:pt x="0" y="152"/>
                  <a:pt x="0" y="152"/>
                  <a:pt x="0" y="152"/>
                </a:cubicBezTo>
                <a:cubicBezTo>
                  <a:pt x="0" y="146"/>
                  <a:pt x="5" y="140"/>
                  <a:pt x="12" y="140"/>
                </a:cubicBezTo>
                <a:cubicBezTo>
                  <a:pt x="18" y="140"/>
                  <a:pt x="24" y="146"/>
                  <a:pt x="24" y="152"/>
                </a:cubicBezTo>
                <a:cubicBezTo>
                  <a:pt x="24" y="363"/>
                  <a:pt x="24" y="363"/>
                  <a:pt x="24" y="363"/>
                </a:cubicBezTo>
                <a:cubicBezTo>
                  <a:pt x="24" y="370"/>
                  <a:pt x="18" y="375"/>
                  <a:pt x="12" y="375"/>
                </a:cubicBezTo>
                <a:close/>
              </a:path>
            </a:pathLst>
          </a:custGeom>
          <a:solidFill>
            <a:srgbClr val="FFEEB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cs typeface="Open Sans" panose="020B0606030504020204" charset="0"/>
            </a:endParaRPr>
          </a:p>
        </p:txBody>
      </p:sp>
      <p:sp>
        <p:nvSpPr>
          <p:cNvPr id="184" name="Freeform 7"/>
          <p:cNvSpPr/>
          <p:nvPr>
            <p:custDataLst>
              <p:tags r:id="rId51"/>
            </p:custDataLst>
          </p:nvPr>
        </p:nvSpPr>
        <p:spPr bwMode="auto">
          <a:xfrm>
            <a:off x="7278680" y="2255096"/>
            <a:ext cx="599173" cy="130296"/>
          </a:xfrm>
          <a:custGeom>
            <a:avLst/>
            <a:gdLst>
              <a:gd name="T0" fmla="*/ 70 w 539"/>
              <a:gd name="T1" fmla="*/ 117 h 117"/>
              <a:gd name="T2" fmla="*/ 539 w 539"/>
              <a:gd name="T3" fmla="*/ 117 h 117"/>
              <a:gd name="T4" fmla="*/ 539 w 539"/>
              <a:gd name="T5" fmla="*/ 70 h 117"/>
              <a:gd name="T6" fmla="*/ 70 w 539"/>
              <a:gd name="T7" fmla="*/ 70 h 117"/>
              <a:gd name="T8" fmla="*/ 0 w 539"/>
              <a:gd name="T9" fmla="*/ 0 h 117"/>
              <a:gd name="T10" fmla="*/ 0 w 539"/>
              <a:gd name="T11" fmla="*/ 46 h 117"/>
              <a:gd name="T12" fmla="*/ 70 w 539"/>
              <a:gd name="T13" fmla="*/ 117 h 1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39" h="117">
                <a:moveTo>
                  <a:pt x="70" y="117"/>
                </a:moveTo>
                <a:cubicBezTo>
                  <a:pt x="539" y="117"/>
                  <a:pt x="539" y="117"/>
                  <a:pt x="539" y="117"/>
                </a:cubicBezTo>
                <a:cubicBezTo>
                  <a:pt x="539" y="70"/>
                  <a:pt x="539" y="70"/>
                  <a:pt x="539" y="70"/>
                </a:cubicBezTo>
                <a:cubicBezTo>
                  <a:pt x="70" y="70"/>
                  <a:pt x="70" y="70"/>
                  <a:pt x="70" y="70"/>
                </a:cubicBezTo>
                <a:cubicBezTo>
                  <a:pt x="31" y="70"/>
                  <a:pt x="0" y="39"/>
                  <a:pt x="0" y="0"/>
                </a:cubicBezTo>
                <a:cubicBezTo>
                  <a:pt x="0" y="46"/>
                  <a:pt x="0" y="46"/>
                  <a:pt x="0" y="46"/>
                </a:cubicBezTo>
                <a:cubicBezTo>
                  <a:pt x="0" y="85"/>
                  <a:pt x="31" y="117"/>
                  <a:pt x="70" y="117"/>
                </a:cubicBezTo>
                <a:close/>
              </a:path>
            </a:pathLst>
          </a:custGeom>
          <a:solidFill>
            <a:srgbClr val="7E9A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cs typeface="Open Sans" panose="020B0606030504020204" charset="0"/>
            </a:endParaRPr>
          </a:p>
        </p:txBody>
      </p:sp>
      <p:sp>
        <p:nvSpPr>
          <p:cNvPr id="185" name="Freeform 8"/>
          <p:cNvSpPr/>
          <p:nvPr>
            <p:custDataLst>
              <p:tags r:id="rId52"/>
            </p:custDataLst>
          </p:nvPr>
        </p:nvSpPr>
        <p:spPr bwMode="auto">
          <a:xfrm>
            <a:off x="7282883" y="2228476"/>
            <a:ext cx="594970" cy="104610"/>
          </a:xfrm>
          <a:custGeom>
            <a:avLst/>
            <a:gdLst>
              <a:gd name="T0" fmla="*/ 0 w 535"/>
              <a:gd name="T1" fmla="*/ 47 h 94"/>
              <a:gd name="T2" fmla="*/ 66 w 535"/>
              <a:gd name="T3" fmla="*/ 94 h 94"/>
              <a:gd name="T4" fmla="*/ 535 w 535"/>
              <a:gd name="T5" fmla="*/ 94 h 94"/>
              <a:gd name="T6" fmla="*/ 535 w 535"/>
              <a:gd name="T7" fmla="*/ 0 h 94"/>
              <a:gd name="T8" fmla="*/ 66 w 535"/>
              <a:gd name="T9" fmla="*/ 0 h 94"/>
              <a:gd name="T10" fmla="*/ 0 w 535"/>
              <a:gd name="T11" fmla="*/ 47 h 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35" h="94">
                <a:moveTo>
                  <a:pt x="0" y="47"/>
                </a:moveTo>
                <a:cubicBezTo>
                  <a:pt x="9" y="74"/>
                  <a:pt x="36" y="94"/>
                  <a:pt x="66" y="94"/>
                </a:cubicBezTo>
                <a:cubicBezTo>
                  <a:pt x="535" y="94"/>
                  <a:pt x="535" y="94"/>
                  <a:pt x="535" y="94"/>
                </a:cubicBezTo>
                <a:cubicBezTo>
                  <a:pt x="535" y="0"/>
                  <a:pt x="535" y="0"/>
                  <a:pt x="535" y="0"/>
                </a:cubicBezTo>
                <a:cubicBezTo>
                  <a:pt x="66" y="0"/>
                  <a:pt x="66" y="0"/>
                  <a:pt x="66" y="0"/>
                </a:cubicBezTo>
                <a:cubicBezTo>
                  <a:pt x="36" y="0"/>
                  <a:pt x="9" y="20"/>
                  <a:pt x="0" y="47"/>
                </a:cubicBezTo>
                <a:close/>
              </a:path>
            </a:pathLst>
          </a:custGeom>
          <a:solidFill>
            <a:srgbClr val="E3CA9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cs typeface="Open Sans" panose="020B0606030504020204" charset="0"/>
            </a:endParaRPr>
          </a:p>
        </p:txBody>
      </p:sp>
      <p:sp>
        <p:nvSpPr>
          <p:cNvPr id="186" name="Freeform 9"/>
          <p:cNvSpPr/>
          <p:nvPr>
            <p:custDataLst>
              <p:tags r:id="rId53"/>
            </p:custDataLst>
          </p:nvPr>
        </p:nvSpPr>
        <p:spPr bwMode="auto">
          <a:xfrm>
            <a:off x="7282883" y="2228476"/>
            <a:ext cx="594970" cy="96671"/>
          </a:xfrm>
          <a:custGeom>
            <a:avLst/>
            <a:gdLst>
              <a:gd name="T0" fmla="*/ 0 w 535"/>
              <a:gd name="T1" fmla="*/ 47 h 87"/>
              <a:gd name="T2" fmla="*/ 35 w 535"/>
              <a:gd name="T3" fmla="*/ 87 h 87"/>
              <a:gd name="T4" fmla="*/ 31 w 535"/>
              <a:gd name="T5" fmla="*/ 70 h 87"/>
              <a:gd name="T6" fmla="*/ 66 w 535"/>
              <a:gd name="T7" fmla="*/ 35 h 87"/>
              <a:gd name="T8" fmla="*/ 535 w 535"/>
              <a:gd name="T9" fmla="*/ 35 h 87"/>
              <a:gd name="T10" fmla="*/ 535 w 535"/>
              <a:gd name="T11" fmla="*/ 0 h 87"/>
              <a:gd name="T12" fmla="*/ 66 w 535"/>
              <a:gd name="T13" fmla="*/ 0 h 87"/>
              <a:gd name="T14" fmla="*/ 0 w 535"/>
              <a:gd name="T15" fmla="*/ 47 h 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535" h="87">
                <a:moveTo>
                  <a:pt x="0" y="47"/>
                </a:moveTo>
                <a:cubicBezTo>
                  <a:pt x="6" y="64"/>
                  <a:pt x="19" y="79"/>
                  <a:pt x="35" y="87"/>
                </a:cubicBezTo>
                <a:cubicBezTo>
                  <a:pt x="32" y="82"/>
                  <a:pt x="31" y="76"/>
                  <a:pt x="31" y="70"/>
                </a:cubicBezTo>
                <a:cubicBezTo>
                  <a:pt x="31" y="51"/>
                  <a:pt x="47" y="35"/>
                  <a:pt x="66" y="35"/>
                </a:cubicBezTo>
                <a:cubicBezTo>
                  <a:pt x="535" y="35"/>
                  <a:pt x="535" y="35"/>
                  <a:pt x="535" y="35"/>
                </a:cubicBezTo>
                <a:cubicBezTo>
                  <a:pt x="535" y="0"/>
                  <a:pt x="535" y="0"/>
                  <a:pt x="535" y="0"/>
                </a:cubicBezTo>
                <a:cubicBezTo>
                  <a:pt x="66" y="0"/>
                  <a:pt x="66" y="0"/>
                  <a:pt x="66" y="0"/>
                </a:cubicBezTo>
                <a:cubicBezTo>
                  <a:pt x="36" y="0"/>
                  <a:pt x="9" y="20"/>
                  <a:pt x="0" y="47"/>
                </a:cubicBezTo>
                <a:close/>
              </a:path>
            </a:pathLst>
          </a:custGeom>
          <a:solidFill>
            <a:srgbClr val="CEA25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cs typeface="Open Sans" panose="020B0606030504020204" charset="0"/>
            </a:endParaRPr>
          </a:p>
        </p:txBody>
      </p:sp>
      <p:sp>
        <p:nvSpPr>
          <p:cNvPr id="187" name="Freeform 10"/>
          <p:cNvSpPr/>
          <p:nvPr>
            <p:custDataLst>
              <p:tags r:id="rId54"/>
            </p:custDataLst>
          </p:nvPr>
        </p:nvSpPr>
        <p:spPr bwMode="auto">
          <a:xfrm>
            <a:off x="7486500" y="2280782"/>
            <a:ext cx="131230" cy="156915"/>
          </a:xfrm>
          <a:custGeom>
            <a:avLst/>
            <a:gdLst>
              <a:gd name="T0" fmla="*/ 0 w 281"/>
              <a:gd name="T1" fmla="*/ 0 h 336"/>
              <a:gd name="T2" fmla="*/ 0 w 281"/>
              <a:gd name="T3" fmla="*/ 336 h 336"/>
              <a:gd name="T4" fmla="*/ 140 w 281"/>
              <a:gd name="T5" fmla="*/ 224 h 336"/>
              <a:gd name="T6" fmla="*/ 281 w 281"/>
              <a:gd name="T7" fmla="*/ 336 h 336"/>
              <a:gd name="T8" fmla="*/ 281 w 281"/>
              <a:gd name="T9" fmla="*/ 0 h 336"/>
              <a:gd name="T10" fmla="*/ 0 w 281"/>
              <a:gd name="T11" fmla="*/ 0 h 3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81" h="336">
                <a:moveTo>
                  <a:pt x="0" y="0"/>
                </a:moveTo>
                <a:lnTo>
                  <a:pt x="0" y="336"/>
                </a:lnTo>
                <a:lnTo>
                  <a:pt x="140" y="224"/>
                </a:lnTo>
                <a:lnTo>
                  <a:pt x="281" y="336"/>
                </a:lnTo>
                <a:lnTo>
                  <a:pt x="281" y="0"/>
                </a:lnTo>
                <a:lnTo>
                  <a:pt x="0" y="0"/>
                </a:lnTo>
                <a:close/>
              </a:path>
            </a:pathLst>
          </a:custGeom>
          <a:solidFill>
            <a:srgbClr val="D155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cs typeface="Open Sans" panose="020B0606030504020204" charset="0"/>
            </a:endParaRPr>
          </a:p>
        </p:txBody>
      </p:sp>
      <p:sp>
        <p:nvSpPr>
          <p:cNvPr id="188" name="Freeform 11"/>
          <p:cNvSpPr/>
          <p:nvPr>
            <p:custDataLst>
              <p:tags r:id="rId55"/>
            </p:custDataLst>
          </p:nvPr>
        </p:nvSpPr>
        <p:spPr bwMode="auto">
          <a:xfrm>
            <a:off x="7486500" y="2346630"/>
            <a:ext cx="131230" cy="91067"/>
          </a:xfrm>
          <a:custGeom>
            <a:avLst/>
            <a:gdLst>
              <a:gd name="T0" fmla="*/ 0 w 281"/>
              <a:gd name="T1" fmla="*/ 0 h 195"/>
              <a:gd name="T2" fmla="*/ 0 w 281"/>
              <a:gd name="T3" fmla="*/ 195 h 195"/>
              <a:gd name="T4" fmla="*/ 140 w 281"/>
              <a:gd name="T5" fmla="*/ 83 h 195"/>
              <a:gd name="T6" fmla="*/ 281 w 281"/>
              <a:gd name="T7" fmla="*/ 195 h 195"/>
              <a:gd name="T8" fmla="*/ 281 w 281"/>
              <a:gd name="T9" fmla="*/ 0 h 195"/>
              <a:gd name="T10" fmla="*/ 0 w 281"/>
              <a:gd name="T11" fmla="*/ 0 h 1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81" h="195">
                <a:moveTo>
                  <a:pt x="0" y="0"/>
                </a:moveTo>
                <a:lnTo>
                  <a:pt x="0" y="195"/>
                </a:lnTo>
                <a:lnTo>
                  <a:pt x="140" y="83"/>
                </a:lnTo>
                <a:lnTo>
                  <a:pt x="281" y="195"/>
                </a:lnTo>
                <a:lnTo>
                  <a:pt x="281" y="0"/>
                </a:lnTo>
                <a:lnTo>
                  <a:pt x="0" y="0"/>
                </a:lnTo>
                <a:close/>
              </a:path>
            </a:pathLst>
          </a:custGeom>
          <a:solidFill>
            <a:srgbClr val="DB795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cs typeface="Open Sans" panose="020B0606030504020204" charset="0"/>
            </a:endParaRPr>
          </a:p>
        </p:txBody>
      </p:sp>
      <p:sp>
        <p:nvSpPr>
          <p:cNvPr id="189" name="Freeform 12"/>
          <p:cNvSpPr/>
          <p:nvPr>
            <p:custDataLst>
              <p:tags r:id="rId56"/>
            </p:custDataLst>
          </p:nvPr>
        </p:nvSpPr>
        <p:spPr bwMode="auto">
          <a:xfrm>
            <a:off x="7395433" y="1875884"/>
            <a:ext cx="26620" cy="26620"/>
          </a:xfrm>
          <a:custGeom>
            <a:avLst/>
            <a:gdLst>
              <a:gd name="T0" fmla="*/ 0 w 24"/>
              <a:gd name="T1" fmla="*/ 12 h 24"/>
              <a:gd name="T2" fmla="*/ 12 w 24"/>
              <a:gd name="T3" fmla="*/ 24 h 24"/>
              <a:gd name="T4" fmla="*/ 24 w 24"/>
              <a:gd name="T5" fmla="*/ 12 h 24"/>
              <a:gd name="T6" fmla="*/ 24 w 24"/>
              <a:gd name="T7" fmla="*/ 12 h 24"/>
              <a:gd name="T8" fmla="*/ 12 w 24"/>
              <a:gd name="T9" fmla="*/ 0 h 24"/>
              <a:gd name="T10" fmla="*/ 0 w 24"/>
              <a:gd name="T11" fmla="*/ 12 h 24"/>
              <a:gd name="T12" fmla="*/ 0 w 24"/>
              <a:gd name="T13" fmla="*/ 12 h 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4" h="24">
                <a:moveTo>
                  <a:pt x="0" y="12"/>
                </a:moveTo>
                <a:cubicBezTo>
                  <a:pt x="0" y="19"/>
                  <a:pt x="5" y="24"/>
                  <a:pt x="12" y="24"/>
                </a:cubicBezTo>
                <a:cubicBezTo>
                  <a:pt x="18" y="24"/>
                  <a:pt x="24" y="19"/>
                  <a:pt x="24" y="12"/>
                </a:cubicBezTo>
                <a:cubicBezTo>
                  <a:pt x="24" y="12"/>
                  <a:pt x="24" y="12"/>
                  <a:pt x="24" y="12"/>
                </a:cubicBezTo>
                <a:cubicBezTo>
                  <a:pt x="24" y="6"/>
                  <a:pt x="18" y="0"/>
                  <a:pt x="12" y="0"/>
                </a:cubicBezTo>
                <a:cubicBezTo>
                  <a:pt x="5" y="0"/>
                  <a:pt x="0" y="6"/>
                  <a:pt x="0" y="12"/>
                </a:cubicBezTo>
                <a:cubicBezTo>
                  <a:pt x="0" y="12"/>
                  <a:pt x="0" y="12"/>
                  <a:pt x="0" y="12"/>
                </a:cubicBezTo>
                <a:close/>
              </a:path>
            </a:pathLst>
          </a:custGeom>
          <a:solidFill>
            <a:srgbClr val="FFEEB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cs typeface="Open Sans" panose="020B0606030504020204" charset="0"/>
            </a:endParaRPr>
          </a:p>
        </p:txBody>
      </p:sp>
      <p:sp>
        <p:nvSpPr>
          <p:cNvPr id="190" name="Freeform 13"/>
          <p:cNvSpPr>
            <a:spLocks noEditPoints="1"/>
          </p:cNvSpPr>
          <p:nvPr>
            <p:custDataLst>
              <p:tags r:id="rId57"/>
            </p:custDataLst>
          </p:nvPr>
        </p:nvSpPr>
        <p:spPr bwMode="auto">
          <a:xfrm>
            <a:off x="7474357" y="1850199"/>
            <a:ext cx="286744" cy="261525"/>
          </a:xfrm>
          <a:custGeom>
            <a:avLst/>
            <a:gdLst>
              <a:gd name="T0" fmla="*/ 11 w 258"/>
              <a:gd name="T1" fmla="*/ 23 h 235"/>
              <a:gd name="T2" fmla="*/ 246 w 258"/>
              <a:gd name="T3" fmla="*/ 23 h 235"/>
              <a:gd name="T4" fmla="*/ 258 w 258"/>
              <a:gd name="T5" fmla="*/ 12 h 235"/>
              <a:gd name="T6" fmla="*/ 246 w 258"/>
              <a:gd name="T7" fmla="*/ 0 h 235"/>
              <a:gd name="T8" fmla="*/ 11 w 258"/>
              <a:gd name="T9" fmla="*/ 0 h 235"/>
              <a:gd name="T10" fmla="*/ 0 w 258"/>
              <a:gd name="T11" fmla="*/ 12 h 235"/>
              <a:gd name="T12" fmla="*/ 11 w 258"/>
              <a:gd name="T13" fmla="*/ 23 h 235"/>
              <a:gd name="T14" fmla="*/ 211 w 258"/>
              <a:gd name="T15" fmla="*/ 59 h 235"/>
              <a:gd name="T16" fmla="*/ 199 w 258"/>
              <a:gd name="T17" fmla="*/ 47 h 235"/>
              <a:gd name="T18" fmla="*/ 58 w 258"/>
              <a:gd name="T19" fmla="*/ 47 h 235"/>
              <a:gd name="T20" fmla="*/ 46 w 258"/>
              <a:gd name="T21" fmla="*/ 59 h 235"/>
              <a:gd name="T22" fmla="*/ 58 w 258"/>
              <a:gd name="T23" fmla="*/ 70 h 235"/>
              <a:gd name="T24" fmla="*/ 199 w 258"/>
              <a:gd name="T25" fmla="*/ 70 h 235"/>
              <a:gd name="T26" fmla="*/ 211 w 258"/>
              <a:gd name="T27" fmla="*/ 59 h 235"/>
              <a:gd name="T28" fmla="*/ 11 w 258"/>
              <a:gd name="T29" fmla="*/ 235 h 235"/>
              <a:gd name="T30" fmla="*/ 140 w 258"/>
              <a:gd name="T31" fmla="*/ 235 h 235"/>
              <a:gd name="T32" fmla="*/ 152 w 258"/>
              <a:gd name="T33" fmla="*/ 223 h 235"/>
              <a:gd name="T34" fmla="*/ 140 w 258"/>
              <a:gd name="T35" fmla="*/ 211 h 235"/>
              <a:gd name="T36" fmla="*/ 11 w 258"/>
              <a:gd name="T37" fmla="*/ 211 h 235"/>
              <a:gd name="T38" fmla="*/ 0 w 258"/>
              <a:gd name="T39" fmla="*/ 223 h 235"/>
              <a:gd name="T40" fmla="*/ 11 w 258"/>
              <a:gd name="T41" fmla="*/ 235 h 235"/>
              <a:gd name="T42" fmla="*/ 246 w 258"/>
              <a:gd name="T43" fmla="*/ 211 h 235"/>
              <a:gd name="T44" fmla="*/ 187 w 258"/>
              <a:gd name="T45" fmla="*/ 211 h 235"/>
              <a:gd name="T46" fmla="*/ 175 w 258"/>
              <a:gd name="T47" fmla="*/ 223 h 235"/>
              <a:gd name="T48" fmla="*/ 187 w 258"/>
              <a:gd name="T49" fmla="*/ 235 h 235"/>
              <a:gd name="T50" fmla="*/ 246 w 258"/>
              <a:gd name="T51" fmla="*/ 235 h 235"/>
              <a:gd name="T52" fmla="*/ 258 w 258"/>
              <a:gd name="T53" fmla="*/ 223 h 235"/>
              <a:gd name="T54" fmla="*/ 246 w 258"/>
              <a:gd name="T55" fmla="*/ 211 h 2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58" h="235">
                <a:moveTo>
                  <a:pt x="11" y="23"/>
                </a:moveTo>
                <a:cubicBezTo>
                  <a:pt x="246" y="23"/>
                  <a:pt x="246" y="23"/>
                  <a:pt x="246" y="23"/>
                </a:cubicBezTo>
                <a:cubicBezTo>
                  <a:pt x="252" y="23"/>
                  <a:pt x="258" y="18"/>
                  <a:pt x="258" y="12"/>
                </a:cubicBezTo>
                <a:cubicBezTo>
                  <a:pt x="258" y="5"/>
                  <a:pt x="252" y="0"/>
                  <a:pt x="246" y="0"/>
                </a:cubicBezTo>
                <a:cubicBezTo>
                  <a:pt x="11" y="0"/>
                  <a:pt x="11" y="0"/>
                  <a:pt x="11" y="0"/>
                </a:cubicBezTo>
                <a:cubicBezTo>
                  <a:pt x="5" y="0"/>
                  <a:pt x="0" y="5"/>
                  <a:pt x="0" y="12"/>
                </a:cubicBezTo>
                <a:cubicBezTo>
                  <a:pt x="0" y="18"/>
                  <a:pt x="5" y="23"/>
                  <a:pt x="11" y="23"/>
                </a:cubicBezTo>
                <a:close/>
                <a:moveTo>
                  <a:pt x="211" y="59"/>
                </a:moveTo>
                <a:cubicBezTo>
                  <a:pt x="211" y="52"/>
                  <a:pt x="205" y="47"/>
                  <a:pt x="199" y="47"/>
                </a:cubicBezTo>
                <a:cubicBezTo>
                  <a:pt x="58" y="47"/>
                  <a:pt x="58" y="47"/>
                  <a:pt x="58" y="47"/>
                </a:cubicBezTo>
                <a:cubicBezTo>
                  <a:pt x="52" y="47"/>
                  <a:pt x="46" y="52"/>
                  <a:pt x="46" y="59"/>
                </a:cubicBezTo>
                <a:cubicBezTo>
                  <a:pt x="46" y="65"/>
                  <a:pt x="52" y="70"/>
                  <a:pt x="58" y="70"/>
                </a:cubicBezTo>
                <a:cubicBezTo>
                  <a:pt x="199" y="70"/>
                  <a:pt x="199" y="70"/>
                  <a:pt x="199" y="70"/>
                </a:cubicBezTo>
                <a:cubicBezTo>
                  <a:pt x="205" y="70"/>
                  <a:pt x="211" y="65"/>
                  <a:pt x="211" y="59"/>
                </a:cubicBezTo>
                <a:close/>
                <a:moveTo>
                  <a:pt x="11" y="235"/>
                </a:moveTo>
                <a:cubicBezTo>
                  <a:pt x="140" y="235"/>
                  <a:pt x="140" y="235"/>
                  <a:pt x="140" y="235"/>
                </a:cubicBezTo>
                <a:cubicBezTo>
                  <a:pt x="147" y="235"/>
                  <a:pt x="152" y="229"/>
                  <a:pt x="152" y="223"/>
                </a:cubicBezTo>
                <a:cubicBezTo>
                  <a:pt x="152" y="216"/>
                  <a:pt x="147" y="211"/>
                  <a:pt x="140" y="211"/>
                </a:cubicBezTo>
                <a:cubicBezTo>
                  <a:pt x="11" y="211"/>
                  <a:pt x="11" y="211"/>
                  <a:pt x="11" y="211"/>
                </a:cubicBezTo>
                <a:cubicBezTo>
                  <a:pt x="5" y="211"/>
                  <a:pt x="0" y="216"/>
                  <a:pt x="0" y="223"/>
                </a:cubicBezTo>
                <a:cubicBezTo>
                  <a:pt x="0" y="229"/>
                  <a:pt x="5" y="235"/>
                  <a:pt x="11" y="235"/>
                </a:cubicBezTo>
                <a:close/>
                <a:moveTo>
                  <a:pt x="246" y="211"/>
                </a:moveTo>
                <a:cubicBezTo>
                  <a:pt x="187" y="211"/>
                  <a:pt x="187" y="211"/>
                  <a:pt x="187" y="211"/>
                </a:cubicBezTo>
                <a:cubicBezTo>
                  <a:pt x="181" y="211"/>
                  <a:pt x="175" y="216"/>
                  <a:pt x="175" y="223"/>
                </a:cubicBezTo>
                <a:cubicBezTo>
                  <a:pt x="175" y="229"/>
                  <a:pt x="181" y="235"/>
                  <a:pt x="187" y="235"/>
                </a:cubicBezTo>
                <a:cubicBezTo>
                  <a:pt x="246" y="235"/>
                  <a:pt x="246" y="235"/>
                  <a:pt x="246" y="235"/>
                </a:cubicBezTo>
                <a:cubicBezTo>
                  <a:pt x="252" y="235"/>
                  <a:pt x="258" y="229"/>
                  <a:pt x="258" y="223"/>
                </a:cubicBezTo>
                <a:cubicBezTo>
                  <a:pt x="258" y="216"/>
                  <a:pt x="252" y="211"/>
                  <a:pt x="246" y="211"/>
                </a:cubicBezTo>
                <a:close/>
              </a:path>
            </a:pathLst>
          </a:custGeom>
          <a:solidFill>
            <a:srgbClr val="50443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cs typeface="Open Sans" panose="020B0606030504020204" charset="0"/>
            </a:endParaRPr>
          </a:p>
        </p:txBody>
      </p:sp>
      <p:sp>
        <p:nvSpPr>
          <p:cNvPr id="191" name="Freeform 14"/>
          <p:cNvSpPr/>
          <p:nvPr>
            <p:custDataLst>
              <p:tags r:id="rId58"/>
            </p:custDataLst>
          </p:nvPr>
        </p:nvSpPr>
        <p:spPr bwMode="auto">
          <a:xfrm>
            <a:off x="7734482" y="2267238"/>
            <a:ext cx="26620" cy="27087"/>
          </a:xfrm>
          <a:custGeom>
            <a:avLst/>
            <a:gdLst>
              <a:gd name="T0" fmla="*/ 0 w 24"/>
              <a:gd name="T1" fmla="*/ 12 h 24"/>
              <a:gd name="T2" fmla="*/ 12 w 24"/>
              <a:gd name="T3" fmla="*/ 24 h 24"/>
              <a:gd name="T4" fmla="*/ 24 w 24"/>
              <a:gd name="T5" fmla="*/ 12 h 24"/>
              <a:gd name="T6" fmla="*/ 24 w 24"/>
              <a:gd name="T7" fmla="*/ 12 h 24"/>
              <a:gd name="T8" fmla="*/ 12 w 24"/>
              <a:gd name="T9" fmla="*/ 0 h 24"/>
              <a:gd name="T10" fmla="*/ 0 w 24"/>
              <a:gd name="T11" fmla="*/ 12 h 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4" h="24">
                <a:moveTo>
                  <a:pt x="0" y="12"/>
                </a:moveTo>
                <a:cubicBezTo>
                  <a:pt x="0" y="18"/>
                  <a:pt x="5" y="24"/>
                  <a:pt x="12" y="24"/>
                </a:cubicBezTo>
                <a:cubicBezTo>
                  <a:pt x="18" y="24"/>
                  <a:pt x="24" y="18"/>
                  <a:pt x="24" y="12"/>
                </a:cubicBezTo>
                <a:cubicBezTo>
                  <a:pt x="24" y="12"/>
                  <a:pt x="24" y="12"/>
                  <a:pt x="24" y="12"/>
                </a:cubicBezTo>
                <a:cubicBezTo>
                  <a:pt x="24" y="5"/>
                  <a:pt x="18" y="0"/>
                  <a:pt x="12" y="0"/>
                </a:cubicBezTo>
                <a:cubicBezTo>
                  <a:pt x="5" y="0"/>
                  <a:pt x="0" y="5"/>
                  <a:pt x="0" y="12"/>
                </a:cubicBezTo>
                <a:close/>
              </a:path>
            </a:pathLst>
          </a:custGeom>
          <a:solidFill>
            <a:srgbClr val="504437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cs typeface="Open Sans" panose="020B0606030504020204" charset="0"/>
            </a:endParaRPr>
          </a:p>
        </p:txBody>
      </p:sp>
      <p:sp>
        <p:nvSpPr>
          <p:cNvPr id="192" name="Oval 15"/>
          <p:cNvSpPr>
            <a:spLocks noChangeArrowheads="1"/>
          </p:cNvSpPr>
          <p:nvPr>
            <p:custDataLst>
              <p:tags r:id="rId59"/>
            </p:custDataLst>
          </p:nvPr>
        </p:nvSpPr>
        <p:spPr bwMode="auto">
          <a:xfrm>
            <a:off x="7916615" y="2215400"/>
            <a:ext cx="26620" cy="26620"/>
          </a:xfrm>
          <a:prstGeom prst="ellipse">
            <a:avLst/>
          </a:prstGeom>
          <a:solidFill>
            <a:srgbClr val="504437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cs typeface="Open Sans" panose="020B0606030504020204" charset="0"/>
            </a:endParaRPr>
          </a:p>
        </p:txBody>
      </p:sp>
      <p:sp>
        <p:nvSpPr>
          <p:cNvPr id="193" name="Freeform 16"/>
          <p:cNvSpPr/>
          <p:nvPr>
            <p:custDataLst>
              <p:tags r:id="rId60"/>
            </p:custDataLst>
          </p:nvPr>
        </p:nvSpPr>
        <p:spPr bwMode="auto">
          <a:xfrm>
            <a:off x="7916615" y="2163095"/>
            <a:ext cx="26620" cy="26620"/>
          </a:xfrm>
          <a:custGeom>
            <a:avLst/>
            <a:gdLst>
              <a:gd name="T0" fmla="*/ 0 w 24"/>
              <a:gd name="T1" fmla="*/ 12 h 24"/>
              <a:gd name="T2" fmla="*/ 12 w 24"/>
              <a:gd name="T3" fmla="*/ 24 h 24"/>
              <a:gd name="T4" fmla="*/ 24 w 24"/>
              <a:gd name="T5" fmla="*/ 12 h 24"/>
              <a:gd name="T6" fmla="*/ 24 w 24"/>
              <a:gd name="T7" fmla="*/ 12 h 24"/>
              <a:gd name="T8" fmla="*/ 12 w 24"/>
              <a:gd name="T9" fmla="*/ 0 h 24"/>
              <a:gd name="T10" fmla="*/ 0 w 24"/>
              <a:gd name="T11" fmla="*/ 12 h 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4" h="24">
                <a:moveTo>
                  <a:pt x="0" y="12"/>
                </a:moveTo>
                <a:cubicBezTo>
                  <a:pt x="0" y="19"/>
                  <a:pt x="6" y="24"/>
                  <a:pt x="12" y="24"/>
                </a:cubicBezTo>
                <a:cubicBezTo>
                  <a:pt x="18" y="24"/>
                  <a:pt x="24" y="19"/>
                  <a:pt x="24" y="12"/>
                </a:cubicBezTo>
                <a:cubicBezTo>
                  <a:pt x="24" y="12"/>
                  <a:pt x="24" y="12"/>
                  <a:pt x="24" y="12"/>
                </a:cubicBezTo>
                <a:cubicBezTo>
                  <a:pt x="24" y="6"/>
                  <a:pt x="18" y="0"/>
                  <a:pt x="12" y="0"/>
                </a:cubicBezTo>
                <a:cubicBezTo>
                  <a:pt x="6" y="0"/>
                  <a:pt x="0" y="6"/>
                  <a:pt x="0" y="12"/>
                </a:cubicBezTo>
                <a:close/>
              </a:path>
            </a:pathLst>
          </a:custGeom>
          <a:solidFill>
            <a:srgbClr val="504437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cs typeface="Open Sans" panose="020B0606030504020204" charset="0"/>
            </a:endParaRPr>
          </a:p>
        </p:txBody>
      </p:sp>
      <p:sp>
        <p:nvSpPr>
          <p:cNvPr id="194" name="Freeform 17"/>
          <p:cNvSpPr/>
          <p:nvPr>
            <p:custDataLst>
              <p:tags r:id="rId61"/>
            </p:custDataLst>
          </p:nvPr>
        </p:nvSpPr>
        <p:spPr bwMode="auto">
          <a:xfrm>
            <a:off x="7916615" y="2111724"/>
            <a:ext cx="26620" cy="25686"/>
          </a:xfrm>
          <a:custGeom>
            <a:avLst/>
            <a:gdLst>
              <a:gd name="T0" fmla="*/ 0 w 24"/>
              <a:gd name="T1" fmla="*/ 11 h 23"/>
              <a:gd name="T2" fmla="*/ 12 w 24"/>
              <a:gd name="T3" fmla="*/ 23 h 23"/>
              <a:gd name="T4" fmla="*/ 24 w 24"/>
              <a:gd name="T5" fmla="*/ 11 h 23"/>
              <a:gd name="T6" fmla="*/ 24 w 24"/>
              <a:gd name="T7" fmla="*/ 11 h 23"/>
              <a:gd name="T8" fmla="*/ 12 w 24"/>
              <a:gd name="T9" fmla="*/ 0 h 23"/>
              <a:gd name="T10" fmla="*/ 0 w 24"/>
              <a:gd name="T11" fmla="*/ 11 h 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4" h="23">
                <a:moveTo>
                  <a:pt x="0" y="11"/>
                </a:moveTo>
                <a:cubicBezTo>
                  <a:pt x="0" y="18"/>
                  <a:pt x="6" y="23"/>
                  <a:pt x="12" y="23"/>
                </a:cubicBezTo>
                <a:cubicBezTo>
                  <a:pt x="18" y="23"/>
                  <a:pt x="24" y="18"/>
                  <a:pt x="24" y="11"/>
                </a:cubicBezTo>
                <a:cubicBezTo>
                  <a:pt x="24" y="11"/>
                  <a:pt x="24" y="11"/>
                  <a:pt x="24" y="11"/>
                </a:cubicBezTo>
                <a:cubicBezTo>
                  <a:pt x="24" y="5"/>
                  <a:pt x="18" y="0"/>
                  <a:pt x="12" y="0"/>
                </a:cubicBezTo>
                <a:cubicBezTo>
                  <a:pt x="6" y="0"/>
                  <a:pt x="0" y="5"/>
                  <a:pt x="0" y="11"/>
                </a:cubicBezTo>
                <a:close/>
              </a:path>
            </a:pathLst>
          </a:custGeom>
          <a:solidFill>
            <a:srgbClr val="504437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cs typeface="Open Sans" panose="020B0606030504020204" charset="0"/>
            </a:endParaRPr>
          </a:p>
        </p:txBody>
      </p:sp>
      <p:sp>
        <p:nvSpPr>
          <p:cNvPr id="195" name="Freeform 18"/>
          <p:cNvSpPr/>
          <p:nvPr>
            <p:custDataLst>
              <p:tags r:id="rId62"/>
            </p:custDataLst>
          </p:nvPr>
        </p:nvSpPr>
        <p:spPr bwMode="auto">
          <a:xfrm>
            <a:off x="7212832" y="1668065"/>
            <a:ext cx="156915" cy="286744"/>
          </a:xfrm>
          <a:custGeom>
            <a:avLst/>
            <a:gdLst>
              <a:gd name="T0" fmla="*/ 129 w 141"/>
              <a:gd name="T1" fmla="*/ 23 h 258"/>
              <a:gd name="T2" fmla="*/ 141 w 141"/>
              <a:gd name="T3" fmla="*/ 12 h 258"/>
              <a:gd name="T4" fmla="*/ 129 w 141"/>
              <a:gd name="T5" fmla="*/ 0 h 258"/>
              <a:gd name="T6" fmla="*/ 0 w 141"/>
              <a:gd name="T7" fmla="*/ 129 h 258"/>
              <a:gd name="T8" fmla="*/ 0 w 141"/>
              <a:gd name="T9" fmla="*/ 246 h 258"/>
              <a:gd name="T10" fmla="*/ 12 w 141"/>
              <a:gd name="T11" fmla="*/ 258 h 258"/>
              <a:gd name="T12" fmla="*/ 23 w 141"/>
              <a:gd name="T13" fmla="*/ 246 h 258"/>
              <a:gd name="T14" fmla="*/ 23 w 141"/>
              <a:gd name="T15" fmla="*/ 129 h 258"/>
              <a:gd name="T16" fmla="*/ 129 w 141"/>
              <a:gd name="T17" fmla="*/ 23 h 2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41" h="258">
                <a:moveTo>
                  <a:pt x="129" y="23"/>
                </a:moveTo>
                <a:cubicBezTo>
                  <a:pt x="135" y="23"/>
                  <a:pt x="141" y="18"/>
                  <a:pt x="141" y="12"/>
                </a:cubicBezTo>
                <a:cubicBezTo>
                  <a:pt x="141" y="5"/>
                  <a:pt x="135" y="0"/>
                  <a:pt x="129" y="0"/>
                </a:cubicBezTo>
                <a:cubicBezTo>
                  <a:pt x="58" y="0"/>
                  <a:pt x="0" y="58"/>
                  <a:pt x="0" y="129"/>
                </a:cubicBezTo>
                <a:cubicBezTo>
                  <a:pt x="0" y="246"/>
                  <a:pt x="0" y="246"/>
                  <a:pt x="0" y="246"/>
                </a:cubicBezTo>
                <a:cubicBezTo>
                  <a:pt x="0" y="253"/>
                  <a:pt x="5" y="258"/>
                  <a:pt x="12" y="258"/>
                </a:cubicBezTo>
                <a:cubicBezTo>
                  <a:pt x="18" y="258"/>
                  <a:pt x="23" y="253"/>
                  <a:pt x="23" y="246"/>
                </a:cubicBezTo>
                <a:cubicBezTo>
                  <a:pt x="23" y="129"/>
                  <a:pt x="23" y="129"/>
                  <a:pt x="23" y="129"/>
                </a:cubicBezTo>
                <a:cubicBezTo>
                  <a:pt x="23" y="70"/>
                  <a:pt x="71" y="23"/>
                  <a:pt x="129" y="23"/>
                </a:cubicBezTo>
                <a:close/>
              </a:path>
            </a:pathLst>
          </a:custGeom>
          <a:solidFill>
            <a:srgbClr val="50443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cs typeface="Open Sans" panose="020B0606030504020204" charset="0"/>
            </a:endParaRPr>
          </a:p>
        </p:txBody>
      </p:sp>
      <p:sp>
        <p:nvSpPr>
          <p:cNvPr id="196" name="Freeform 19"/>
          <p:cNvSpPr>
            <a:spLocks noEditPoints="1"/>
          </p:cNvSpPr>
          <p:nvPr>
            <p:custDataLst>
              <p:tags r:id="rId63"/>
            </p:custDataLst>
          </p:nvPr>
        </p:nvSpPr>
        <p:spPr bwMode="auto">
          <a:xfrm>
            <a:off x="7265137" y="1720370"/>
            <a:ext cx="626260" cy="730403"/>
          </a:xfrm>
          <a:custGeom>
            <a:avLst/>
            <a:gdLst>
              <a:gd name="T0" fmla="*/ 551 w 563"/>
              <a:gd name="T1" fmla="*/ 0 h 657"/>
              <a:gd name="T2" fmla="*/ 82 w 563"/>
              <a:gd name="T3" fmla="*/ 0 h 657"/>
              <a:gd name="T4" fmla="*/ 0 w 563"/>
              <a:gd name="T5" fmla="*/ 82 h 657"/>
              <a:gd name="T6" fmla="*/ 0 w 563"/>
              <a:gd name="T7" fmla="*/ 527 h 657"/>
              <a:gd name="T8" fmla="*/ 82 w 563"/>
              <a:gd name="T9" fmla="*/ 610 h 657"/>
              <a:gd name="T10" fmla="*/ 188 w 563"/>
              <a:gd name="T11" fmla="*/ 610 h 657"/>
              <a:gd name="T12" fmla="*/ 188 w 563"/>
              <a:gd name="T13" fmla="*/ 645 h 657"/>
              <a:gd name="T14" fmla="*/ 194 w 563"/>
              <a:gd name="T15" fmla="*/ 655 h 657"/>
              <a:gd name="T16" fmla="*/ 207 w 563"/>
              <a:gd name="T17" fmla="*/ 654 h 657"/>
              <a:gd name="T18" fmla="*/ 258 w 563"/>
              <a:gd name="T19" fmla="*/ 613 h 657"/>
              <a:gd name="T20" fmla="*/ 309 w 563"/>
              <a:gd name="T21" fmla="*/ 654 h 657"/>
              <a:gd name="T22" fmla="*/ 317 w 563"/>
              <a:gd name="T23" fmla="*/ 656 h 657"/>
              <a:gd name="T24" fmla="*/ 322 w 563"/>
              <a:gd name="T25" fmla="*/ 655 h 657"/>
              <a:gd name="T26" fmla="*/ 328 w 563"/>
              <a:gd name="T27" fmla="*/ 645 h 657"/>
              <a:gd name="T28" fmla="*/ 328 w 563"/>
              <a:gd name="T29" fmla="*/ 610 h 657"/>
              <a:gd name="T30" fmla="*/ 551 w 563"/>
              <a:gd name="T31" fmla="*/ 610 h 657"/>
              <a:gd name="T32" fmla="*/ 563 w 563"/>
              <a:gd name="T33" fmla="*/ 598 h 657"/>
              <a:gd name="T34" fmla="*/ 563 w 563"/>
              <a:gd name="T35" fmla="*/ 11 h 657"/>
              <a:gd name="T36" fmla="*/ 551 w 563"/>
              <a:gd name="T37" fmla="*/ 0 h 657"/>
              <a:gd name="T38" fmla="*/ 23 w 563"/>
              <a:gd name="T39" fmla="*/ 470 h 657"/>
              <a:gd name="T40" fmla="*/ 23 w 563"/>
              <a:gd name="T41" fmla="*/ 82 h 657"/>
              <a:gd name="T42" fmla="*/ 70 w 563"/>
              <a:gd name="T43" fmla="*/ 24 h 657"/>
              <a:gd name="T44" fmla="*/ 70 w 563"/>
              <a:gd name="T45" fmla="*/ 446 h 657"/>
              <a:gd name="T46" fmla="*/ 23 w 563"/>
              <a:gd name="T47" fmla="*/ 470 h 657"/>
              <a:gd name="T48" fmla="*/ 188 w 563"/>
              <a:gd name="T49" fmla="*/ 586 h 657"/>
              <a:gd name="T50" fmla="*/ 82 w 563"/>
              <a:gd name="T51" fmla="*/ 586 h 657"/>
              <a:gd name="T52" fmla="*/ 25 w 563"/>
              <a:gd name="T53" fmla="*/ 539 h 657"/>
              <a:gd name="T54" fmla="*/ 82 w 563"/>
              <a:gd name="T55" fmla="*/ 563 h 657"/>
              <a:gd name="T56" fmla="*/ 188 w 563"/>
              <a:gd name="T57" fmla="*/ 563 h 657"/>
              <a:gd name="T58" fmla="*/ 188 w 563"/>
              <a:gd name="T59" fmla="*/ 586 h 657"/>
              <a:gd name="T60" fmla="*/ 305 w 563"/>
              <a:gd name="T61" fmla="*/ 620 h 657"/>
              <a:gd name="T62" fmla="*/ 265 w 563"/>
              <a:gd name="T63" fmla="*/ 589 h 657"/>
              <a:gd name="T64" fmla="*/ 251 w 563"/>
              <a:gd name="T65" fmla="*/ 589 h 657"/>
              <a:gd name="T66" fmla="*/ 211 w 563"/>
              <a:gd name="T67" fmla="*/ 620 h 657"/>
              <a:gd name="T68" fmla="*/ 211 w 563"/>
              <a:gd name="T69" fmla="*/ 516 h 657"/>
              <a:gd name="T70" fmla="*/ 305 w 563"/>
              <a:gd name="T71" fmla="*/ 516 h 657"/>
              <a:gd name="T72" fmla="*/ 305 w 563"/>
              <a:gd name="T73" fmla="*/ 620 h 657"/>
              <a:gd name="T74" fmla="*/ 539 w 563"/>
              <a:gd name="T75" fmla="*/ 586 h 657"/>
              <a:gd name="T76" fmla="*/ 328 w 563"/>
              <a:gd name="T77" fmla="*/ 586 h 657"/>
              <a:gd name="T78" fmla="*/ 328 w 563"/>
              <a:gd name="T79" fmla="*/ 563 h 657"/>
              <a:gd name="T80" fmla="*/ 539 w 563"/>
              <a:gd name="T81" fmla="*/ 563 h 657"/>
              <a:gd name="T82" fmla="*/ 539 w 563"/>
              <a:gd name="T83" fmla="*/ 586 h 657"/>
              <a:gd name="T84" fmla="*/ 539 w 563"/>
              <a:gd name="T85" fmla="*/ 539 h 657"/>
              <a:gd name="T86" fmla="*/ 328 w 563"/>
              <a:gd name="T87" fmla="*/ 539 h 657"/>
              <a:gd name="T88" fmla="*/ 328 w 563"/>
              <a:gd name="T89" fmla="*/ 516 h 657"/>
              <a:gd name="T90" fmla="*/ 387 w 563"/>
              <a:gd name="T91" fmla="*/ 516 h 657"/>
              <a:gd name="T92" fmla="*/ 399 w 563"/>
              <a:gd name="T93" fmla="*/ 504 h 657"/>
              <a:gd name="T94" fmla="*/ 387 w 563"/>
              <a:gd name="T95" fmla="*/ 492 h 657"/>
              <a:gd name="T96" fmla="*/ 82 w 563"/>
              <a:gd name="T97" fmla="*/ 492 h 657"/>
              <a:gd name="T98" fmla="*/ 70 w 563"/>
              <a:gd name="T99" fmla="*/ 504 h 657"/>
              <a:gd name="T100" fmla="*/ 82 w 563"/>
              <a:gd name="T101" fmla="*/ 516 h 657"/>
              <a:gd name="T102" fmla="*/ 188 w 563"/>
              <a:gd name="T103" fmla="*/ 516 h 657"/>
              <a:gd name="T104" fmla="*/ 188 w 563"/>
              <a:gd name="T105" fmla="*/ 539 h 657"/>
              <a:gd name="T106" fmla="*/ 82 w 563"/>
              <a:gd name="T107" fmla="*/ 539 h 657"/>
              <a:gd name="T108" fmla="*/ 28 w 563"/>
              <a:gd name="T109" fmla="*/ 504 h 657"/>
              <a:gd name="T110" fmla="*/ 82 w 563"/>
              <a:gd name="T111" fmla="*/ 469 h 657"/>
              <a:gd name="T112" fmla="*/ 539 w 563"/>
              <a:gd name="T113" fmla="*/ 469 h 657"/>
              <a:gd name="T114" fmla="*/ 539 w 563"/>
              <a:gd name="T115" fmla="*/ 539 h 657"/>
              <a:gd name="T116" fmla="*/ 539 w 563"/>
              <a:gd name="T117" fmla="*/ 445 h 657"/>
              <a:gd name="T118" fmla="*/ 94 w 563"/>
              <a:gd name="T119" fmla="*/ 445 h 657"/>
              <a:gd name="T120" fmla="*/ 94 w 563"/>
              <a:gd name="T121" fmla="*/ 23 h 657"/>
              <a:gd name="T122" fmla="*/ 539 w 563"/>
              <a:gd name="T123" fmla="*/ 23 h 657"/>
              <a:gd name="T124" fmla="*/ 539 w 563"/>
              <a:gd name="T125" fmla="*/ 445 h 6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563" h="657">
                <a:moveTo>
                  <a:pt x="551" y="0"/>
                </a:moveTo>
                <a:cubicBezTo>
                  <a:pt x="82" y="0"/>
                  <a:pt x="82" y="0"/>
                  <a:pt x="82" y="0"/>
                </a:cubicBezTo>
                <a:cubicBezTo>
                  <a:pt x="37" y="0"/>
                  <a:pt x="0" y="37"/>
                  <a:pt x="0" y="82"/>
                </a:cubicBezTo>
                <a:cubicBezTo>
                  <a:pt x="0" y="527"/>
                  <a:pt x="0" y="527"/>
                  <a:pt x="0" y="527"/>
                </a:cubicBezTo>
                <a:cubicBezTo>
                  <a:pt x="0" y="573"/>
                  <a:pt x="37" y="610"/>
                  <a:pt x="82" y="610"/>
                </a:cubicBezTo>
                <a:cubicBezTo>
                  <a:pt x="188" y="610"/>
                  <a:pt x="188" y="610"/>
                  <a:pt x="188" y="610"/>
                </a:cubicBezTo>
                <a:cubicBezTo>
                  <a:pt x="188" y="645"/>
                  <a:pt x="188" y="645"/>
                  <a:pt x="188" y="645"/>
                </a:cubicBezTo>
                <a:cubicBezTo>
                  <a:pt x="188" y="649"/>
                  <a:pt x="190" y="653"/>
                  <a:pt x="194" y="655"/>
                </a:cubicBezTo>
                <a:cubicBezTo>
                  <a:pt x="198" y="657"/>
                  <a:pt x="203" y="657"/>
                  <a:pt x="207" y="654"/>
                </a:cubicBezTo>
                <a:cubicBezTo>
                  <a:pt x="258" y="613"/>
                  <a:pt x="258" y="613"/>
                  <a:pt x="258" y="613"/>
                </a:cubicBezTo>
                <a:cubicBezTo>
                  <a:pt x="309" y="654"/>
                  <a:pt x="309" y="654"/>
                  <a:pt x="309" y="654"/>
                </a:cubicBezTo>
                <a:cubicBezTo>
                  <a:pt x="311" y="656"/>
                  <a:pt x="314" y="656"/>
                  <a:pt x="317" y="656"/>
                </a:cubicBezTo>
                <a:cubicBezTo>
                  <a:pt x="318" y="656"/>
                  <a:pt x="320" y="656"/>
                  <a:pt x="322" y="655"/>
                </a:cubicBezTo>
                <a:cubicBezTo>
                  <a:pt x="326" y="653"/>
                  <a:pt x="328" y="649"/>
                  <a:pt x="328" y="645"/>
                </a:cubicBezTo>
                <a:cubicBezTo>
                  <a:pt x="328" y="610"/>
                  <a:pt x="328" y="610"/>
                  <a:pt x="328" y="610"/>
                </a:cubicBezTo>
                <a:cubicBezTo>
                  <a:pt x="551" y="610"/>
                  <a:pt x="551" y="610"/>
                  <a:pt x="551" y="610"/>
                </a:cubicBezTo>
                <a:cubicBezTo>
                  <a:pt x="558" y="610"/>
                  <a:pt x="563" y="604"/>
                  <a:pt x="563" y="598"/>
                </a:cubicBezTo>
                <a:cubicBezTo>
                  <a:pt x="563" y="11"/>
                  <a:pt x="563" y="11"/>
                  <a:pt x="563" y="11"/>
                </a:cubicBezTo>
                <a:cubicBezTo>
                  <a:pt x="563" y="5"/>
                  <a:pt x="558" y="0"/>
                  <a:pt x="551" y="0"/>
                </a:cubicBezTo>
                <a:close/>
                <a:moveTo>
                  <a:pt x="23" y="470"/>
                </a:moveTo>
                <a:cubicBezTo>
                  <a:pt x="23" y="82"/>
                  <a:pt x="23" y="82"/>
                  <a:pt x="23" y="82"/>
                </a:cubicBezTo>
                <a:cubicBezTo>
                  <a:pt x="23" y="53"/>
                  <a:pt x="44" y="30"/>
                  <a:pt x="70" y="24"/>
                </a:cubicBezTo>
                <a:cubicBezTo>
                  <a:pt x="70" y="446"/>
                  <a:pt x="70" y="446"/>
                  <a:pt x="70" y="446"/>
                </a:cubicBezTo>
                <a:cubicBezTo>
                  <a:pt x="52" y="449"/>
                  <a:pt x="36" y="457"/>
                  <a:pt x="23" y="470"/>
                </a:cubicBezTo>
                <a:close/>
                <a:moveTo>
                  <a:pt x="188" y="586"/>
                </a:moveTo>
                <a:cubicBezTo>
                  <a:pt x="82" y="586"/>
                  <a:pt x="82" y="586"/>
                  <a:pt x="82" y="586"/>
                </a:cubicBezTo>
                <a:cubicBezTo>
                  <a:pt x="54" y="586"/>
                  <a:pt x="30" y="566"/>
                  <a:pt x="25" y="539"/>
                </a:cubicBezTo>
                <a:cubicBezTo>
                  <a:pt x="39" y="554"/>
                  <a:pt x="60" y="563"/>
                  <a:pt x="82" y="563"/>
                </a:cubicBezTo>
                <a:cubicBezTo>
                  <a:pt x="188" y="563"/>
                  <a:pt x="188" y="563"/>
                  <a:pt x="188" y="563"/>
                </a:cubicBezTo>
                <a:cubicBezTo>
                  <a:pt x="188" y="586"/>
                  <a:pt x="188" y="586"/>
                  <a:pt x="188" y="586"/>
                </a:cubicBezTo>
                <a:close/>
                <a:moveTo>
                  <a:pt x="305" y="620"/>
                </a:moveTo>
                <a:cubicBezTo>
                  <a:pt x="265" y="589"/>
                  <a:pt x="265" y="589"/>
                  <a:pt x="265" y="589"/>
                </a:cubicBezTo>
                <a:cubicBezTo>
                  <a:pt x="261" y="585"/>
                  <a:pt x="255" y="585"/>
                  <a:pt x="251" y="589"/>
                </a:cubicBezTo>
                <a:cubicBezTo>
                  <a:pt x="211" y="620"/>
                  <a:pt x="211" y="620"/>
                  <a:pt x="211" y="620"/>
                </a:cubicBezTo>
                <a:cubicBezTo>
                  <a:pt x="211" y="516"/>
                  <a:pt x="211" y="516"/>
                  <a:pt x="211" y="516"/>
                </a:cubicBezTo>
                <a:cubicBezTo>
                  <a:pt x="305" y="516"/>
                  <a:pt x="305" y="516"/>
                  <a:pt x="305" y="516"/>
                </a:cubicBezTo>
                <a:cubicBezTo>
                  <a:pt x="305" y="620"/>
                  <a:pt x="305" y="620"/>
                  <a:pt x="305" y="620"/>
                </a:cubicBezTo>
                <a:close/>
                <a:moveTo>
                  <a:pt x="539" y="586"/>
                </a:moveTo>
                <a:cubicBezTo>
                  <a:pt x="328" y="586"/>
                  <a:pt x="328" y="586"/>
                  <a:pt x="328" y="586"/>
                </a:cubicBezTo>
                <a:cubicBezTo>
                  <a:pt x="328" y="563"/>
                  <a:pt x="328" y="563"/>
                  <a:pt x="328" y="563"/>
                </a:cubicBezTo>
                <a:cubicBezTo>
                  <a:pt x="539" y="563"/>
                  <a:pt x="539" y="563"/>
                  <a:pt x="539" y="563"/>
                </a:cubicBezTo>
                <a:cubicBezTo>
                  <a:pt x="539" y="586"/>
                  <a:pt x="539" y="586"/>
                  <a:pt x="539" y="586"/>
                </a:cubicBezTo>
                <a:close/>
                <a:moveTo>
                  <a:pt x="539" y="539"/>
                </a:moveTo>
                <a:cubicBezTo>
                  <a:pt x="328" y="539"/>
                  <a:pt x="328" y="539"/>
                  <a:pt x="328" y="539"/>
                </a:cubicBezTo>
                <a:cubicBezTo>
                  <a:pt x="328" y="516"/>
                  <a:pt x="328" y="516"/>
                  <a:pt x="328" y="516"/>
                </a:cubicBezTo>
                <a:cubicBezTo>
                  <a:pt x="387" y="516"/>
                  <a:pt x="387" y="516"/>
                  <a:pt x="387" y="516"/>
                </a:cubicBezTo>
                <a:cubicBezTo>
                  <a:pt x="393" y="516"/>
                  <a:pt x="399" y="510"/>
                  <a:pt x="399" y="504"/>
                </a:cubicBezTo>
                <a:cubicBezTo>
                  <a:pt x="399" y="498"/>
                  <a:pt x="393" y="492"/>
                  <a:pt x="387" y="492"/>
                </a:cubicBezTo>
                <a:cubicBezTo>
                  <a:pt x="82" y="492"/>
                  <a:pt x="82" y="492"/>
                  <a:pt x="82" y="492"/>
                </a:cubicBezTo>
                <a:cubicBezTo>
                  <a:pt x="76" y="492"/>
                  <a:pt x="70" y="498"/>
                  <a:pt x="70" y="504"/>
                </a:cubicBezTo>
                <a:cubicBezTo>
                  <a:pt x="70" y="510"/>
                  <a:pt x="76" y="516"/>
                  <a:pt x="82" y="516"/>
                </a:cubicBezTo>
                <a:cubicBezTo>
                  <a:pt x="188" y="516"/>
                  <a:pt x="188" y="516"/>
                  <a:pt x="188" y="516"/>
                </a:cubicBezTo>
                <a:cubicBezTo>
                  <a:pt x="188" y="539"/>
                  <a:pt x="188" y="539"/>
                  <a:pt x="188" y="539"/>
                </a:cubicBezTo>
                <a:cubicBezTo>
                  <a:pt x="82" y="539"/>
                  <a:pt x="82" y="539"/>
                  <a:pt x="82" y="539"/>
                </a:cubicBezTo>
                <a:cubicBezTo>
                  <a:pt x="58" y="539"/>
                  <a:pt x="37" y="525"/>
                  <a:pt x="28" y="504"/>
                </a:cubicBezTo>
                <a:cubicBezTo>
                  <a:pt x="37" y="483"/>
                  <a:pt x="58" y="469"/>
                  <a:pt x="82" y="469"/>
                </a:cubicBezTo>
                <a:cubicBezTo>
                  <a:pt x="539" y="469"/>
                  <a:pt x="539" y="469"/>
                  <a:pt x="539" y="469"/>
                </a:cubicBezTo>
                <a:lnTo>
                  <a:pt x="539" y="539"/>
                </a:lnTo>
                <a:close/>
                <a:moveTo>
                  <a:pt x="539" y="445"/>
                </a:moveTo>
                <a:cubicBezTo>
                  <a:pt x="94" y="445"/>
                  <a:pt x="94" y="445"/>
                  <a:pt x="94" y="445"/>
                </a:cubicBezTo>
                <a:cubicBezTo>
                  <a:pt x="94" y="23"/>
                  <a:pt x="94" y="23"/>
                  <a:pt x="94" y="23"/>
                </a:cubicBezTo>
                <a:cubicBezTo>
                  <a:pt x="539" y="23"/>
                  <a:pt x="539" y="23"/>
                  <a:pt x="539" y="23"/>
                </a:cubicBezTo>
                <a:cubicBezTo>
                  <a:pt x="539" y="445"/>
                  <a:pt x="539" y="445"/>
                  <a:pt x="539" y="445"/>
                </a:cubicBezTo>
                <a:close/>
              </a:path>
            </a:pathLst>
          </a:custGeom>
          <a:solidFill>
            <a:srgbClr val="50443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cs typeface="Open Sans" panose="020B0606030504020204" charset="0"/>
            </a:endParaRPr>
          </a:p>
        </p:txBody>
      </p:sp>
      <p:sp>
        <p:nvSpPr>
          <p:cNvPr id="197" name="Freeform 20"/>
          <p:cNvSpPr/>
          <p:nvPr>
            <p:custDataLst>
              <p:tags r:id="rId64"/>
            </p:custDataLst>
          </p:nvPr>
        </p:nvSpPr>
        <p:spPr bwMode="auto">
          <a:xfrm>
            <a:off x="7395433" y="1668065"/>
            <a:ext cx="26620" cy="25686"/>
          </a:xfrm>
          <a:custGeom>
            <a:avLst/>
            <a:gdLst>
              <a:gd name="T0" fmla="*/ 0 w 24"/>
              <a:gd name="T1" fmla="*/ 12 h 23"/>
              <a:gd name="T2" fmla="*/ 12 w 24"/>
              <a:gd name="T3" fmla="*/ 23 h 23"/>
              <a:gd name="T4" fmla="*/ 24 w 24"/>
              <a:gd name="T5" fmla="*/ 12 h 23"/>
              <a:gd name="T6" fmla="*/ 24 w 24"/>
              <a:gd name="T7" fmla="*/ 12 h 23"/>
              <a:gd name="T8" fmla="*/ 12 w 24"/>
              <a:gd name="T9" fmla="*/ 0 h 23"/>
              <a:gd name="T10" fmla="*/ 0 w 24"/>
              <a:gd name="T11" fmla="*/ 11 h 23"/>
              <a:gd name="T12" fmla="*/ 0 w 24"/>
              <a:gd name="T13" fmla="*/ 12 h 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4" h="23">
                <a:moveTo>
                  <a:pt x="0" y="12"/>
                </a:moveTo>
                <a:cubicBezTo>
                  <a:pt x="0" y="18"/>
                  <a:pt x="5" y="23"/>
                  <a:pt x="12" y="23"/>
                </a:cubicBezTo>
                <a:cubicBezTo>
                  <a:pt x="18" y="23"/>
                  <a:pt x="24" y="18"/>
                  <a:pt x="24" y="12"/>
                </a:cubicBezTo>
                <a:cubicBezTo>
                  <a:pt x="24" y="12"/>
                  <a:pt x="24" y="12"/>
                  <a:pt x="24" y="12"/>
                </a:cubicBezTo>
                <a:cubicBezTo>
                  <a:pt x="24" y="5"/>
                  <a:pt x="18" y="0"/>
                  <a:pt x="12" y="0"/>
                </a:cubicBezTo>
                <a:cubicBezTo>
                  <a:pt x="5" y="0"/>
                  <a:pt x="0" y="5"/>
                  <a:pt x="0" y="11"/>
                </a:cubicBezTo>
                <a:cubicBezTo>
                  <a:pt x="0" y="12"/>
                  <a:pt x="0" y="12"/>
                  <a:pt x="0" y="12"/>
                </a:cubicBezTo>
                <a:close/>
              </a:path>
            </a:pathLst>
          </a:custGeom>
          <a:solidFill>
            <a:srgbClr val="50443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cs typeface="Open Sans" panose="020B0606030504020204" charset="0"/>
            </a:endParaRPr>
          </a:p>
        </p:txBody>
      </p:sp>
      <p:sp>
        <p:nvSpPr>
          <p:cNvPr id="198" name="Freeform 21"/>
          <p:cNvSpPr/>
          <p:nvPr>
            <p:custDataLst>
              <p:tags r:id="rId65"/>
            </p:custDataLst>
          </p:nvPr>
        </p:nvSpPr>
        <p:spPr bwMode="auto">
          <a:xfrm>
            <a:off x="7447738" y="1668065"/>
            <a:ext cx="26620" cy="25686"/>
          </a:xfrm>
          <a:custGeom>
            <a:avLst/>
            <a:gdLst>
              <a:gd name="T0" fmla="*/ 0 w 24"/>
              <a:gd name="T1" fmla="*/ 12 h 23"/>
              <a:gd name="T2" fmla="*/ 12 w 24"/>
              <a:gd name="T3" fmla="*/ 23 h 23"/>
              <a:gd name="T4" fmla="*/ 24 w 24"/>
              <a:gd name="T5" fmla="*/ 12 h 23"/>
              <a:gd name="T6" fmla="*/ 24 w 24"/>
              <a:gd name="T7" fmla="*/ 12 h 23"/>
              <a:gd name="T8" fmla="*/ 12 w 24"/>
              <a:gd name="T9" fmla="*/ 0 h 23"/>
              <a:gd name="T10" fmla="*/ 0 w 24"/>
              <a:gd name="T11" fmla="*/ 11 h 23"/>
              <a:gd name="T12" fmla="*/ 0 w 24"/>
              <a:gd name="T13" fmla="*/ 12 h 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4" h="23">
                <a:moveTo>
                  <a:pt x="0" y="12"/>
                </a:moveTo>
                <a:cubicBezTo>
                  <a:pt x="0" y="18"/>
                  <a:pt x="5" y="23"/>
                  <a:pt x="12" y="23"/>
                </a:cubicBezTo>
                <a:cubicBezTo>
                  <a:pt x="18" y="23"/>
                  <a:pt x="24" y="18"/>
                  <a:pt x="24" y="12"/>
                </a:cubicBezTo>
                <a:cubicBezTo>
                  <a:pt x="24" y="12"/>
                  <a:pt x="24" y="12"/>
                  <a:pt x="24" y="12"/>
                </a:cubicBezTo>
                <a:cubicBezTo>
                  <a:pt x="24" y="5"/>
                  <a:pt x="18" y="0"/>
                  <a:pt x="12" y="0"/>
                </a:cubicBezTo>
                <a:cubicBezTo>
                  <a:pt x="5" y="0"/>
                  <a:pt x="0" y="5"/>
                  <a:pt x="0" y="11"/>
                </a:cubicBezTo>
                <a:cubicBezTo>
                  <a:pt x="0" y="12"/>
                  <a:pt x="0" y="12"/>
                  <a:pt x="0" y="12"/>
                </a:cubicBezTo>
                <a:close/>
              </a:path>
            </a:pathLst>
          </a:custGeom>
          <a:solidFill>
            <a:srgbClr val="50443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cs typeface="Open Sans" panose="020B0606030504020204" charset="0"/>
            </a:endParaRPr>
          </a:p>
        </p:txBody>
      </p:sp>
      <p:sp>
        <p:nvSpPr>
          <p:cNvPr id="176" name="矩形: 圆角 175"/>
          <p:cNvSpPr/>
          <p:nvPr>
            <p:custDataLst>
              <p:tags r:id="rId66"/>
            </p:custDataLst>
          </p:nvPr>
        </p:nvSpPr>
        <p:spPr>
          <a:xfrm>
            <a:off x="7064322" y="3075501"/>
            <a:ext cx="1057835" cy="323972"/>
          </a:xfrm>
          <a:prstGeom prst="roundRect">
            <a:avLst>
              <a:gd name="adj" fmla="val 50000"/>
            </a:avLst>
          </a:prstGeom>
          <a:solidFill>
            <a:srgbClr val="DB795E"/>
          </a:solidFill>
          <a:ln w="19050">
            <a:solidFill>
              <a:srgbClr val="5044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schemeClr val="bg1"/>
                </a:solidFill>
                <a:latin typeface="+mj-ea"/>
                <a:ea typeface="+mj-ea"/>
                <a:cs typeface="Open Sans" panose="020B0606030504020204" charset="0"/>
              </a:rPr>
              <a:t>3</a:t>
            </a:r>
            <a:endParaRPr lang="en-US" altLang="zh-CN" sz="1600">
              <a:solidFill>
                <a:schemeClr val="bg1"/>
              </a:solidFill>
              <a:latin typeface="+mj-ea"/>
              <a:ea typeface="+mj-ea"/>
              <a:cs typeface="Open Sans" panose="020B0606030504020204" charset="0"/>
            </a:endParaRPr>
          </a:p>
        </p:txBody>
      </p:sp>
      <p:sp>
        <p:nvSpPr>
          <p:cNvPr id="177" name="文本框 176"/>
          <p:cNvSpPr txBox="1"/>
          <p:nvPr>
            <p:custDataLst>
              <p:tags r:id="rId67"/>
            </p:custDataLst>
          </p:nvPr>
        </p:nvSpPr>
        <p:spPr>
          <a:xfrm>
            <a:off x="6312075" y="3559490"/>
            <a:ext cx="2562328" cy="1303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rgbClr val="404054"/>
                </a:solidFill>
                <a:latin typeface="汉仪雅酷黑 65W" panose="020B0604020202020204" charset="-122"/>
                <a:ea typeface="汉仪雅酷黑 65W" panose="020B0604020202020204" charset="-122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en-US" sz="1050">
                <a:solidFill>
                  <a:schemeClr val="bg1"/>
                </a:solidFill>
                <a:latin typeface="+mn-ea"/>
                <a:ea typeface="+mn-ea"/>
                <a:cs typeface="Open Sans" panose="020B0606030504020204" charset="0"/>
                <a:sym typeface="+mn-ea"/>
              </a:rPr>
              <a:t>Người da đen chỉ được làm các công việc nặng nhọc, lương thấp và bị đối xử tàn tệ.</a:t>
            </a:r>
            <a:endParaRPr lang="en-US" altLang="en-US" sz="1050">
              <a:solidFill>
                <a:schemeClr val="bg1"/>
              </a:solidFill>
              <a:latin typeface="+mn-ea"/>
              <a:ea typeface="+mn-ea"/>
              <a:cs typeface="Open Sans" panose="020B0606030504020204" charset="0"/>
            </a:endParaRPr>
          </a:p>
          <a:p>
            <a:pPr algn="ctr">
              <a:lnSpc>
                <a:spcPct val="150000"/>
              </a:lnSpc>
            </a:pPr>
            <a:r>
              <a:rPr lang="en-US" altLang="en-US" sz="1050">
                <a:solidFill>
                  <a:schemeClr val="bg1"/>
                </a:solidFill>
                <a:latin typeface="+mn-ea"/>
                <a:ea typeface="+mn-ea"/>
                <a:cs typeface="Open Sans" panose="020B0606030504020204" charset="0"/>
                <a:sym typeface="+mn-ea"/>
              </a:rPr>
              <a:t>Luật pháp bảo vệ quyền lợi cho người da trắng nhưng đàn áp người da màu.</a:t>
            </a:r>
            <a:endParaRPr lang="zh-CN" altLang="en-US" sz="1050">
              <a:solidFill>
                <a:schemeClr val="bg1"/>
              </a:solidFill>
              <a:latin typeface="+mn-ea"/>
              <a:ea typeface="+mn-ea"/>
              <a:cs typeface="Open Sans" panose="020B06060305040202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/>
          <p:cNvSpPr/>
          <p:nvPr>
            <p:custDataLst>
              <p:tags r:id="rId1"/>
            </p:custDataLst>
          </p:nvPr>
        </p:nvSpPr>
        <p:spPr>
          <a:xfrm>
            <a:off x="3839001" y="2056672"/>
            <a:ext cx="1465831" cy="1465831"/>
          </a:xfrm>
          <a:prstGeom prst="ellipse">
            <a:avLst/>
          </a:prstGeom>
          <a:solidFill>
            <a:srgbClr val="C0DDD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Open Sans" panose="020B0606030504020204" charset="0"/>
            </a:endParaRPr>
          </a:p>
        </p:txBody>
      </p:sp>
      <p:sp>
        <p:nvSpPr>
          <p:cNvPr id="83" name="椭圆 82"/>
          <p:cNvSpPr/>
          <p:nvPr>
            <p:custDataLst>
              <p:tags r:id="rId2"/>
            </p:custDataLst>
          </p:nvPr>
        </p:nvSpPr>
        <p:spPr>
          <a:xfrm>
            <a:off x="3086473" y="1304143"/>
            <a:ext cx="2970888" cy="2970888"/>
          </a:xfrm>
          <a:prstGeom prst="ellipse">
            <a:avLst/>
          </a:prstGeom>
          <a:noFill/>
          <a:ln w="28575">
            <a:solidFill>
              <a:srgbClr val="5044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Open Sans" panose="020B0606030504020204" charset="0"/>
            </a:endParaRPr>
          </a:p>
        </p:txBody>
      </p:sp>
      <p:sp>
        <p:nvSpPr>
          <p:cNvPr id="3" name="椭圆 2"/>
          <p:cNvSpPr/>
          <p:nvPr>
            <p:custDataLst>
              <p:tags r:id="rId3"/>
            </p:custDataLst>
          </p:nvPr>
        </p:nvSpPr>
        <p:spPr>
          <a:xfrm>
            <a:off x="3297520" y="1634522"/>
            <a:ext cx="274486" cy="274486"/>
          </a:xfrm>
          <a:prstGeom prst="ellipse">
            <a:avLst/>
          </a:prstGeom>
          <a:solidFill>
            <a:srgbClr val="7E9A66"/>
          </a:solidFill>
          <a:ln w="28575">
            <a:solidFill>
              <a:srgbClr val="5044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Open Sans" panose="020B0606030504020204" charset="0"/>
            </a:endParaRPr>
          </a:p>
        </p:txBody>
      </p:sp>
      <p:sp>
        <p:nvSpPr>
          <p:cNvPr id="85" name="椭圆 84"/>
          <p:cNvSpPr/>
          <p:nvPr>
            <p:custDataLst>
              <p:tags r:id="rId4"/>
            </p:custDataLst>
          </p:nvPr>
        </p:nvSpPr>
        <p:spPr>
          <a:xfrm>
            <a:off x="2927805" y="2662443"/>
            <a:ext cx="274486" cy="274486"/>
          </a:xfrm>
          <a:prstGeom prst="ellipse">
            <a:avLst/>
          </a:prstGeom>
          <a:solidFill>
            <a:srgbClr val="7E9A66"/>
          </a:solidFill>
          <a:ln w="28575">
            <a:solidFill>
              <a:srgbClr val="5044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Open Sans" panose="020B0606030504020204" charset="0"/>
            </a:endParaRPr>
          </a:p>
        </p:txBody>
      </p:sp>
      <p:sp>
        <p:nvSpPr>
          <p:cNvPr id="87" name="椭圆 86"/>
          <p:cNvSpPr/>
          <p:nvPr>
            <p:custDataLst>
              <p:tags r:id="rId5"/>
            </p:custDataLst>
          </p:nvPr>
        </p:nvSpPr>
        <p:spPr>
          <a:xfrm>
            <a:off x="3297520" y="3567124"/>
            <a:ext cx="274486" cy="274486"/>
          </a:xfrm>
          <a:prstGeom prst="ellipse">
            <a:avLst/>
          </a:prstGeom>
          <a:solidFill>
            <a:srgbClr val="7E9A66"/>
          </a:solidFill>
          <a:ln w="28575">
            <a:solidFill>
              <a:srgbClr val="5044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Open Sans" panose="020B0606030504020204" charset="0"/>
            </a:endParaRPr>
          </a:p>
        </p:txBody>
      </p:sp>
      <p:sp>
        <p:nvSpPr>
          <p:cNvPr id="88" name="椭圆 87"/>
          <p:cNvSpPr/>
          <p:nvPr>
            <p:custDataLst>
              <p:tags r:id="rId6"/>
            </p:custDataLst>
          </p:nvPr>
        </p:nvSpPr>
        <p:spPr>
          <a:xfrm>
            <a:off x="5532479" y="1634522"/>
            <a:ext cx="274486" cy="274486"/>
          </a:xfrm>
          <a:prstGeom prst="ellipse">
            <a:avLst/>
          </a:prstGeom>
          <a:solidFill>
            <a:srgbClr val="7E9A66"/>
          </a:solidFill>
          <a:ln w="28575">
            <a:solidFill>
              <a:srgbClr val="5044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Open Sans" panose="020B0606030504020204" charset="0"/>
            </a:endParaRPr>
          </a:p>
        </p:txBody>
      </p:sp>
      <p:sp>
        <p:nvSpPr>
          <p:cNvPr id="89" name="椭圆 88"/>
          <p:cNvSpPr/>
          <p:nvPr>
            <p:custDataLst>
              <p:tags r:id="rId7"/>
            </p:custDataLst>
          </p:nvPr>
        </p:nvSpPr>
        <p:spPr>
          <a:xfrm>
            <a:off x="5914523" y="2594717"/>
            <a:ext cx="274486" cy="274486"/>
          </a:xfrm>
          <a:prstGeom prst="ellipse">
            <a:avLst/>
          </a:prstGeom>
          <a:solidFill>
            <a:srgbClr val="7E9A66"/>
          </a:solidFill>
          <a:ln w="28575">
            <a:solidFill>
              <a:srgbClr val="5044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Open Sans" panose="020B0606030504020204" charset="0"/>
            </a:endParaRPr>
          </a:p>
        </p:txBody>
      </p:sp>
      <p:sp>
        <p:nvSpPr>
          <p:cNvPr id="90" name="椭圆 89"/>
          <p:cNvSpPr/>
          <p:nvPr>
            <p:custDataLst>
              <p:tags r:id="rId8"/>
            </p:custDataLst>
          </p:nvPr>
        </p:nvSpPr>
        <p:spPr>
          <a:xfrm>
            <a:off x="5532479" y="3567124"/>
            <a:ext cx="274486" cy="274486"/>
          </a:xfrm>
          <a:prstGeom prst="ellipse">
            <a:avLst/>
          </a:prstGeom>
          <a:solidFill>
            <a:srgbClr val="7E9A66"/>
          </a:solidFill>
          <a:ln w="28575">
            <a:solidFill>
              <a:srgbClr val="5044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Open Sans" panose="020B0606030504020204" charset="0"/>
            </a:endParaRPr>
          </a:p>
        </p:txBody>
      </p:sp>
      <p:grpSp>
        <p:nvGrpSpPr>
          <p:cNvPr id="6" name="组合 5"/>
          <p:cNvGrpSpPr/>
          <p:nvPr>
            <p:custDataLst>
              <p:tags r:id="rId9"/>
            </p:custDataLst>
          </p:nvPr>
        </p:nvGrpSpPr>
        <p:grpSpPr>
          <a:xfrm>
            <a:off x="469564" y="2494519"/>
            <a:ext cx="2315336" cy="1411177"/>
            <a:chOff x="560843" y="2472824"/>
            <a:chExt cx="2315336" cy="1411177"/>
          </a:xfrm>
        </p:grpSpPr>
        <p:sp>
          <p:nvSpPr>
            <p:cNvPr id="91" name="矩形: 圆角 90"/>
            <p:cNvSpPr/>
            <p:nvPr>
              <p:custDataLst>
                <p:tags r:id="rId10"/>
              </p:custDataLst>
            </p:nvPr>
          </p:nvSpPr>
          <p:spPr>
            <a:xfrm>
              <a:off x="1773679" y="2472824"/>
              <a:ext cx="1040597" cy="322512"/>
            </a:xfrm>
            <a:prstGeom prst="roundRect">
              <a:avLst>
                <a:gd name="adj" fmla="val 50000"/>
              </a:avLst>
            </a:prstGeom>
            <a:solidFill>
              <a:srgbClr val="9BC17A"/>
            </a:solidFill>
            <a:ln w="19050">
              <a:solidFill>
                <a:srgbClr val="50443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chemeClr val="bg1"/>
                  </a:solidFill>
                  <a:latin typeface="+mj-ea"/>
                  <a:ea typeface="+mj-ea"/>
                  <a:cs typeface="Open Sans" panose="020B0606030504020204" charset="0"/>
                </a:rPr>
                <a:t>2</a:t>
              </a:r>
              <a:r>
                <a:rPr lang="zh-CN" altLang="en-US" sz="1600">
                  <a:solidFill>
                    <a:schemeClr val="bg1"/>
                  </a:solidFill>
                  <a:latin typeface="+mj-ea"/>
                  <a:ea typeface="+mj-ea"/>
                  <a:cs typeface="Open Sans" panose="020B0606030504020204" charset="0"/>
                </a:rPr>
                <a:t> </a:t>
              </a:r>
              <a:endParaRPr lang="zh-CN" altLang="en-US" sz="1600">
                <a:solidFill>
                  <a:schemeClr val="bg1"/>
                </a:solidFill>
                <a:latin typeface="+mj-ea"/>
                <a:ea typeface="+mj-ea"/>
                <a:cs typeface="Open Sans" panose="020B0606030504020204" charset="0"/>
              </a:endParaRPr>
            </a:p>
          </p:txBody>
        </p:sp>
        <p:sp>
          <p:nvSpPr>
            <p:cNvPr id="92" name="文本框 91"/>
            <p:cNvSpPr txBox="1"/>
            <p:nvPr>
              <p:custDataLst>
                <p:tags r:id="rId11"/>
              </p:custDataLst>
            </p:nvPr>
          </p:nvSpPr>
          <p:spPr>
            <a:xfrm>
              <a:off x="560843" y="2823551"/>
              <a:ext cx="2315336" cy="10604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2400">
                  <a:solidFill>
                    <a:srgbClr val="404054"/>
                  </a:solidFill>
                  <a:latin typeface="汉仪雅酷黑 65W" panose="020B0604020202020204" charset="-122"/>
                  <a:ea typeface="汉仪雅酷黑 65W" panose="020B0604020202020204" charset="-122"/>
                </a:defRPr>
              </a:lvl1pPr>
            </a:lstStyle>
            <a:p>
              <a:pPr algn="r">
                <a:lnSpc>
                  <a:spcPct val="150000"/>
                </a:lnSpc>
              </a:pPr>
              <a:r>
                <a:rPr lang="en-US" altLang="en-US" sz="1050">
                  <a:solidFill>
                    <a:schemeClr val="bg1"/>
                  </a:solidFill>
                  <a:latin typeface="+mn-ea"/>
                  <a:ea typeface="+mn-ea"/>
                  <a:cs typeface="Open Sans" panose="020B0606030504020204" charset="0"/>
                </a:rPr>
                <a:t>Nelson Mandela là lãnh tụ tiêu biểu trong cuộc </a:t>
              </a:r>
              <a:r>
                <a:rPr lang="" altLang="en-US" sz="1050">
                  <a:solidFill>
                    <a:schemeClr val="bg1"/>
                  </a:solidFill>
                  <a:latin typeface="+mn-ea"/>
                  <a:ea typeface="+mn-ea"/>
                  <a:cs typeface="Open Sans" panose="020B0606030504020204" charset="0"/>
                </a:rPr>
                <a:t>đ</a:t>
              </a:r>
              <a:r>
                <a:rPr lang="en-US" altLang="en-US" sz="1050">
                  <a:solidFill>
                    <a:schemeClr val="bg1"/>
                  </a:solidFill>
                  <a:latin typeface="+mn-ea"/>
                  <a:ea typeface="+mn-ea"/>
                  <a:cs typeface="Open Sans" panose="020B0606030504020204" charset="0"/>
                </a:rPr>
                <a:t>ấu tranh chống A-pác-thai, ông bị giam cầm suốt 27 n</a:t>
              </a:r>
              <a:r>
                <a:rPr lang="" altLang="en-US" sz="1050">
                  <a:solidFill>
                    <a:schemeClr val="bg1"/>
                  </a:solidFill>
                  <a:latin typeface="+mn-ea"/>
                  <a:ea typeface="+mn-ea"/>
                  <a:cs typeface="Open Sans" panose="020B0606030504020204" charset="0"/>
                </a:rPr>
                <a:t>ă</a:t>
              </a:r>
              <a:r>
                <a:rPr lang="en-US" altLang="en-US" sz="1050">
                  <a:solidFill>
                    <a:schemeClr val="bg1"/>
                  </a:solidFill>
                  <a:latin typeface="+mn-ea"/>
                  <a:ea typeface="+mn-ea"/>
                  <a:cs typeface="Open Sans" panose="020B0606030504020204" charset="0"/>
                </a:rPr>
                <a:t>m.</a:t>
              </a:r>
              <a:endParaRPr lang="en-US" altLang="en-US" sz="1050">
                <a:solidFill>
                  <a:schemeClr val="bg1"/>
                </a:solidFill>
                <a:latin typeface="+mn-ea"/>
                <a:ea typeface="+mn-ea"/>
                <a:cs typeface="Open Sans" panose="020B0606030504020204" charset="0"/>
              </a:endParaRPr>
            </a:p>
          </p:txBody>
        </p:sp>
      </p:grpSp>
      <p:grpSp>
        <p:nvGrpSpPr>
          <p:cNvPr id="12" name="组合 11"/>
          <p:cNvGrpSpPr/>
          <p:nvPr>
            <p:custDataLst>
              <p:tags r:id="rId12"/>
            </p:custDataLst>
          </p:nvPr>
        </p:nvGrpSpPr>
        <p:grpSpPr>
          <a:xfrm>
            <a:off x="741901" y="1349431"/>
            <a:ext cx="7660199" cy="1491735"/>
            <a:chOff x="691898" y="1349431"/>
            <a:chExt cx="7660199" cy="1491735"/>
          </a:xfrm>
        </p:grpSpPr>
        <p:grpSp>
          <p:nvGrpSpPr>
            <p:cNvPr id="7" name="组合 6"/>
            <p:cNvGrpSpPr/>
            <p:nvPr/>
          </p:nvGrpSpPr>
          <p:grpSpPr>
            <a:xfrm>
              <a:off x="691898" y="1349431"/>
              <a:ext cx="2315336" cy="954982"/>
              <a:chOff x="783177" y="1355487"/>
              <a:chExt cx="2315336" cy="954982"/>
            </a:xfrm>
          </p:grpSpPr>
          <p:sp>
            <p:nvSpPr>
              <p:cNvPr id="81" name="矩形: 圆角 80"/>
              <p:cNvSpPr/>
              <p:nvPr>
                <p:custDataLst>
                  <p:tags r:id="rId13"/>
                </p:custDataLst>
              </p:nvPr>
            </p:nvSpPr>
            <p:spPr>
              <a:xfrm>
                <a:off x="1996012" y="1355487"/>
                <a:ext cx="1040597" cy="322512"/>
              </a:xfrm>
              <a:prstGeom prst="roundRect">
                <a:avLst>
                  <a:gd name="adj" fmla="val 50000"/>
                </a:avLst>
              </a:prstGeom>
              <a:solidFill>
                <a:srgbClr val="74ADB2"/>
              </a:solidFill>
              <a:ln w="19050">
                <a:solidFill>
                  <a:srgbClr val="50443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>
                    <a:solidFill>
                      <a:schemeClr val="bg1"/>
                    </a:solidFill>
                    <a:latin typeface="+mj-ea"/>
                    <a:ea typeface="+mj-ea"/>
                    <a:cs typeface="Open Sans" panose="020B0606030504020204" charset="0"/>
                  </a:rPr>
                  <a:t>1</a:t>
                </a:r>
                <a:r>
                  <a:rPr lang="zh-CN" altLang="en-US" sz="1600">
                    <a:solidFill>
                      <a:schemeClr val="bg1"/>
                    </a:solidFill>
                    <a:latin typeface="+mj-ea"/>
                    <a:ea typeface="+mj-ea"/>
                    <a:cs typeface="Open Sans" panose="020B0606030504020204" charset="0"/>
                  </a:rPr>
                  <a:t> </a:t>
                </a:r>
                <a:endParaRPr lang="zh-CN" altLang="en-US" sz="1600">
                  <a:solidFill>
                    <a:schemeClr val="bg1"/>
                  </a:solidFill>
                  <a:latin typeface="+mj-ea"/>
                  <a:ea typeface="+mj-ea"/>
                  <a:cs typeface="Open Sans" panose="020B0606030504020204" charset="0"/>
                </a:endParaRPr>
              </a:p>
            </p:txBody>
          </p:sp>
          <p:sp>
            <p:nvSpPr>
              <p:cNvPr id="82" name="文本框 81"/>
              <p:cNvSpPr txBox="1"/>
              <p:nvPr>
                <p:custDataLst>
                  <p:tags r:id="rId14"/>
                </p:custDataLst>
              </p:nvPr>
            </p:nvSpPr>
            <p:spPr>
              <a:xfrm>
                <a:off x="783177" y="1706213"/>
                <a:ext cx="2315336" cy="60425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2400">
                    <a:solidFill>
                      <a:srgbClr val="404054"/>
                    </a:solidFill>
                    <a:latin typeface="汉仪雅酷黑 65W" panose="020B0604020202020204" charset="-122"/>
                    <a:ea typeface="汉仪雅酷黑 65W" panose="020B0604020202020204" charset="-122"/>
                  </a:defRPr>
                </a:lvl1pPr>
              </a:lstStyle>
              <a:p>
                <a:pPr algn="r">
                  <a:lnSpc>
                    <a:spcPct val="150000"/>
                  </a:lnSpc>
                </a:pPr>
                <a:r>
                  <a:rPr lang="en-US" altLang="en-US" sz="1050">
                    <a:solidFill>
                      <a:schemeClr val="bg1"/>
                    </a:solidFill>
                    <a:latin typeface="+mn-ea"/>
                    <a:ea typeface="+mn-ea"/>
                    <a:cs typeface="Open Sans" panose="020B0606030504020204" charset="0"/>
                  </a:rPr>
                  <a:t>Nhiều cuộc </a:t>
                </a:r>
                <a:r>
                  <a:rPr lang="" altLang="en-US" sz="1050">
                    <a:solidFill>
                      <a:schemeClr val="bg1"/>
                    </a:solidFill>
                    <a:latin typeface="+mn-ea"/>
                    <a:ea typeface="+mn-ea"/>
                    <a:cs typeface="Open Sans" panose="020B0606030504020204" charset="0"/>
                  </a:rPr>
                  <a:t>đ</a:t>
                </a:r>
                <a:r>
                  <a:rPr lang="en-US" altLang="en-US" sz="1050">
                    <a:solidFill>
                      <a:schemeClr val="bg1"/>
                    </a:solidFill>
                    <a:latin typeface="+mn-ea"/>
                    <a:ea typeface="+mn-ea"/>
                    <a:cs typeface="Open Sans" panose="020B0606030504020204" charset="0"/>
                  </a:rPr>
                  <a:t>ấu tranh của ng</a:t>
                </a:r>
                <a:r>
                  <a:rPr lang="" altLang="en-US" sz="1050">
                    <a:solidFill>
                      <a:schemeClr val="bg1"/>
                    </a:solidFill>
                    <a:latin typeface="+mn-ea"/>
                    <a:ea typeface="+mn-ea"/>
                    <a:cs typeface="Open Sans" panose="020B0606030504020204" charset="0"/>
                  </a:rPr>
                  <a:t>ư</a:t>
                </a:r>
                <a:r>
                  <a:rPr lang="en-US" altLang="en-US" sz="1050">
                    <a:solidFill>
                      <a:schemeClr val="bg1"/>
                    </a:solidFill>
                    <a:latin typeface="+mn-ea"/>
                    <a:ea typeface="+mn-ea"/>
                    <a:cs typeface="Open Sans" panose="020B0606030504020204" charset="0"/>
                  </a:rPr>
                  <a:t>ời da </a:t>
                </a:r>
                <a:r>
                  <a:rPr lang="" altLang="en-US" sz="1050">
                    <a:solidFill>
                      <a:schemeClr val="bg1"/>
                    </a:solidFill>
                    <a:latin typeface="+mn-ea"/>
                    <a:ea typeface="+mn-ea"/>
                    <a:cs typeface="Open Sans" panose="020B0606030504020204" charset="0"/>
                  </a:rPr>
                  <a:t>đ</a:t>
                </a:r>
                <a:r>
                  <a:rPr lang="en-US" altLang="en-US" sz="1050">
                    <a:solidFill>
                      <a:schemeClr val="bg1"/>
                    </a:solidFill>
                    <a:latin typeface="+mn-ea"/>
                    <a:ea typeface="+mn-ea"/>
                    <a:cs typeface="Open Sans" panose="020B0606030504020204" charset="0"/>
                  </a:rPr>
                  <a:t>en và các lực l</a:t>
                </a:r>
                <a:r>
                  <a:rPr lang="" altLang="en-US" sz="1050">
                    <a:solidFill>
                      <a:schemeClr val="bg1"/>
                    </a:solidFill>
                    <a:latin typeface="+mn-ea"/>
                    <a:ea typeface="+mn-ea"/>
                    <a:cs typeface="Open Sans" panose="020B0606030504020204" charset="0"/>
                  </a:rPr>
                  <a:t>ư</a:t>
                </a:r>
                <a:r>
                  <a:rPr lang="en-US" altLang="en-US" sz="1050">
                    <a:solidFill>
                      <a:schemeClr val="bg1"/>
                    </a:solidFill>
                    <a:latin typeface="+mn-ea"/>
                    <a:ea typeface="+mn-ea"/>
                    <a:cs typeface="Open Sans" panose="020B0606030504020204" charset="0"/>
                  </a:rPr>
                  <a:t>ợng tiến bộ nổ ra </a:t>
                </a:r>
                <a:r>
                  <a:rPr lang="" altLang="en-US" sz="1050">
                    <a:solidFill>
                      <a:schemeClr val="bg1"/>
                    </a:solidFill>
                    <a:latin typeface="+mn-ea"/>
                    <a:ea typeface="+mn-ea"/>
                    <a:cs typeface="Open Sans" panose="020B0606030504020204" charset="0"/>
                  </a:rPr>
                  <a:t>đ</a:t>
                </a:r>
                <a:r>
                  <a:rPr lang="en-US" altLang="en-US" sz="1050">
                    <a:solidFill>
                      <a:schemeClr val="bg1"/>
                    </a:solidFill>
                    <a:latin typeface="+mn-ea"/>
                    <a:ea typeface="+mn-ea"/>
                    <a:cs typeface="Open Sans" panose="020B0606030504020204" charset="0"/>
                  </a:rPr>
                  <a:t>ể phản </a:t>
                </a:r>
                <a:r>
                  <a:rPr lang="" altLang="en-US" sz="1050">
                    <a:solidFill>
                      <a:schemeClr val="bg1"/>
                    </a:solidFill>
                    <a:latin typeface="+mn-ea"/>
                    <a:ea typeface="+mn-ea"/>
                    <a:cs typeface="Open Sans" panose="020B0606030504020204" charset="0"/>
                  </a:rPr>
                  <a:t>đ</a:t>
                </a:r>
                <a:r>
                  <a:rPr lang="en-US" altLang="en-US" sz="1050">
                    <a:solidFill>
                      <a:schemeClr val="bg1"/>
                    </a:solidFill>
                    <a:latin typeface="+mn-ea"/>
                    <a:ea typeface="+mn-ea"/>
                    <a:cs typeface="Open Sans" panose="020B0606030504020204" charset="0"/>
                  </a:rPr>
                  <a:t>ối chế </a:t>
                </a:r>
                <a:r>
                  <a:rPr lang="" altLang="en-US" sz="1050">
                    <a:solidFill>
                      <a:schemeClr val="bg1"/>
                    </a:solidFill>
                    <a:latin typeface="+mn-ea"/>
                    <a:ea typeface="+mn-ea"/>
                    <a:cs typeface="Open Sans" panose="020B0606030504020204" charset="0"/>
                  </a:rPr>
                  <a:t>đ</a:t>
                </a:r>
                <a:r>
                  <a:rPr lang="en-US" altLang="en-US" sz="1050">
                    <a:solidFill>
                      <a:schemeClr val="bg1"/>
                    </a:solidFill>
                    <a:latin typeface="+mn-ea"/>
                    <a:ea typeface="+mn-ea"/>
                    <a:cs typeface="Open Sans" panose="020B0606030504020204" charset="0"/>
                  </a:rPr>
                  <a:t>ộ này.</a:t>
                </a:r>
                <a:endParaRPr lang="en-US" altLang="en-US" sz="1050">
                  <a:solidFill>
                    <a:schemeClr val="bg1"/>
                  </a:solidFill>
                  <a:latin typeface="+mn-ea"/>
                  <a:ea typeface="+mn-ea"/>
                  <a:cs typeface="Open Sans" panose="020B0606030504020204" charset="0"/>
                </a:endParaRPr>
              </a:p>
            </p:txBody>
          </p:sp>
        </p:grpSp>
        <p:grpSp>
          <p:nvGrpSpPr>
            <p:cNvPr id="8" name="组合 7"/>
            <p:cNvGrpSpPr/>
            <p:nvPr/>
          </p:nvGrpSpPr>
          <p:grpSpPr>
            <a:xfrm>
              <a:off x="6036761" y="1349431"/>
              <a:ext cx="2315336" cy="1491735"/>
              <a:chOff x="6128040" y="1349431"/>
              <a:chExt cx="2315336" cy="1491735"/>
            </a:xfrm>
          </p:grpSpPr>
          <p:sp>
            <p:nvSpPr>
              <p:cNvPr id="95" name="矩形: 圆角 94"/>
              <p:cNvSpPr/>
              <p:nvPr>
                <p:custDataLst>
                  <p:tags r:id="rId15"/>
                </p:custDataLst>
              </p:nvPr>
            </p:nvSpPr>
            <p:spPr>
              <a:xfrm>
                <a:off x="6128040" y="1349431"/>
                <a:ext cx="1040597" cy="322512"/>
              </a:xfrm>
              <a:prstGeom prst="roundRect">
                <a:avLst>
                  <a:gd name="adj" fmla="val 50000"/>
                </a:avLst>
              </a:prstGeom>
              <a:solidFill>
                <a:srgbClr val="74ADB2"/>
              </a:solidFill>
              <a:ln w="19050">
                <a:solidFill>
                  <a:srgbClr val="50443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>
                    <a:solidFill>
                      <a:schemeClr val="bg1"/>
                    </a:solidFill>
                    <a:latin typeface="+mj-ea"/>
                    <a:ea typeface="+mj-ea"/>
                    <a:cs typeface="Open Sans" panose="020B0606030504020204" charset="0"/>
                  </a:rPr>
                  <a:t>4</a:t>
                </a:r>
                <a:endParaRPr lang="en-US" altLang="zh-CN" sz="1600">
                  <a:solidFill>
                    <a:schemeClr val="bg1"/>
                  </a:solidFill>
                  <a:latin typeface="+mj-ea"/>
                  <a:ea typeface="+mj-ea"/>
                  <a:cs typeface="Open Sans" panose="020B0606030504020204" charset="0"/>
                </a:endParaRPr>
              </a:p>
            </p:txBody>
          </p:sp>
          <p:sp>
            <p:nvSpPr>
              <p:cNvPr id="96" name="文本框 95"/>
              <p:cNvSpPr txBox="1"/>
              <p:nvPr>
                <p:custDataLst>
                  <p:tags r:id="rId16"/>
                </p:custDataLst>
              </p:nvPr>
            </p:nvSpPr>
            <p:spPr>
              <a:xfrm>
                <a:off x="6128040" y="1700157"/>
                <a:ext cx="2315336" cy="114100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2400">
                    <a:solidFill>
                      <a:srgbClr val="404054"/>
                    </a:solidFill>
                    <a:latin typeface="汉仪雅酷黑 65W" panose="020B0604020202020204" charset="-122"/>
                    <a:ea typeface="汉仪雅酷黑 65W" panose="020B0604020202020204" charset="-122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en-US" altLang="en-US" sz="1050">
                    <a:solidFill>
                      <a:schemeClr val="bg1"/>
                    </a:solidFill>
                    <a:latin typeface="+mn-ea"/>
                    <a:ea typeface="+mn-ea"/>
                    <a:cs typeface="Open Sans" panose="020B0606030504020204" charset="0"/>
                  </a:rPr>
                  <a:t>N</a:t>
                </a:r>
                <a:r>
                  <a:rPr lang="" altLang="en-US" sz="1050">
                    <a:solidFill>
                      <a:schemeClr val="bg1"/>
                    </a:solidFill>
                    <a:latin typeface="+mn-ea"/>
                    <a:ea typeface="+mn-ea"/>
                    <a:cs typeface="Open Sans" panose="020B0606030504020204" charset="0"/>
                  </a:rPr>
                  <a:t>ă</a:t>
                </a:r>
                <a:r>
                  <a:rPr lang="en-US" altLang="en-US" sz="1050">
                    <a:solidFill>
                      <a:schemeClr val="bg1"/>
                    </a:solidFill>
                    <a:latin typeface="+mn-ea"/>
                    <a:ea typeface="+mn-ea"/>
                    <a:cs typeface="Open Sans" panose="020B0606030504020204" charset="0"/>
                  </a:rPr>
                  <a:t>m 1994, Nam Phi tổ chức cuộc bầu cử dân chủ </a:t>
                </a:r>
                <a:r>
                  <a:rPr lang="" altLang="en-US" sz="1050">
                    <a:solidFill>
                      <a:schemeClr val="bg1"/>
                    </a:solidFill>
                    <a:latin typeface="+mn-ea"/>
                    <a:ea typeface="+mn-ea"/>
                    <a:cs typeface="Open Sans" panose="020B0606030504020204" charset="0"/>
                  </a:rPr>
                  <a:t>đ</a:t>
                </a:r>
                <a:r>
                  <a:rPr lang="en-US" altLang="en-US" sz="1050">
                    <a:solidFill>
                      <a:schemeClr val="bg1"/>
                    </a:solidFill>
                    <a:latin typeface="+mn-ea"/>
                    <a:ea typeface="+mn-ea"/>
                    <a:cs typeface="Open Sans" panose="020B0606030504020204" charset="0"/>
                  </a:rPr>
                  <a:t>ầu tiên với sự tham gia của mọi chủng tộc, Nelson Mandela trở thành Tổng thống da </a:t>
                </a:r>
                <a:r>
                  <a:rPr lang="" altLang="en-US" sz="1050">
                    <a:solidFill>
                      <a:schemeClr val="bg1"/>
                    </a:solidFill>
                    <a:latin typeface="+mn-ea"/>
                    <a:ea typeface="+mn-ea"/>
                    <a:cs typeface="Open Sans" panose="020B0606030504020204" charset="0"/>
                  </a:rPr>
                  <a:t>đ</a:t>
                </a:r>
                <a:r>
                  <a:rPr lang="en-US" altLang="en-US" sz="1050">
                    <a:solidFill>
                      <a:schemeClr val="bg1"/>
                    </a:solidFill>
                    <a:latin typeface="+mn-ea"/>
                    <a:ea typeface="+mn-ea"/>
                    <a:cs typeface="Open Sans" panose="020B0606030504020204" charset="0"/>
                  </a:rPr>
                  <a:t>en </a:t>
                </a:r>
                <a:r>
                  <a:rPr lang="" altLang="en-US" sz="1050">
                    <a:solidFill>
                      <a:schemeClr val="bg1"/>
                    </a:solidFill>
                    <a:latin typeface="+mn-ea"/>
                    <a:ea typeface="+mn-ea"/>
                    <a:cs typeface="Open Sans" panose="020B0606030504020204" charset="0"/>
                  </a:rPr>
                  <a:t>đ</a:t>
                </a:r>
                <a:r>
                  <a:rPr lang="en-US" altLang="en-US" sz="1050">
                    <a:solidFill>
                      <a:schemeClr val="bg1"/>
                    </a:solidFill>
                    <a:latin typeface="+mn-ea"/>
                    <a:ea typeface="+mn-ea"/>
                    <a:cs typeface="Open Sans" panose="020B0606030504020204" charset="0"/>
                  </a:rPr>
                  <a:t>ầu tiên của Nam Phi.</a:t>
                </a:r>
                <a:endParaRPr lang="en-US" altLang="en-US" sz="1050">
                  <a:solidFill>
                    <a:schemeClr val="bg1"/>
                  </a:solidFill>
                  <a:latin typeface="+mn-ea"/>
                  <a:ea typeface="+mn-ea"/>
                  <a:cs typeface="Open Sans" panose="020B0606030504020204" charset="0"/>
                </a:endParaRPr>
              </a:p>
            </p:txBody>
          </p:sp>
        </p:grpSp>
      </p:grpSp>
      <p:grpSp>
        <p:nvGrpSpPr>
          <p:cNvPr id="10" name="组合 9"/>
          <p:cNvGrpSpPr/>
          <p:nvPr>
            <p:custDataLst>
              <p:tags r:id="rId17"/>
            </p:custDataLst>
          </p:nvPr>
        </p:nvGrpSpPr>
        <p:grpSpPr>
          <a:xfrm>
            <a:off x="886881" y="3639607"/>
            <a:ext cx="2315210" cy="1262380"/>
            <a:chOff x="1033132" y="3597218"/>
            <a:chExt cx="2315210" cy="1262380"/>
          </a:xfrm>
        </p:grpSpPr>
        <p:sp>
          <p:nvSpPr>
            <p:cNvPr id="93" name="矩形: 圆角 92"/>
            <p:cNvSpPr/>
            <p:nvPr>
              <p:custDataLst>
                <p:tags r:id="rId18"/>
              </p:custDataLst>
            </p:nvPr>
          </p:nvSpPr>
          <p:spPr>
            <a:xfrm>
              <a:off x="2205963" y="3597218"/>
              <a:ext cx="1040597" cy="322512"/>
            </a:xfrm>
            <a:prstGeom prst="roundRect">
              <a:avLst>
                <a:gd name="adj" fmla="val 50000"/>
              </a:avLst>
            </a:prstGeom>
            <a:solidFill>
              <a:srgbClr val="74ADB2"/>
            </a:solidFill>
            <a:ln w="19050">
              <a:solidFill>
                <a:srgbClr val="50443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chemeClr val="bg1"/>
                  </a:solidFill>
                  <a:latin typeface="+mj-ea"/>
                  <a:ea typeface="+mj-ea"/>
                  <a:cs typeface="Open Sans" panose="020B0606030504020204" charset="0"/>
                </a:rPr>
                <a:t>3</a:t>
              </a:r>
              <a:r>
                <a:rPr lang="zh-CN" altLang="en-US" sz="1600">
                  <a:solidFill>
                    <a:schemeClr val="bg1"/>
                  </a:solidFill>
                  <a:latin typeface="+mj-ea"/>
                  <a:ea typeface="+mj-ea"/>
                  <a:cs typeface="Open Sans" panose="020B0606030504020204" charset="0"/>
                </a:rPr>
                <a:t> </a:t>
              </a:r>
              <a:endParaRPr lang="zh-CN" altLang="en-US" sz="1600">
                <a:solidFill>
                  <a:schemeClr val="bg1"/>
                </a:solidFill>
                <a:latin typeface="+mj-ea"/>
                <a:ea typeface="+mj-ea"/>
                <a:cs typeface="Open Sans" panose="020B0606030504020204" charset="0"/>
              </a:endParaRPr>
            </a:p>
          </p:txBody>
        </p:sp>
        <p:sp>
          <p:nvSpPr>
            <p:cNvPr id="94" name="文本框 93"/>
            <p:cNvSpPr txBox="1"/>
            <p:nvPr>
              <p:custDataLst>
                <p:tags r:id="rId19"/>
              </p:custDataLst>
            </p:nvPr>
          </p:nvSpPr>
          <p:spPr>
            <a:xfrm>
              <a:off x="1033132" y="3799148"/>
              <a:ext cx="2315210" cy="10604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2400">
                  <a:solidFill>
                    <a:srgbClr val="404054"/>
                  </a:solidFill>
                  <a:latin typeface="汉仪雅酷黑 65W" panose="020B0604020202020204" charset="-122"/>
                  <a:ea typeface="汉仪雅酷黑 65W" panose="020B0604020202020204" charset="-122"/>
                </a:defRPr>
              </a:lvl1pPr>
            </a:lstStyle>
            <a:p>
              <a:pPr algn="r">
                <a:lnSpc>
                  <a:spcPct val="150000"/>
                </a:lnSpc>
              </a:pPr>
              <a:r>
                <a:rPr lang="en-US" altLang="en-US" sz="1050">
                  <a:solidFill>
                    <a:schemeClr val="bg1"/>
                  </a:solidFill>
                  <a:latin typeface="+mn-ea"/>
                  <a:ea typeface="+mn-ea"/>
                  <a:cs typeface="Open Sans" panose="020B0606030504020204" charset="0"/>
                </a:rPr>
                <a:t>D</a:t>
              </a:r>
              <a:r>
                <a:rPr lang="" altLang="en-US" sz="1050">
                  <a:solidFill>
                    <a:schemeClr val="bg1"/>
                  </a:solidFill>
                  <a:latin typeface="+mn-ea"/>
                  <a:ea typeface="+mn-ea"/>
                  <a:cs typeface="Open Sans" panose="020B0606030504020204" charset="0"/>
                </a:rPr>
                <a:t>ư</a:t>
              </a:r>
              <a:r>
                <a:rPr lang="en-US" altLang="en-US" sz="1050">
                  <a:solidFill>
                    <a:schemeClr val="bg1"/>
                  </a:solidFill>
                  <a:latin typeface="+mn-ea"/>
                  <a:ea typeface="+mn-ea"/>
                  <a:cs typeface="Open Sans" panose="020B0606030504020204" charset="0"/>
                </a:rPr>
                <a:t>ới áp lực </a:t>
              </a:r>
              <a:r>
                <a:rPr lang="" altLang="en-US" sz="1050">
                  <a:solidFill>
                    <a:schemeClr val="bg1"/>
                  </a:solidFill>
                  <a:latin typeface="+mn-ea"/>
                  <a:ea typeface="+mn-ea"/>
                  <a:cs typeface="Open Sans" panose="020B0606030504020204" charset="0"/>
                </a:rPr>
                <a:t>đ</a:t>
              </a:r>
              <a:r>
                <a:rPr lang="en-US" altLang="en-US" sz="1050">
                  <a:solidFill>
                    <a:schemeClr val="bg1"/>
                  </a:solidFill>
                  <a:latin typeface="+mn-ea"/>
                  <a:ea typeface="+mn-ea"/>
                  <a:cs typeface="Open Sans" panose="020B0606030504020204" charset="0"/>
                </a:rPr>
                <a:t>ấu tranh trong n</a:t>
              </a:r>
              <a:r>
                <a:rPr lang="" altLang="en-US" sz="1050">
                  <a:solidFill>
                    <a:schemeClr val="bg1"/>
                  </a:solidFill>
                  <a:latin typeface="+mn-ea"/>
                  <a:ea typeface="+mn-ea"/>
                  <a:cs typeface="Open Sans" panose="020B0606030504020204" charset="0"/>
                </a:rPr>
                <a:t>ư</a:t>
              </a:r>
              <a:r>
                <a:rPr lang="en-US" altLang="en-US" sz="1050">
                  <a:solidFill>
                    <a:schemeClr val="bg1"/>
                  </a:solidFill>
                  <a:latin typeface="+mn-ea"/>
                  <a:ea typeface="+mn-ea"/>
                  <a:cs typeface="Open Sans" panose="020B0606030504020204" charset="0"/>
                </a:rPr>
                <a:t>ớc và sự phản </a:t>
              </a:r>
              <a:r>
                <a:rPr lang="" altLang="en-US" sz="1050">
                  <a:solidFill>
                    <a:schemeClr val="bg1"/>
                  </a:solidFill>
                  <a:latin typeface="+mn-ea"/>
                  <a:ea typeface="+mn-ea"/>
                  <a:cs typeface="Open Sans" panose="020B0606030504020204" charset="0"/>
                </a:rPr>
                <a:t>đ</a:t>
              </a:r>
              <a:r>
                <a:rPr lang="en-US" altLang="en-US" sz="1050">
                  <a:solidFill>
                    <a:schemeClr val="bg1"/>
                  </a:solidFill>
                  <a:latin typeface="+mn-ea"/>
                  <a:ea typeface="+mn-ea"/>
                  <a:cs typeface="Open Sans" panose="020B0606030504020204" charset="0"/>
                </a:rPr>
                <a:t>ối của cộng </a:t>
              </a:r>
              <a:r>
                <a:rPr lang="" altLang="en-US" sz="1050">
                  <a:solidFill>
                    <a:schemeClr val="bg1"/>
                  </a:solidFill>
                  <a:latin typeface="+mn-ea"/>
                  <a:ea typeface="+mn-ea"/>
                  <a:cs typeface="Open Sans" panose="020B0606030504020204" charset="0"/>
                </a:rPr>
                <a:t>đ</a:t>
              </a:r>
              <a:r>
                <a:rPr lang="en-US" altLang="en-US" sz="1050">
                  <a:solidFill>
                    <a:schemeClr val="bg1"/>
                  </a:solidFill>
                  <a:latin typeface="+mn-ea"/>
                  <a:ea typeface="+mn-ea"/>
                  <a:cs typeface="Open Sans" panose="020B0606030504020204" charset="0"/>
                </a:rPr>
                <a:t>ồng quốc tế, chế </a:t>
              </a:r>
              <a:r>
                <a:rPr lang="" altLang="en-US" sz="1050">
                  <a:solidFill>
                    <a:schemeClr val="bg1"/>
                  </a:solidFill>
                  <a:latin typeface="+mn-ea"/>
                  <a:ea typeface="+mn-ea"/>
                  <a:cs typeface="Open Sans" panose="020B0606030504020204" charset="0"/>
                </a:rPr>
                <a:t>đ</a:t>
              </a:r>
              <a:r>
                <a:rPr lang="en-US" altLang="en-US" sz="1050">
                  <a:solidFill>
                    <a:schemeClr val="bg1"/>
                  </a:solidFill>
                  <a:latin typeface="+mn-ea"/>
                  <a:ea typeface="+mn-ea"/>
                  <a:cs typeface="Open Sans" panose="020B0606030504020204" charset="0"/>
                </a:rPr>
                <a:t>ộ A-pác-thai dần bị  xóa bỏ.</a:t>
              </a:r>
              <a:endParaRPr lang="en-US" altLang="en-US" sz="1050">
                <a:solidFill>
                  <a:schemeClr val="bg1"/>
                </a:solidFill>
                <a:latin typeface="+mn-ea"/>
                <a:ea typeface="+mn-ea"/>
                <a:cs typeface="Open Sans" panose="020B0606030504020204" charset="0"/>
              </a:endParaRPr>
            </a:p>
          </p:txBody>
        </p:sp>
      </p:grpSp>
      <p:grpSp>
        <p:nvGrpSpPr>
          <p:cNvPr id="9" name="组合 8"/>
          <p:cNvGrpSpPr/>
          <p:nvPr>
            <p:custDataLst>
              <p:tags r:id="rId20"/>
            </p:custDataLst>
          </p:nvPr>
        </p:nvGrpSpPr>
        <p:grpSpPr>
          <a:xfrm>
            <a:off x="5981789" y="3639607"/>
            <a:ext cx="2315336" cy="1169242"/>
            <a:chOff x="6128040" y="3639607"/>
            <a:chExt cx="2315336" cy="1169242"/>
          </a:xfrm>
        </p:grpSpPr>
        <p:sp>
          <p:nvSpPr>
            <p:cNvPr id="97" name="矩形: 圆角 96"/>
            <p:cNvSpPr/>
            <p:nvPr>
              <p:custDataLst>
                <p:tags r:id="rId21"/>
              </p:custDataLst>
            </p:nvPr>
          </p:nvSpPr>
          <p:spPr>
            <a:xfrm>
              <a:off x="6128040" y="3639607"/>
              <a:ext cx="1040597" cy="322512"/>
            </a:xfrm>
            <a:prstGeom prst="roundRect">
              <a:avLst>
                <a:gd name="adj" fmla="val 50000"/>
              </a:avLst>
            </a:prstGeom>
            <a:solidFill>
              <a:srgbClr val="74ADB2"/>
            </a:solidFill>
            <a:ln w="19050">
              <a:solidFill>
                <a:srgbClr val="50443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chemeClr val="bg1"/>
                  </a:solidFill>
                  <a:latin typeface="+mj-ea"/>
                  <a:ea typeface="+mj-ea"/>
                  <a:cs typeface="Open Sans" panose="020B0606030504020204" charset="0"/>
                </a:rPr>
                <a:t>5</a:t>
              </a:r>
              <a:endParaRPr lang="zh-CN" altLang="en-US" sz="1600">
                <a:solidFill>
                  <a:schemeClr val="bg1"/>
                </a:solidFill>
                <a:latin typeface="+mj-ea"/>
                <a:ea typeface="+mj-ea"/>
                <a:cs typeface="Open Sans" panose="020B0606030504020204" charset="0"/>
              </a:endParaRPr>
            </a:p>
          </p:txBody>
        </p:sp>
        <p:sp>
          <p:nvSpPr>
            <p:cNvPr id="98" name="文本框 97"/>
            <p:cNvSpPr txBox="1"/>
            <p:nvPr>
              <p:custDataLst>
                <p:tags r:id="rId22"/>
              </p:custDataLst>
            </p:nvPr>
          </p:nvSpPr>
          <p:spPr>
            <a:xfrm>
              <a:off x="6128040" y="3990334"/>
              <a:ext cx="2315336" cy="81851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2400">
                  <a:solidFill>
                    <a:srgbClr val="404054"/>
                  </a:solidFill>
                  <a:latin typeface="汉仪雅酷黑 65W" panose="020B0604020202020204" charset="-122"/>
                  <a:ea typeface="汉仪雅酷黑 65W" panose="020B0604020202020204" charset="-122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en-US" sz="1050">
                  <a:solidFill>
                    <a:schemeClr val="bg1"/>
                  </a:solidFill>
                  <a:latin typeface="+mn-ea"/>
                  <a:ea typeface="+mn-ea"/>
                  <a:cs typeface="Open Sans" panose="020B0606030504020204" charset="0"/>
                </a:rPr>
                <a:t>Chế </a:t>
              </a:r>
              <a:r>
                <a:rPr lang="" altLang="en-US" sz="1050">
                  <a:solidFill>
                    <a:schemeClr val="bg1"/>
                  </a:solidFill>
                  <a:latin typeface="+mn-ea"/>
                  <a:ea typeface="+mn-ea"/>
                  <a:cs typeface="Open Sans" panose="020B0606030504020204" charset="0"/>
                </a:rPr>
                <a:t>đ</a:t>
              </a:r>
              <a:r>
                <a:rPr lang="en-US" altLang="en-US" sz="1050">
                  <a:solidFill>
                    <a:schemeClr val="bg1"/>
                  </a:solidFill>
                  <a:latin typeface="+mn-ea"/>
                  <a:ea typeface="+mn-ea"/>
                  <a:cs typeface="Open Sans" panose="020B0606030504020204" charset="0"/>
                </a:rPr>
                <a:t>ộ A-pác-thai chính thức chấm dứt, mở ra kỉ nguyên bình </a:t>
              </a:r>
              <a:r>
                <a:rPr lang="" altLang="en-US" sz="1050">
                  <a:solidFill>
                    <a:schemeClr val="bg1"/>
                  </a:solidFill>
                  <a:latin typeface="+mn-ea"/>
                  <a:ea typeface="+mn-ea"/>
                  <a:cs typeface="Open Sans" panose="020B0606030504020204" charset="0"/>
                </a:rPr>
                <a:t>đ</a:t>
              </a:r>
              <a:r>
                <a:rPr lang="en-US" altLang="en-US" sz="1050">
                  <a:solidFill>
                    <a:schemeClr val="bg1"/>
                  </a:solidFill>
                  <a:latin typeface="+mn-ea"/>
                  <a:ea typeface="+mn-ea"/>
                  <a:cs typeface="Open Sans" panose="020B0606030504020204" charset="0"/>
                </a:rPr>
                <a:t>ẳng cho </a:t>
              </a:r>
              <a:r>
                <a:rPr lang="" altLang="en-US" sz="1050">
                  <a:solidFill>
                    <a:schemeClr val="bg1"/>
                  </a:solidFill>
                  <a:latin typeface="+mn-ea"/>
                  <a:ea typeface="+mn-ea"/>
                  <a:cs typeface="Open Sans" panose="020B0606030504020204" charset="0"/>
                </a:rPr>
                <a:t>đ</a:t>
              </a:r>
              <a:r>
                <a:rPr lang="en-US" altLang="en-US" sz="1050">
                  <a:solidFill>
                    <a:schemeClr val="bg1"/>
                  </a:solidFill>
                  <a:latin typeface="+mn-ea"/>
                  <a:ea typeface="+mn-ea"/>
                  <a:cs typeface="Open Sans" panose="020B0606030504020204" charset="0"/>
                </a:rPr>
                <a:t>ất n</a:t>
              </a:r>
              <a:r>
                <a:rPr lang="" altLang="en-US" sz="1050">
                  <a:solidFill>
                    <a:schemeClr val="bg1"/>
                  </a:solidFill>
                  <a:latin typeface="+mn-ea"/>
                  <a:ea typeface="+mn-ea"/>
                  <a:cs typeface="Open Sans" panose="020B0606030504020204" charset="0"/>
                </a:rPr>
                <a:t>ư</a:t>
              </a:r>
              <a:r>
                <a:rPr lang="en-US" altLang="en-US" sz="1050">
                  <a:solidFill>
                    <a:schemeClr val="bg1"/>
                  </a:solidFill>
                  <a:latin typeface="+mn-ea"/>
                  <a:ea typeface="+mn-ea"/>
                  <a:cs typeface="Open Sans" panose="020B0606030504020204" charset="0"/>
                </a:rPr>
                <a:t>ớc Nam Phi.</a:t>
              </a:r>
              <a:endParaRPr lang="en-US" altLang="en-US" sz="1050">
                <a:solidFill>
                  <a:schemeClr val="bg1"/>
                </a:solidFill>
                <a:latin typeface="+mn-ea"/>
                <a:ea typeface="+mn-ea"/>
                <a:cs typeface="Open Sans" panose="020B0606030504020204" charset="0"/>
              </a:endParaRPr>
            </a:p>
          </p:txBody>
        </p:sp>
      </p:grpSp>
      <p:grpSp>
        <p:nvGrpSpPr>
          <p:cNvPr id="128" name="Group 4"/>
          <p:cNvGrpSpPr>
            <a:grpSpLocks noChangeAspect="1"/>
          </p:cNvGrpSpPr>
          <p:nvPr>
            <p:custDataLst>
              <p:tags r:id="rId23"/>
            </p:custDataLst>
          </p:nvPr>
        </p:nvGrpSpPr>
        <p:grpSpPr bwMode="auto">
          <a:xfrm>
            <a:off x="3775764" y="1883007"/>
            <a:ext cx="1592471" cy="1706659"/>
            <a:chOff x="2106" y="787"/>
            <a:chExt cx="1548" cy="1659"/>
          </a:xfrm>
        </p:grpSpPr>
        <p:sp>
          <p:nvSpPr>
            <p:cNvPr id="129" name="Oval 5"/>
            <p:cNvSpPr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2244" y="818"/>
              <a:ext cx="1272" cy="1268"/>
            </a:xfrm>
            <a:prstGeom prst="ellipse">
              <a:avLst/>
            </a:prstGeom>
            <a:solidFill>
              <a:srgbClr val="90C2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130" name="Freeform 6"/>
            <p:cNvSpPr>
              <a:spLocks noEditPoints="1"/>
            </p:cNvSpPr>
            <p:nvPr>
              <p:custDataLst>
                <p:tags r:id="rId25"/>
              </p:custDataLst>
            </p:nvPr>
          </p:nvSpPr>
          <p:spPr bwMode="auto">
            <a:xfrm>
              <a:off x="2327" y="901"/>
              <a:ext cx="1106" cy="579"/>
            </a:xfrm>
            <a:custGeom>
              <a:avLst/>
              <a:gdLst>
                <a:gd name="T0" fmla="*/ 452 w 464"/>
                <a:gd name="T1" fmla="*/ 243 h 243"/>
                <a:gd name="T2" fmla="*/ 441 w 464"/>
                <a:gd name="T3" fmla="*/ 232 h 243"/>
                <a:gd name="T4" fmla="*/ 407 w 464"/>
                <a:gd name="T5" fmla="*/ 118 h 243"/>
                <a:gd name="T6" fmla="*/ 410 w 464"/>
                <a:gd name="T7" fmla="*/ 102 h 243"/>
                <a:gd name="T8" fmla="*/ 426 w 464"/>
                <a:gd name="T9" fmla="*/ 106 h 243"/>
                <a:gd name="T10" fmla="*/ 464 w 464"/>
                <a:gd name="T11" fmla="*/ 232 h 243"/>
                <a:gd name="T12" fmla="*/ 452 w 464"/>
                <a:gd name="T13" fmla="*/ 243 h 243"/>
                <a:gd name="T14" fmla="*/ 12 w 464"/>
                <a:gd name="T15" fmla="*/ 243 h 243"/>
                <a:gd name="T16" fmla="*/ 0 w 464"/>
                <a:gd name="T17" fmla="*/ 232 h 243"/>
                <a:gd name="T18" fmla="*/ 232 w 464"/>
                <a:gd name="T19" fmla="*/ 0 h 243"/>
                <a:gd name="T20" fmla="*/ 358 w 464"/>
                <a:gd name="T21" fmla="*/ 37 h 243"/>
                <a:gd name="T22" fmla="*/ 362 w 464"/>
                <a:gd name="T23" fmla="*/ 53 h 243"/>
                <a:gd name="T24" fmla="*/ 346 w 464"/>
                <a:gd name="T25" fmla="*/ 57 h 243"/>
                <a:gd name="T26" fmla="*/ 232 w 464"/>
                <a:gd name="T27" fmla="*/ 23 h 243"/>
                <a:gd name="T28" fmla="*/ 23 w 464"/>
                <a:gd name="T29" fmla="*/ 232 h 243"/>
                <a:gd name="T30" fmla="*/ 12 w 464"/>
                <a:gd name="T31" fmla="*/ 243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64" h="243">
                  <a:moveTo>
                    <a:pt x="452" y="243"/>
                  </a:moveTo>
                  <a:cubicBezTo>
                    <a:pt x="446" y="243"/>
                    <a:pt x="441" y="238"/>
                    <a:pt x="441" y="232"/>
                  </a:cubicBezTo>
                  <a:cubicBezTo>
                    <a:pt x="441" y="191"/>
                    <a:pt x="429" y="152"/>
                    <a:pt x="407" y="118"/>
                  </a:cubicBezTo>
                  <a:cubicBezTo>
                    <a:pt x="403" y="113"/>
                    <a:pt x="405" y="106"/>
                    <a:pt x="410" y="102"/>
                  </a:cubicBezTo>
                  <a:cubicBezTo>
                    <a:pt x="416" y="99"/>
                    <a:pt x="423" y="100"/>
                    <a:pt x="426" y="106"/>
                  </a:cubicBezTo>
                  <a:cubicBezTo>
                    <a:pt x="451" y="144"/>
                    <a:pt x="464" y="187"/>
                    <a:pt x="464" y="232"/>
                  </a:cubicBezTo>
                  <a:cubicBezTo>
                    <a:pt x="464" y="238"/>
                    <a:pt x="459" y="243"/>
                    <a:pt x="452" y="243"/>
                  </a:cubicBezTo>
                  <a:close/>
                  <a:moveTo>
                    <a:pt x="12" y="243"/>
                  </a:moveTo>
                  <a:cubicBezTo>
                    <a:pt x="5" y="243"/>
                    <a:pt x="0" y="238"/>
                    <a:pt x="0" y="232"/>
                  </a:cubicBezTo>
                  <a:cubicBezTo>
                    <a:pt x="0" y="104"/>
                    <a:pt x="104" y="0"/>
                    <a:pt x="232" y="0"/>
                  </a:cubicBezTo>
                  <a:cubicBezTo>
                    <a:pt x="277" y="0"/>
                    <a:pt x="320" y="13"/>
                    <a:pt x="358" y="37"/>
                  </a:cubicBezTo>
                  <a:cubicBezTo>
                    <a:pt x="364" y="41"/>
                    <a:pt x="365" y="48"/>
                    <a:pt x="362" y="53"/>
                  </a:cubicBezTo>
                  <a:cubicBezTo>
                    <a:pt x="358" y="58"/>
                    <a:pt x="351" y="60"/>
                    <a:pt x="346" y="57"/>
                  </a:cubicBezTo>
                  <a:cubicBezTo>
                    <a:pt x="311" y="35"/>
                    <a:pt x="272" y="23"/>
                    <a:pt x="232" y="23"/>
                  </a:cubicBezTo>
                  <a:cubicBezTo>
                    <a:pt x="117" y="23"/>
                    <a:pt x="23" y="117"/>
                    <a:pt x="23" y="232"/>
                  </a:cubicBezTo>
                  <a:cubicBezTo>
                    <a:pt x="23" y="238"/>
                    <a:pt x="18" y="243"/>
                    <a:pt x="12" y="243"/>
                  </a:cubicBezTo>
                  <a:close/>
                </a:path>
              </a:pathLst>
            </a:custGeom>
            <a:solidFill>
              <a:srgbClr val="C0DD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131" name="Freeform 7"/>
            <p:cNvSpPr>
              <a:spLocks noEditPoints="1"/>
            </p:cNvSpPr>
            <p:nvPr>
              <p:custDataLst>
                <p:tags r:id="rId26"/>
              </p:custDataLst>
            </p:nvPr>
          </p:nvSpPr>
          <p:spPr bwMode="auto">
            <a:xfrm>
              <a:off x="2563" y="820"/>
              <a:ext cx="939" cy="988"/>
            </a:xfrm>
            <a:custGeom>
              <a:avLst/>
              <a:gdLst>
                <a:gd name="T0" fmla="*/ 110 w 394"/>
                <a:gd name="T1" fmla="*/ 22 h 415"/>
                <a:gd name="T2" fmla="*/ 75 w 394"/>
                <a:gd name="T3" fmla="*/ 43 h 415"/>
                <a:gd name="T4" fmla="*/ 77 w 394"/>
                <a:gd name="T5" fmla="*/ 27 h 415"/>
                <a:gd name="T6" fmla="*/ 62 w 394"/>
                <a:gd name="T7" fmla="*/ 39 h 415"/>
                <a:gd name="T8" fmla="*/ 52 w 394"/>
                <a:gd name="T9" fmla="*/ 46 h 415"/>
                <a:gd name="T10" fmla="*/ 55 w 394"/>
                <a:gd name="T11" fmla="*/ 61 h 415"/>
                <a:gd name="T12" fmla="*/ 70 w 394"/>
                <a:gd name="T13" fmla="*/ 74 h 415"/>
                <a:gd name="T14" fmla="*/ 52 w 394"/>
                <a:gd name="T15" fmla="*/ 92 h 415"/>
                <a:gd name="T16" fmla="*/ 65 w 394"/>
                <a:gd name="T17" fmla="*/ 105 h 415"/>
                <a:gd name="T18" fmla="*/ 33 w 394"/>
                <a:gd name="T19" fmla="*/ 123 h 415"/>
                <a:gd name="T20" fmla="*/ 3 w 394"/>
                <a:gd name="T21" fmla="*/ 167 h 415"/>
                <a:gd name="T22" fmla="*/ 29 w 394"/>
                <a:gd name="T23" fmla="*/ 243 h 415"/>
                <a:gd name="T24" fmla="*/ 109 w 394"/>
                <a:gd name="T25" fmla="*/ 247 h 415"/>
                <a:gd name="T26" fmla="*/ 123 w 394"/>
                <a:gd name="T27" fmla="*/ 300 h 415"/>
                <a:gd name="T28" fmla="*/ 122 w 394"/>
                <a:gd name="T29" fmla="*/ 342 h 415"/>
                <a:gd name="T30" fmla="*/ 166 w 394"/>
                <a:gd name="T31" fmla="*/ 413 h 415"/>
                <a:gd name="T32" fmla="*/ 197 w 394"/>
                <a:gd name="T33" fmla="*/ 397 h 415"/>
                <a:gd name="T34" fmla="*/ 226 w 394"/>
                <a:gd name="T35" fmla="*/ 356 h 415"/>
                <a:gd name="T36" fmla="*/ 232 w 394"/>
                <a:gd name="T37" fmla="*/ 341 h 415"/>
                <a:gd name="T38" fmla="*/ 250 w 394"/>
                <a:gd name="T39" fmla="*/ 316 h 415"/>
                <a:gd name="T40" fmla="*/ 257 w 394"/>
                <a:gd name="T41" fmla="*/ 266 h 415"/>
                <a:gd name="T42" fmla="*/ 275 w 394"/>
                <a:gd name="T43" fmla="*/ 238 h 415"/>
                <a:gd name="T44" fmla="*/ 284 w 394"/>
                <a:gd name="T45" fmla="*/ 207 h 415"/>
                <a:gd name="T46" fmla="*/ 257 w 394"/>
                <a:gd name="T47" fmla="*/ 202 h 415"/>
                <a:gd name="T48" fmla="*/ 222 w 394"/>
                <a:gd name="T49" fmla="*/ 134 h 415"/>
                <a:gd name="T50" fmla="*/ 262 w 394"/>
                <a:gd name="T51" fmla="*/ 196 h 415"/>
                <a:gd name="T52" fmla="*/ 307 w 394"/>
                <a:gd name="T53" fmla="*/ 173 h 415"/>
                <a:gd name="T54" fmla="*/ 330 w 394"/>
                <a:gd name="T55" fmla="*/ 150 h 415"/>
                <a:gd name="T56" fmla="*/ 374 w 394"/>
                <a:gd name="T57" fmla="*/ 213 h 415"/>
                <a:gd name="T58" fmla="*/ 150 w 394"/>
                <a:gd name="T59" fmla="*/ 0 h 415"/>
                <a:gd name="T60" fmla="*/ 185 w 394"/>
                <a:gd name="T61" fmla="*/ 124 h 415"/>
                <a:gd name="T62" fmla="*/ 161 w 394"/>
                <a:gd name="T63" fmla="*/ 122 h 415"/>
                <a:gd name="T64" fmla="*/ 144 w 394"/>
                <a:gd name="T65" fmla="*/ 125 h 415"/>
                <a:gd name="T66" fmla="*/ 98 w 394"/>
                <a:gd name="T67" fmla="*/ 104 h 415"/>
                <a:gd name="T68" fmla="*/ 74 w 394"/>
                <a:gd name="T69" fmla="*/ 100 h 415"/>
                <a:gd name="T70" fmla="*/ 103 w 394"/>
                <a:gd name="T71" fmla="*/ 79 h 415"/>
                <a:gd name="T72" fmla="*/ 138 w 394"/>
                <a:gd name="T73" fmla="*/ 94 h 415"/>
                <a:gd name="T74" fmla="*/ 133 w 394"/>
                <a:gd name="T75" fmla="*/ 104 h 415"/>
                <a:gd name="T76" fmla="*/ 141 w 394"/>
                <a:gd name="T77" fmla="*/ 92 h 415"/>
                <a:gd name="T78" fmla="*/ 146 w 394"/>
                <a:gd name="T79" fmla="*/ 92 h 415"/>
                <a:gd name="T80" fmla="*/ 141 w 394"/>
                <a:gd name="T81" fmla="*/ 75 h 415"/>
                <a:gd name="T82" fmla="*/ 180 w 394"/>
                <a:gd name="T83" fmla="*/ 93 h 415"/>
                <a:gd name="T84" fmla="*/ 197 w 394"/>
                <a:gd name="T85" fmla="*/ 104 h 415"/>
                <a:gd name="T86" fmla="*/ 212 w 394"/>
                <a:gd name="T87" fmla="*/ 107 h 415"/>
                <a:gd name="T88" fmla="*/ 201 w 394"/>
                <a:gd name="T89" fmla="*/ 116 h 415"/>
                <a:gd name="T90" fmla="*/ 188 w 394"/>
                <a:gd name="T91" fmla="*/ 85 h 415"/>
                <a:gd name="T92" fmla="*/ 181 w 394"/>
                <a:gd name="T93" fmla="*/ 73 h 415"/>
                <a:gd name="T94" fmla="*/ 200 w 394"/>
                <a:gd name="T95" fmla="*/ 58 h 415"/>
                <a:gd name="T96" fmla="*/ 222 w 394"/>
                <a:gd name="T97" fmla="*/ 65 h 415"/>
                <a:gd name="T98" fmla="*/ 225 w 394"/>
                <a:gd name="T99" fmla="*/ 80 h 4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94" h="415">
                  <a:moveTo>
                    <a:pt x="150" y="0"/>
                  </a:moveTo>
                  <a:cubicBezTo>
                    <a:pt x="150" y="0"/>
                    <a:pt x="115" y="19"/>
                    <a:pt x="110" y="22"/>
                  </a:cubicBezTo>
                  <a:cubicBezTo>
                    <a:pt x="104" y="25"/>
                    <a:pt x="82" y="49"/>
                    <a:pt x="82" y="49"/>
                  </a:cubicBezTo>
                  <a:cubicBezTo>
                    <a:pt x="82" y="49"/>
                    <a:pt x="76" y="45"/>
                    <a:pt x="75" y="43"/>
                  </a:cubicBezTo>
                  <a:cubicBezTo>
                    <a:pt x="75" y="41"/>
                    <a:pt x="80" y="34"/>
                    <a:pt x="80" y="29"/>
                  </a:cubicBezTo>
                  <a:cubicBezTo>
                    <a:pt x="79" y="28"/>
                    <a:pt x="78" y="28"/>
                    <a:pt x="77" y="27"/>
                  </a:cubicBezTo>
                  <a:cubicBezTo>
                    <a:pt x="75" y="27"/>
                    <a:pt x="68" y="29"/>
                    <a:pt x="65" y="32"/>
                  </a:cubicBezTo>
                  <a:cubicBezTo>
                    <a:pt x="63" y="35"/>
                    <a:pt x="65" y="38"/>
                    <a:pt x="62" y="39"/>
                  </a:cubicBezTo>
                  <a:cubicBezTo>
                    <a:pt x="59" y="41"/>
                    <a:pt x="56" y="42"/>
                    <a:pt x="54" y="43"/>
                  </a:cubicBezTo>
                  <a:cubicBezTo>
                    <a:pt x="52" y="44"/>
                    <a:pt x="52" y="45"/>
                    <a:pt x="52" y="46"/>
                  </a:cubicBezTo>
                  <a:cubicBezTo>
                    <a:pt x="52" y="47"/>
                    <a:pt x="52" y="56"/>
                    <a:pt x="52" y="59"/>
                  </a:cubicBezTo>
                  <a:cubicBezTo>
                    <a:pt x="52" y="60"/>
                    <a:pt x="53" y="61"/>
                    <a:pt x="55" y="61"/>
                  </a:cubicBezTo>
                  <a:cubicBezTo>
                    <a:pt x="62" y="62"/>
                    <a:pt x="73" y="63"/>
                    <a:pt x="73" y="63"/>
                  </a:cubicBezTo>
                  <a:cubicBezTo>
                    <a:pt x="73" y="63"/>
                    <a:pt x="75" y="70"/>
                    <a:pt x="70" y="74"/>
                  </a:cubicBezTo>
                  <a:cubicBezTo>
                    <a:pt x="67" y="77"/>
                    <a:pt x="52" y="79"/>
                    <a:pt x="52" y="80"/>
                  </a:cubicBezTo>
                  <a:cubicBezTo>
                    <a:pt x="52" y="82"/>
                    <a:pt x="52" y="89"/>
                    <a:pt x="52" y="92"/>
                  </a:cubicBezTo>
                  <a:cubicBezTo>
                    <a:pt x="53" y="95"/>
                    <a:pt x="60" y="99"/>
                    <a:pt x="63" y="101"/>
                  </a:cubicBezTo>
                  <a:cubicBezTo>
                    <a:pt x="65" y="103"/>
                    <a:pt x="65" y="105"/>
                    <a:pt x="65" y="105"/>
                  </a:cubicBezTo>
                  <a:cubicBezTo>
                    <a:pt x="50" y="110"/>
                    <a:pt x="50" y="110"/>
                    <a:pt x="50" y="110"/>
                  </a:cubicBezTo>
                  <a:cubicBezTo>
                    <a:pt x="44" y="114"/>
                    <a:pt x="38" y="118"/>
                    <a:pt x="33" y="123"/>
                  </a:cubicBezTo>
                  <a:cubicBezTo>
                    <a:pt x="17" y="138"/>
                    <a:pt x="17" y="138"/>
                    <a:pt x="17" y="138"/>
                  </a:cubicBezTo>
                  <a:cubicBezTo>
                    <a:pt x="9" y="146"/>
                    <a:pt x="4" y="156"/>
                    <a:pt x="3" y="167"/>
                  </a:cubicBezTo>
                  <a:cubicBezTo>
                    <a:pt x="1" y="181"/>
                    <a:pt x="0" y="200"/>
                    <a:pt x="2" y="208"/>
                  </a:cubicBezTo>
                  <a:cubicBezTo>
                    <a:pt x="5" y="222"/>
                    <a:pt x="23" y="240"/>
                    <a:pt x="29" y="243"/>
                  </a:cubicBezTo>
                  <a:cubicBezTo>
                    <a:pt x="35" y="246"/>
                    <a:pt x="80" y="231"/>
                    <a:pt x="87" y="231"/>
                  </a:cubicBezTo>
                  <a:cubicBezTo>
                    <a:pt x="94" y="232"/>
                    <a:pt x="106" y="243"/>
                    <a:pt x="109" y="247"/>
                  </a:cubicBezTo>
                  <a:cubicBezTo>
                    <a:pt x="111" y="251"/>
                    <a:pt x="108" y="266"/>
                    <a:pt x="108" y="274"/>
                  </a:cubicBezTo>
                  <a:cubicBezTo>
                    <a:pt x="108" y="279"/>
                    <a:pt x="116" y="291"/>
                    <a:pt x="123" y="300"/>
                  </a:cubicBezTo>
                  <a:cubicBezTo>
                    <a:pt x="129" y="307"/>
                    <a:pt x="130" y="317"/>
                    <a:pt x="127" y="326"/>
                  </a:cubicBezTo>
                  <a:cubicBezTo>
                    <a:pt x="124" y="332"/>
                    <a:pt x="122" y="339"/>
                    <a:pt x="122" y="342"/>
                  </a:cubicBezTo>
                  <a:cubicBezTo>
                    <a:pt x="123" y="347"/>
                    <a:pt x="143" y="389"/>
                    <a:pt x="152" y="408"/>
                  </a:cubicBezTo>
                  <a:cubicBezTo>
                    <a:pt x="154" y="413"/>
                    <a:pt x="160" y="415"/>
                    <a:pt x="166" y="413"/>
                  </a:cubicBezTo>
                  <a:cubicBezTo>
                    <a:pt x="182" y="408"/>
                    <a:pt x="182" y="408"/>
                    <a:pt x="182" y="408"/>
                  </a:cubicBezTo>
                  <a:cubicBezTo>
                    <a:pt x="188" y="406"/>
                    <a:pt x="193" y="402"/>
                    <a:pt x="197" y="397"/>
                  </a:cubicBezTo>
                  <a:cubicBezTo>
                    <a:pt x="223" y="365"/>
                    <a:pt x="223" y="365"/>
                    <a:pt x="223" y="365"/>
                  </a:cubicBezTo>
                  <a:cubicBezTo>
                    <a:pt x="225" y="363"/>
                    <a:pt x="226" y="359"/>
                    <a:pt x="226" y="356"/>
                  </a:cubicBezTo>
                  <a:cubicBezTo>
                    <a:pt x="226" y="355"/>
                    <a:pt x="226" y="355"/>
                    <a:pt x="226" y="355"/>
                  </a:cubicBezTo>
                  <a:cubicBezTo>
                    <a:pt x="226" y="350"/>
                    <a:pt x="228" y="344"/>
                    <a:pt x="232" y="341"/>
                  </a:cubicBezTo>
                  <a:cubicBezTo>
                    <a:pt x="244" y="329"/>
                    <a:pt x="244" y="329"/>
                    <a:pt x="244" y="329"/>
                  </a:cubicBezTo>
                  <a:cubicBezTo>
                    <a:pt x="248" y="325"/>
                    <a:pt x="250" y="321"/>
                    <a:pt x="250" y="316"/>
                  </a:cubicBezTo>
                  <a:cubicBezTo>
                    <a:pt x="250" y="291"/>
                    <a:pt x="250" y="291"/>
                    <a:pt x="250" y="291"/>
                  </a:cubicBezTo>
                  <a:cubicBezTo>
                    <a:pt x="250" y="282"/>
                    <a:pt x="252" y="273"/>
                    <a:pt x="257" y="266"/>
                  </a:cubicBezTo>
                  <a:cubicBezTo>
                    <a:pt x="270" y="246"/>
                    <a:pt x="270" y="246"/>
                    <a:pt x="270" y="246"/>
                  </a:cubicBezTo>
                  <a:cubicBezTo>
                    <a:pt x="272" y="243"/>
                    <a:pt x="273" y="241"/>
                    <a:pt x="275" y="238"/>
                  </a:cubicBezTo>
                  <a:cubicBezTo>
                    <a:pt x="278" y="231"/>
                    <a:pt x="286" y="217"/>
                    <a:pt x="286" y="214"/>
                  </a:cubicBezTo>
                  <a:cubicBezTo>
                    <a:pt x="287" y="211"/>
                    <a:pt x="286" y="207"/>
                    <a:pt x="284" y="207"/>
                  </a:cubicBezTo>
                  <a:cubicBezTo>
                    <a:pt x="268" y="207"/>
                    <a:pt x="268" y="207"/>
                    <a:pt x="268" y="207"/>
                  </a:cubicBezTo>
                  <a:cubicBezTo>
                    <a:pt x="263" y="207"/>
                    <a:pt x="259" y="205"/>
                    <a:pt x="257" y="202"/>
                  </a:cubicBezTo>
                  <a:cubicBezTo>
                    <a:pt x="244" y="185"/>
                    <a:pt x="208" y="135"/>
                    <a:pt x="207" y="133"/>
                  </a:cubicBezTo>
                  <a:cubicBezTo>
                    <a:pt x="207" y="130"/>
                    <a:pt x="216" y="130"/>
                    <a:pt x="222" y="134"/>
                  </a:cubicBezTo>
                  <a:cubicBezTo>
                    <a:pt x="228" y="139"/>
                    <a:pt x="258" y="176"/>
                    <a:pt x="261" y="181"/>
                  </a:cubicBezTo>
                  <a:cubicBezTo>
                    <a:pt x="263" y="187"/>
                    <a:pt x="261" y="194"/>
                    <a:pt x="262" y="196"/>
                  </a:cubicBezTo>
                  <a:cubicBezTo>
                    <a:pt x="262" y="198"/>
                    <a:pt x="264" y="200"/>
                    <a:pt x="265" y="200"/>
                  </a:cubicBezTo>
                  <a:cubicBezTo>
                    <a:pt x="266" y="200"/>
                    <a:pt x="301" y="179"/>
                    <a:pt x="307" y="173"/>
                  </a:cubicBezTo>
                  <a:cubicBezTo>
                    <a:pt x="313" y="167"/>
                    <a:pt x="317" y="153"/>
                    <a:pt x="318" y="150"/>
                  </a:cubicBezTo>
                  <a:cubicBezTo>
                    <a:pt x="320" y="147"/>
                    <a:pt x="329" y="147"/>
                    <a:pt x="330" y="150"/>
                  </a:cubicBezTo>
                  <a:cubicBezTo>
                    <a:pt x="355" y="200"/>
                    <a:pt x="355" y="200"/>
                    <a:pt x="355" y="200"/>
                  </a:cubicBezTo>
                  <a:cubicBezTo>
                    <a:pt x="359" y="207"/>
                    <a:pt x="366" y="212"/>
                    <a:pt x="374" y="213"/>
                  </a:cubicBezTo>
                  <a:cubicBezTo>
                    <a:pt x="394" y="213"/>
                    <a:pt x="394" y="213"/>
                    <a:pt x="394" y="213"/>
                  </a:cubicBezTo>
                  <a:cubicBezTo>
                    <a:pt x="371" y="96"/>
                    <a:pt x="272" y="7"/>
                    <a:pt x="150" y="0"/>
                  </a:cubicBezTo>
                  <a:close/>
                  <a:moveTo>
                    <a:pt x="201" y="116"/>
                  </a:moveTo>
                  <a:cubicBezTo>
                    <a:pt x="185" y="124"/>
                    <a:pt x="185" y="124"/>
                    <a:pt x="185" y="124"/>
                  </a:cubicBezTo>
                  <a:cubicBezTo>
                    <a:pt x="181" y="126"/>
                    <a:pt x="177" y="126"/>
                    <a:pt x="173" y="125"/>
                  </a:cubicBezTo>
                  <a:cubicBezTo>
                    <a:pt x="161" y="122"/>
                    <a:pt x="161" y="122"/>
                    <a:pt x="161" y="122"/>
                  </a:cubicBezTo>
                  <a:cubicBezTo>
                    <a:pt x="158" y="121"/>
                    <a:pt x="155" y="121"/>
                    <a:pt x="152" y="123"/>
                  </a:cubicBezTo>
                  <a:cubicBezTo>
                    <a:pt x="149" y="125"/>
                    <a:pt x="145" y="127"/>
                    <a:pt x="144" y="125"/>
                  </a:cubicBezTo>
                  <a:cubicBezTo>
                    <a:pt x="141" y="123"/>
                    <a:pt x="124" y="106"/>
                    <a:pt x="121" y="103"/>
                  </a:cubicBezTo>
                  <a:cubicBezTo>
                    <a:pt x="119" y="100"/>
                    <a:pt x="108" y="103"/>
                    <a:pt x="98" y="104"/>
                  </a:cubicBezTo>
                  <a:cubicBezTo>
                    <a:pt x="88" y="105"/>
                    <a:pt x="74" y="104"/>
                    <a:pt x="74" y="104"/>
                  </a:cubicBezTo>
                  <a:cubicBezTo>
                    <a:pt x="74" y="104"/>
                    <a:pt x="73" y="102"/>
                    <a:pt x="74" y="100"/>
                  </a:cubicBezTo>
                  <a:cubicBezTo>
                    <a:pt x="78" y="94"/>
                    <a:pt x="85" y="82"/>
                    <a:pt x="87" y="80"/>
                  </a:cubicBezTo>
                  <a:cubicBezTo>
                    <a:pt x="88" y="80"/>
                    <a:pt x="96" y="80"/>
                    <a:pt x="103" y="79"/>
                  </a:cubicBezTo>
                  <a:cubicBezTo>
                    <a:pt x="111" y="78"/>
                    <a:pt x="117" y="76"/>
                    <a:pt x="119" y="77"/>
                  </a:cubicBezTo>
                  <a:cubicBezTo>
                    <a:pt x="124" y="79"/>
                    <a:pt x="138" y="91"/>
                    <a:pt x="138" y="94"/>
                  </a:cubicBezTo>
                  <a:cubicBezTo>
                    <a:pt x="137" y="98"/>
                    <a:pt x="128" y="95"/>
                    <a:pt x="128" y="97"/>
                  </a:cubicBezTo>
                  <a:cubicBezTo>
                    <a:pt x="128" y="99"/>
                    <a:pt x="132" y="104"/>
                    <a:pt x="133" y="104"/>
                  </a:cubicBezTo>
                  <a:cubicBezTo>
                    <a:pt x="134" y="103"/>
                    <a:pt x="141" y="97"/>
                    <a:pt x="141" y="96"/>
                  </a:cubicBezTo>
                  <a:cubicBezTo>
                    <a:pt x="142" y="94"/>
                    <a:pt x="141" y="92"/>
                    <a:pt x="141" y="92"/>
                  </a:cubicBezTo>
                  <a:cubicBezTo>
                    <a:pt x="142" y="92"/>
                    <a:pt x="143" y="94"/>
                    <a:pt x="144" y="94"/>
                  </a:cubicBezTo>
                  <a:cubicBezTo>
                    <a:pt x="145" y="94"/>
                    <a:pt x="146" y="93"/>
                    <a:pt x="146" y="92"/>
                  </a:cubicBezTo>
                  <a:cubicBezTo>
                    <a:pt x="146" y="92"/>
                    <a:pt x="132" y="78"/>
                    <a:pt x="130" y="76"/>
                  </a:cubicBezTo>
                  <a:cubicBezTo>
                    <a:pt x="128" y="73"/>
                    <a:pt x="138" y="74"/>
                    <a:pt x="141" y="75"/>
                  </a:cubicBezTo>
                  <a:cubicBezTo>
                    <a:pt x="144" y="77"/>
                    <a:pt x="165" y="103"/>
                    <a:pt x="167" y="104"/>
                  </a:cubicBezTo>
                  <a:cubicBezTo>
                    <a:pt x="170" y="105"/>
                    <a:pt x="180" y="93"/>
                    <a:pt x="180" y="93"/>
                  </a:cubicBezTo>
                  <a:cubicBezTo>
                    <a:pt x="186" y="99"/>
                    <a:pt x="186" y="99"/>
                    <a:pt x="186" y="99"/>
                  </a:cubicBezTo>
                  <a:cubicBezTo>
                    <a:pt x="189" y="102"/>
                    <a:pt x="193" y="104"/>
                    <a:pt x="197" y="104"/>
                  </a:cubicBezTo>
                  <a:cubicBezTo>
                    <a:pt x="197" y="104"/>
                    <a:pt x="209" y="104"/>
                    <a:pt x="211" y="104"/>
                  </a:cubicBezTo>
                  <a:cubicBezTo>
                    <a:pt x="213" y="104"/>
                    <a:pt x="212" y="107"/>
                    <a:pt x="212" y="107"/>
                  </a:cubicBezTo>
                  <a:cubicBezTo>
                    <a:pt x="204" y="114"/>
                    <a:pt x="204" y="114"/>
                    <a:pt x="204" y="114"/>
                  </a:cubicBezTo>
                  <a:cubicBezTo>
                    <a:pt x="203" y="115"/>
                    <a:pt x="202" y="115"/>
                    <a:pt x="201" y="116"/>
                  </a:cubicBezTo>
                  <a:close/>
                  <a:moveTo>
                    <a:pt x="226" y="80"/>
                  </a:moveTo>
                  <a:cubicBezTo>
                    <a:pt x="188" y="85"/>
                    <a:pt x="188" y="85"/>
                    <a:pt x="188" y="85"/>
                  </a:cubicBezTo>
                  <a:cubicBezTo>
                    <a:pt x="186" y="85"/>
                    <a:pt x="184" y="84"/>
                    <a:pt x="184" y="82"/>
                  </a:cubicBezTo>
                  <a:cubicBezTo>
                    <a:pt x="181" y="73"/>
                    <a:pt x="181" y="73"/>
                    <a:pt x="181" y="73"/>
                  </a:cubicBezTo>
                  <a:cubicBezTo>
                    <a:pt x="180" y="70"/>
                    <a:pt x="181" y="68"/>
                    <a:pt x="183" y="67"/>
                  </a:cubicBezTo>
                  <a:cubicBezTo>
                    <a:pt x="200" y="58"/>
                    <a:pt x="200" y="58"/>
                    <a:pt x="200" y="58"/>
                  </a:cubicBezTo>
                  <a:cubicBezTo>
                    <a:pt x="201" y="58"/>
                    <a:pt x="204" y="57"/>
                    <a:pt x="205" y="58"/>
                  </a:cubicBezTo>
                  <a:cubicBezTo>
                    <a:pt x="222" y="65"/>
                    <a:pt x="222" y="65"/>
                    <a:pt x="222" y="65"/>
                  </a:cubicBezTo>
                  <a:cubicBezTo>
                    <a:pt x="224" y="65"/>
                    <a:pt x="225" y="68"/>
                    <a:pt x="225" y="70"/>
                  </a:cubicBezTo>
                  <a:cubicBezTo>
                    <a:pt x="225" y="80"/>
                    <a:pt x="225" y="80"/>
                    <a:pt x="225" y="80"/>
                  </a:cubicBezTo>
                  <a:cubicBezTo>
                    <a:pt x="226" y="80"/>
                    <a:pt x="226" y="80"/>
                    <a:pt x="226" y="80"/>
                  </a:cubicBezTo>
                  <a:close/>
                </a:path>
              </a:pathLst>
            </a:custGeom>
            <a:solidFill>
              <a:srgbClr val="9BC17A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132" name="Freeform 8"/>
            <p:cNvSpPr>
              <a:spLocks noEditPoints="1"/>
            </p:cNvSpPr>
            <p:nvPr>
              <p:custDataLst>
                <p:tags r:id="rId27"/>
              </p:custDataLst>
            </p:nvPr>
          </p:nvSpPr>
          <p:spPr bwMode="auto">
            <a:xfrm>
              <a:off x="2687" y="901"/>
              <a:ext cx="722" cy="395"/>
            </a:xfrm>
            <a:custGeom>
              <a:avLst/>
              <a:gdLst>
                <a:gd name="T0" fmla="*/ 303 w 303"/>
                <a:gd name="T1" fmla="*/ 166 h 166"/>
                <a:gd name="T2" fmla="*/ 275 w 303"/>
                <a:gd name="T3" fmla="*/ 106 h 166"/>
                <a:gd name="T4" fmla="*/ 259 w 303"/>
                <a:gd name="T5" fmla="*/ 102 h 166"/>
                <a:gd name="T6" fmla="*/ 256 w 303"/>
                <a:gd name="T7" fmla="*/ 118 h 166"/>
                <a:gd name="T8" fmla="*/ 262 w 303"/>
                <a:gd name="T9" fmla="*/ 128 h 166"/>
                <a:gd name="T10" fmla="*/ 266 w 303"/>
                <a:gd name="T11" fmla="*/ 116 h 166"/>
                <a:gd name="T12" fmla="*/ 278 w 303"/>
                <a:gd name="T13" fmla="*/ 116 h 166"/>
                <a:gd name="T14" fmla="*/ 303 w 303"/>
                <a:gd name="T15" fmla="*/ 166 h 166"/>
                <a:gd name="T16" fmla="*/ 81 w 303"/>
                <a:gd name="T17" fmla="*/ 23 h 166"/>
                <a:gd name="T18" fmla="*/ 136 w 303"/>
                <a:gd name="T19" fmla="*/ 31 h 166"/>
                <a:gd name="T20" fmla="*/ 148 w 303"/>
                <a:gd name="T21" fmla="*/ 24 h 166"/>
                <a:gd name="T22" fmla="*/ 153 w 303"/>
                <a:gd name="T23" fmla="*/ 24 h 166"/>
                <a:gd name="T24" fmla="*/ 170 w 303"/>
                <a:gd name="T25" fmla="*/ 31 h 166"/>
                <a:gd name="T26" fmla="*/ 173 w 303"/>
                <a:gd name="T27" fmla="*/ 36 h 166"/>
                <a:gd name="T28" fmla="*/ 173 w 303"/>
                <a:gd name="T29" fmla="*/ 45 h 166"/>
                <a:gd name="T30" fmla="*/ 194 w 303"/>
                <a:gd name="T31" fmla="*/ 57 h 166"/>
                <a:gd name="T32" fmla="*/ 210 w 303"/>
                <a:gd name="T33" fmla="*/ 53 h 166"/>
                <a:gd name="T34" fmla="*/ 206 w 303"/>
                <a:gd name="T35" fmla="*/ 37 h 166"/>
                <a:gd name="T36" fmla="*/ 81 w 303"/>
                <a:gd name="T37" fmla="*/ 0 h 166"/>
                <a:gd name="T38" fmla="*/ 41 w 303"/>
                <a:gd name="T39" fmla="*/ 4 h 166"/>
                <a:gd name="T40" fmla="*/ 30 w 303"/>
                <a:gd name="T41" fmla="*/ 15 h 166"/>
                <a:gd name="T42" fmla="*/ 23 w 303"/>
                <a:gd name="T43" fmla="*/ 9 h 166"/>
                <a:gd name="T44" fmla="*/ 24 w 303"/>
                <a:gd name="T45" fmla="*/ 7 h 166"/>
                <a:gd name="T46" fmla="*/ 0 w 303"/>
                <a:gd name="T47" fmla="*/ 15 h 166"/>
                <a:gd name="T48" fmla="*/ 0 w 303"/>
                <a:gd name="T49" fmla="*/ 25 h 166"/>
                <a:gd name="T50" fmla="*/ 2 w 303"/>
                <a:gd name="T51" fmla="*/ 27 h 166"/>
                <a:gd name="T52" fmla="*/ 21 w 303"/>
                <a:gd name="T53" fmla="*/ 29 h 166"/>
                <a:gd name="T54" fmla="*/ 21 w 303"/>
                <a:gd name="T55" fmla="*/ 32 h 166"/>
                <a:gd name="T56" fmla="*/ 81 w 303"/>
                <a:gd name="T57" fmla="*/ 23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03" h="166">
                  <a:moveTo>
                    <a:pt x="303" y="166"/>
                  </a:moveTo>
                  <a:cubicBezTo>
                    <a:pt x="297" y="145"/>
                    <a:pt x="288" y="124"/>
                    <a:pt x="275" y="106"/>
                  </a:cubicBezTo>
                  <a:cubicBezTo>
                    <a:pt x="272" y="100"/>
                    <a:pt x="264" y="99"/>
                    <a:pt x="259" y="102"/>
                  </a:cubicBezTo>
                  <a:cubicBezTo>
                    <a:pt x="254" y="106"/>
                    <a:pt x="252" y="113"/>
                    <a:pt x="256" y="118"/>
                  </a:cubicBezTo>
                  <a:cubicBezTo>
                    <a:pt x="258" y="121"/>
                    <a:pt x="260" y="124"/>
                    <a:pt x="262" y="128"/>
                  </a:cubicBezTo>
                  <a:cubicBezTo>
                    <a:pt x="264" y="122"/>
                    <a:pt x="266" y="117"/>
                    <a:pt x="266" y="116"/>
                  </a:cubicBezTo>
                  <a:cubicBezTo>
                    <a:pt x="268" y="113"/>
                    <a:pt x="277" y="113"/>
                    <a:pt x="278" y="116"/>
                  </a:cubicBezTo>
                  <a:lnTo>
                    <a:pt x="303" y="166"/>
                  </a:lnTo>
                  <a:close/>
                  <a:moveTo>
                    <a:pt x="81" y="23"/>
                  </a:moveTo>
                  <a:cubicBezTo>
                    <a:pt x="100" y="23"/>
                    <a:pt x="118" y="26"/>
                    <a:pt x="136" y="31"/>
                  </a:cubicBezTo>
                  <a:cubicBezTo>
                    <a:pt x="148" y="24"/>
                    <a:pt x="148" y="24"/>
                    <a:pt x="148" y="24"/>
                  </a:cubicBezTo>
                  <a:cubicBezTo>
                    <a:pt x="149" y="24"/>
                    <a:pt x="152" y="23"/>
                    <a:pt x="153" y="24"/>
                  </a:cubicBezTo>
                  <a:cubicBezTo>
                    <a:pt x="170" y="31"/>
                    <a:pt x="170" y="31"/>
                    <a:pt x="170" y="31"/>
                  </a:cubicBezTo>
                  <a:cubicBezTo>
                    <a:pt x="172" y="31"/>
                    <a:pt x="173" y="34"/>
                    <a:pt x="173" y="36"/>
                  </a:cubicBezTo>
                  <a:cubicBezTo>
                    <a:pt x="173" y="45"/>
                    <a:pt x="173" y="45"/>
                    <a:pt x="173" y="45"/>
                  </a:cubicBezTo>
                  <a:cubicBezTo>
                    <a:pt x="180" y="49"/>
                    <a:pt x="187" y="52"/>
                    <a:pt x="194" y="57"/>
                  </a:cubicBezTo>
                  <a:cubicBezTo>
                    <a:pt x="199" y="60"/>
                    <a:pt x="206" y="59"/>
                    <a:pt x="210" y="53"/>
                  </a:cubicBezTo>
                  <a:cubicBezTo>
                    <a:pt x="213" y="48"/>
                    <a:pt x="212" y="41"/>
                    <a:pt x="206" y="37"/>
                  </a:cubicBezTo>
                  <a:cubicBezTo>
                    <a:pt x="169" y="13"/>
                    <a:pt x="126" y="0"/>
                    <a:pt x="81" y="0"/>
                  </a:cubicBezTo>
                  <a:cubicBezTo>
                    <a:pt x="67" y="0"/>
                    <a:pt x="54" y="1"/>
                    <a:pt x="41" y="4"/>
                  </a:cubicBezTo>
                  <a:cubicBezTo>
                    <a:pt x="30" y="15"/>
                    <a:pt x="30" y="15"/>
                    <a:pt x="30" y="15"/>
                  </a:cubicBezTo>
                  <a:cubicBezTo>
                    <a:pt x="30" y="15"/>
                    <a:pt x="24" y="11"/>
                    <a:pt x="23" y="9"/>
                  </a:cubicBezTo>
                  <a:cubicBezTo>
                    <a:pt x="23" y="9"/>
                    <a:pt x="24" y="8"/>
                    <a:pt x="24" y="7"/>
                  </a:cubicBezTo>
                  <a:cubicBezTo>
                    <a:pt x="15" y="9"/>
                    <a:pt x="7" y="12"/>
                    <a:pt x="0" y="15"/>
                  </a:cubicBezTo>
                  <a:cubicBezTo>
                    <a:pt x="0" y="18"/>
                    <a:pt x="0" y="23"/>
                    <a:pt x="0" y="25"/>
                  </a:cubicBezTo>
                  <a:cubicBezTo>
                    <a:pt x="0" y="26"/>
                    <a:pt x="0" y="27"/>
                    <a:pt x="2" y="27"/>
                  </a:cubicBezTo>
                  <a:cubicBezTo>
                    <a:pt x="9" y="28"/>
                    <a:pt x="21" y="29"/>
                    <a:pt x="21" y="29"/>
                  </a:cubicBezTo>
                  <a:cubicBezTo>
                    <a:pt x="21" y="29"/>
                    <a:pt x="21" y="30"/>
                    <a:pt x="21" y="32"/>
                  </a:cubicBezTo>
                  <a:cubicBezTo>
                    <a:pt x="40" y="26"/>
                    <a:pt x="60" y="23"/>
                    <a:pt x="81" y="23"/>
                  </a:cubicBezTo>
                  <a:close/>
                </a:path>
              </a:pathLst>
            </a:custGeom>
            <a:solidFill>
              <a:srgbClr val="DFE1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133" name="Freeform 9"/>
            <p:cNvSpPr/>
            <p:nvPr>
              <p:custDataLst>
                <p:tags r:id="rId28"/>
              </p:custDataLst>
            </p:nvPr>
          </p:nvSpPr>
          <p:spPr bwMode="auto">
            <a:xfrm>
              <a:off x="3042" y="1461"/>
              <a:ext cx="55" cy="54"/>
            </a:xfrm>
            <a:custGeom>
              <a:avLst/>
              <a:gdLst>
                <a:gd name="T0" fmla="*/ 0 w 23"/>
                <a:gd name="T1" fmla="*/ 11 h 23"/>
                <a:gd name="T2" fmla="*/ 11 w 23"/>
                <a:gd name="T3" fmla="*/ 23 h 23"/>
                <a:gd name="T4" fmla="*/ 23 w 23"/>
                <a:gd name="T5" fmla="*/ 11 h 23"/>
                <a:gd name="T6" fmla="*/ 23 w 23"/>
                <a:gd name="T7" fmla="*/ 11 h 23"/>
                <a:gd name="T8" fmla="*/ 11 w 23"/>
                <a:gd name="T9" fmla="*/ 0 h 23"/>
                <a:gd name="T10" fmla="*/ 0 w 23"/>
                <a:gd name="T11" fmla="*/ 11 h 23"/>
                <a:gd name="T12" fmla="*/ 0 w 23"/>
                <a:gd name="T13" fmla="*/ 11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" h="23">
                  <a:moveTo>
                    <a:pt x="0" y="11"/>
                  </a:moveTo>
                  <a:cubicBezTo>
                    <a:pt x="0" y="18"/>
                    <a:pt x="5" y="23"/>
                    <a:pt x="11" y="23"/>
                  </a:cubicBezTo>
                  <a:cubicBezTo>
                    <a:pt x="18" y="23"/>
                    <a:pt x="23" y="18"/>
                    <a:pt x="23" y="11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23" y="5"/>
                    <a:pt x="18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11"/>
                    <a:pt x="0" y="11"/>
                    <a:pt x="0" y="11"/>
                  </a:cubicBezTo>
                  <a:close/>
                </a:path>
              </a:pathLst>
            </a:custGeom>
            <a:solidFill>
              <a:srgbClr val="8AB4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134" name="Freeform 10"/>
            <p:cNvSpPr/>
            <p:nvPr>
              <p:custDataLst>
                <p:tags r:id="rId29"/>
              </p:custDataLst>
            </p:nvPr>
          </p:nvSpPr>
          <p:spPr bwMode="auto">
            <a:xfrm>
              <a:off x="2411" y="2308"/>
              <a:ext cx="938" cy="109"/>
            </a:xfrm>
            <a:custGeom>
              <a:avLst/>
              <a:gdLst>
                <a:gd name="T0" fmla="*/ 348 w 394"/>
                <a:gd name="T1" fmla="*/ 0 h 46"/>
                <a:gd name="T2" fmla="*/ 46 w 394"/>
                <a:gd name="T3" fmla="*/ 0 h 46"/>
                <a:gd name="T4" fmla="*/ 0 w 394"/>
                <a:gd name="T5" fmla="*/ 46 h 46"/>
                <a:gd name="T6" fmla="*/ 394 w 394"/>
                <a:gd name="T7" fmla="*/ 46 h 46"/>
                <a:gd name="T8" fmla="*/ 348 w 394"/>
                <a:gd name="T9" fmla="*/ 0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4" h="46">
                  <a:moveTo>
                    <a:pt x="348" y="0"/>
                  </a:moveTo>
                  <a:cubicBezTo>
                    <a:pt x="46" y="0"/>
                    <a:pt x="46" y="0"/>
                    <a:pt x="46" y="0"/>
                  </a:cubicBezTo>
                  <a:cubicBezTo>
                    <a:pt x="46" y="26"/>
                    <a:pt x="25" y="46"/>
                    <a:pt x="0" y="46"/>
                  </a:cubicBezTo>
                  <a:cubicBezTo>
                    <a:pt x="394" y="46"/>
                    <a:pt x="394" y="46"/>
                    <a:pt x="394" y="46"/>
                  </a:cubicBezTo>
                  <a:cubicBezTo>
                    <a:pt x="369" y="46"/>
                    <a:pt x="348" y="26"/>
                    <a:pt x="348" y="0"/>
                  </a:cubicBezTo>
                  <a:close/>
                </a:path>
              </a:pathLst>
            </a:custGeom>
            <a:solidFill>
              <a:srgbClr val="949B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135" name="Freeform 11"/>
            <p:cNvSpPr/>
            <p:nvPr>
              <p:custDataLst>
                <p:tags r:id="rId30"/>
              </p:custDataLst>
            </p:nvPr>
          </p:nvSpPr>
          <p:spPr bwMode="auto">
            <a:xfrm>
              <a:off x="2568" y="2308"/>
              <a:ext cx="283" cy="109"/>
            </a:xfrm>
            <a:custGeom>
              <a:avLst/>
              <a:gdLst>
                <a:gd name="T0" fmla="*/ 15 w 119"/>
                <a:gd name="T1" fmla="*/ 0 h 46"/>
                <a:gd name="T2" fmla="*/ 0 w 119"/>
                <a:gd name="T3" fmla="*/ 46 h 46"/>
                <a:gd name="T4" fmla="*/ 119 w 119"/>
                <a:gd name="T5" fmla="*/ 46 h 46"/>
                <a:gd name="T6" fmla="*/ 119 w 119"/>
                <a:gd name="T7" fmla="*/ 0 h 46"/>
                <a:gd name="T8" fmla="*/ 15 w 119"/>
                <a:gd name="T9" fmla="*/ 0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9" h="46">
                  <a:moveTo>
                    <a:pt x="15" y="0"/>
                  </a:moveTo>
                  <a:cubicBezTo>
                    <a:pt x="15" y="17"/>
                    <a:pt x="10" y="33"/>
                    <a:pt x="0" y="46"/>
                  </a:cubicBezTo>
                  <a:cubicBezTo>
                    <a:pt x="119" y="46"/>
                    <a:pt x="119" y="46"/>
                    <a:pt x="119" y="46"/>
                  </a:cubicBezTo>
                  <a:cubicBezTo>
                    <a:pt x="119" y="0"/>
                    <a:pt x="119" y="0"/>
                    <a:pt x="119" y="0"/>
                  </a:cubicBezTo>
                  <a:lnTo>
                    <a:pt x="15" y="0"/>
                  </a:lnTo>
                  <a:close/>
                </a:path>
              </a:pathLst>
            </a:custGeom>
            <a:solidFill>
              <a:srgbClr val="7175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136" name="Freeform 12"/>
            <p:cNvSpPr/>
            <p:nvPr>
              <p:custDataLst>
                <p:tags r:id="rId31"/>
              </p:custDataLst>
            </p:nvPr>
          </p:nvSpPr>
          <p:spPr bwMode="auto">
            <a:xfrm>
              <a:off x="3102" y="2308"/>
              <a:ext cx="81" cy="109"/>
            </a:xfrm>
            <a:custGeom>
              <a:avLst/>
              <a:gdLst>
                <a:gd name="T0" fmla="*/ 24 w 34"/>
                <a:gd name="T1" fmla="*/ 46 h 46"/>
                <a:gd name="T2" fmla="*/ 34 w 34"/>
                <a:gd name="T3" fmla="*/ 41 h 46"/>
                <a:gd name="T4" fmla="*/ 23 w 34"/>
                <a:gd name="T5" fmla="*/ 0 h 46"/>
                <a:gd name="T6" fmla="*/ 0 w 34"/>
                <a:gd name="T7" fmla="*/ 0 h 46"/>
                <a:gd name="T8" fmla="*/ 11 w 34"/>
                <a:gd name="T9" fmla="*/ 46 h 46"/>
                <a:gd name="T10" fmla="*/ 24 w 34"/>
                <a:gd name="T11" fmla="*/ 46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" h="46">
                  <a:moveTo>
                    <a:pt x="24" y="46"/>
                  </a:moveTo>
                  <a:cubicBezTo>
                    <a:pt x="34" y="41"/>
                    <a:pt x="34" y="41"/>
                    <a:pt x="34" y="41"/>
                  </a:cubicBezTo>
                  <a:cubicBezTo>
                    <a:pt x="27" y="28"/>
                    <a:pt x="23" y="14"/>
                    <a:pt x="2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6"/>
                    <a:pt x="4" y="32"/>
                    <a:pt x="11" y="46"/>
                  </a:cubicBezTo>
                  <a:lnTo>
                    <a:pt x="24" y="46"/>
                  </a:lnTo>
                  <a:close/>
                </a:path>
              </a:pathLst>
            </a:custGeom>
            <a:solidFill>
              <a:srgbClr val="DFE1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137" name="Freeform 13"/>
            <p:cNvSpPr/>
            <p:nvPr>
              <p:custDataLst>
                <p:tags r:id="rId32"/>
              </p:custDataLst>
            </p:nvPr>
          </p:nvSpPr>
          <p:spPr bwMode="auto">
            <a:xfrm>
              <a:off x="2244" y="1453"/>
              <a:ext cx="1272" cy="633"/>
            </a:xfrm>
            <a:custGeom>
              <a:avLst/>
              <a:gdLst>
                <a:gd name="T0" fmla="*/ 496 w 534"/>
                <a:gd name="T1" fmla="*/ 33 h 266"/>
                <a:gd name="T2" fmla="*/ 267 w 534"/>
                <a:gd name="T3" fmla="*/ 232 h 266"/>
                <a:gd name="T4" fmla="*/ 38 w 534"/>
                <a:gd name="T5" fmla="*/ 33 h 266"/>
                <a:gd name="T6" fmla="*/ 12 w 534"/>
                <a:gd name="T7" fmla="*/ 0 h 266"/>
                <a:gd name="T8" fmla="*/ 0 w 534"/>
                <a:gd name="T9" fmla="*/ 0 h 266"/>
                <a:gd name="T10" fmla="*/ 267 w 534"/>
                <a:gd name="T11" fmla="*/ 266 h 266"/>
                <a:gd name="T12" fmla="*/ 534 w 534"/>
                <a:gd name="T13" fmla="*/ 0 h 266"/>
                <a:gd name="T14" fmla="*/ 522 w 534"/>
                <a:gd name="T15" fmla="*/ 0 h 266"/>
                <a:gd name="T16" fmla="*/ 496 w 534"/>
                <a:gd name="T17" fmla="*/ 33 h 2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34" h="266">
                  <a:moveTo>
                    <a:pt x="496" y="33"/>
                  </a:moveTo>
                  <a:cubicBezTo>
                    <a:pt x="480" y="145"/>
                    <a:pt x="383" y="232"/>
                    <a:pt x="267" y="232"/>
                  </a:cubicBezTo>
                  <a:cubicBezTo>
                    <a:pt x="150" y="232"/>
                    <a:pt x="54" y="145"/>
                    <a:pt x="38" y="33"/>
                  </a:cubicBezTo>
                  <a:cubicBezTo>
                    <a:pt x="23" y="29"/>
                    <a:pt x="12" y="16"/>
                    <a:pt x="1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47"/>
                    <a:pt x="120" y="266"/>
                    <a:pt x="267" y="266"/>
                  </a:cubicBezTo>
                  <a:cubicBezTo>
                    <a:pt x="414" y="266"/>
                    <a:pt x="534" y="147"/>
                    <a:pt x="534" y="0"/>
                  </a:cubicBezTo>
                  <a:cubicBezTo>
                    <a:pt x="522" y="0"/>
                    <a:pt x="522" y="0"/>
                    <a:pt x="522" y="0"/>
                  </a:cubicBezTo>
                  <a:cubicBezTo>
                    <a:pt x="522" y="16"/>
                    <a:pt x="511" y="29"/>
                    <a:pt x="496" y="33"/>
                  </a:cubicBezTo>
                  <a:close/>
                </a:path>
              </a:pathLst>
            </a:custGeom>
            <a:solidFill>
              <a:srgbClr val="74AD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138" name="Freeform 14"/>
            <p:cNvSpPr/>
            <p:nvPr>
              <p:custDataLst>
                <p:tags r:id="rId33"/>
              </p:custDataLst>
            </p:nvPr>
          </p:nvSpPr>
          <p:spPr bwMode="auto">
            <a:xfrm>
              <a:off x="2711" y="1944"/>
              <a:ext cx="455" cy="142"/>
            </a:xfrm>
            <a:custGeom>
              <a:avLst/>
              <a:gdLst>
                <a:gd name="T0" fmla="*/ 71 w 191"/>
                <a:gd name="T1" fmla="*/ 60 h 60"/>
                <a:gd name="T2" fmla="*/ 191 w 191"/>
                <a:gd name="T3" fmla="*/ 32 h 60"/>
                <a:gd name="T4" fmla="*/ 159 w 191"/>
                <a:gd name="T5" fmla="*/ 8 h 60"/>
                <a:gd name="T6" fmla="*/ 132 w 191"/>
                <a:gd name="T7" fmla="*/ 5 h 60"/>
                <a:gd name="T8" fmla="*/ 117 w 191"/>
                <a:gd name="T9" fmla="*/ 12 h 60"/>
                <a:gd name="T10" fmla="*/ 90 w 191"/>
                <a:gd name="T11" fmla="*/ 18 h 60"/>
                <a:gd name="T12" fmla="*/ 56 w 191"/>
                <a:gd name="T13" fmla="*/ 15 h 60"/>
                <a:gd name="T14" fmla="*/ 23 w 191"/>
                <a:gd name="T15" fmla="*/ 28 h 60"/>
                <a:gd name="T16" fmla="*/ 0 w 191"/>
                <a:gd name="T17" fmla="*/ 51 h 60"/>
                <a:gd name="T18" fmla="*/ 71 w 191"/>
                <a:gd name="T19" fmla="*/ 6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1" h="60">
                  <a:moveTo>
                    <a:pt x="71" y="60"/>
                  </a:moveTo>
                  <a:cubicBezTo>
                    <a:pt x="114" y="60"/>
                    <a:pt x="155" y="50"/>
                    <a:pt x="191" y="32"/>
                  </a:cubicBezTo>
                  <a:cubicBezTo>
                    <a:pt x="159" y="8"/>
                    <a:pt x="159" y="8"/>
                    <a:pt x="159" y="8"/>
                  </a:cubicBezTo>
                  <a:cubicBezTo>
                    <a:pt x="152" y="1"/>
                    <a:pt x="141" y="0"/>
                    <a:pt x="132" y="5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09" y="16"/>
                    <a:pt x="99" y="18"/>
                    <a:pt x="90" y="18"/>
                  </a:cubicBezTo>
                  <a:cubicBezTo>
                    <a:pt x="56" y="15"/>
                    <a:pt x="56" y="15"/>
                    <a:pt x="56" y="15"/>
                  </a:cubicBezTo>
                  <a:cubicBezTo>
                    <a:pt x="43" y="14"/>
                    <a:pt x="31" y="19"/>
                    <a:pt x="23" y="28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23" y="57"/>
                    <a:pt x="46" y="60"/>
                    <a:pt x="71" y="60"/>
                  </a:cubicBezTo>
                  <a:close/>
                </a:path>
              </a:pathLst>
            </a:custGeom>
            <a:solidFill>
              <a:srgbClr val="949B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139" name="Freeform 15"/>
            <p:cNvSpPr/>
            <p:nvPr>
              <p:custDataLst>
                <p:tags r:id="rId34"/>
              </p:custDataLst>
            </p:nvPr>
          </p:nvSpPr>
          <p:spPr bwMode="auto">
            <a:xfrm>
              <a:off x="2711" y="1963"/>
              <a:ext cx="455" cy="123"/>
            </a:xfrm>
            <a:custGeom>
              <a:avLst/>
              <a:gdLst>
                <a:gd name="T0" fmla="*/ 71 w 191"/>
                <a:gd name="T1" fmla="*/ 52 h 52"/>
                <a:gd name="T2" fmla="*/ 191 w 191"/>
                <a:gd name="T3" fmla="*/ 24 h 52"/>
                <a:gd name="T4" fmla="*/ 159 w 191"/>
                <a:gd name="T5" fmla="*/ 0 h 52"/>
                <a:gd name="T6" fmla="*/ 159 w 191"/>
                <a:gd name="T7" fmla="*/ 0 h 52"/>
                <a:gd name="T8" fmla="*/ 71 w 191"/>
                <a:gd name="T9" fmla="*/ 18 h 52"/>
                <a:gd name="T10" fmla="*/ 30 w 191"/>
                <a:gd name="T11" fmla="*/ 14 h 52"/>
                <a:gd name="T12" fmla="*/ 23 w 191"/>
                <a:gd name="T13" fmla="*/ 20 h 52"/>
                <a:gd name="T14" fmla="*/ 0 w 191"/>
                <a:gd name="T15" fmla="*/ 43 h 52"/>
                <a:gd name="T16" fmla="*/ 71 w 191"/>
                <a:gd name="T17" fmla="*/ 52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1" h="52">
                  <a:moveTo>
                    <a:pt x="71" y="52"/>
                  </a:moveTo>
                  <a:cubicBezTo>
                    <a:pt x="114" y="52"/>
                    <a:pt x="155" y="42"/>
                    <a:pt x="191" y="24"/>
                  </a:cubicBezTo>
                  <a:cubicBezTo>
                    <a:pt x="159" y="0"/>
                    <a:pt x="159" y="0"/>
                    <a:pt x="159" y="0"/>
                  </a:cubicBezTo>
                  <a:cubicBezTo>
                    <a:pt x="159" y="0"/>
                    <a:pt x="159" y="0"/>
                    <a:pt x="159" y="0"/>
                  </a:cubicBezTo>
                  <a:cubicBezTo>
                    <a:pt x="132" y="11"/>
                    <a:pt x="102" y="18"/>
                    <a:pt x="71" y="18"/>
                  </a:cubicBezTo>
                  <a:cubicBezTo>
                    <a:pt x="57" y="18"/>
                    <a:pt x="43" y="16"/>
                    <a:pt x="30" y="14"/>
                  </a:cubicBezTo>
                  <a:cubicBezTo>
                    <a:pt x="27" y="16"/>
                    <a:pt x="25" y="18"/>
                    <a:pt x="23" y="20"/>
                  </a:cubicBezTo>
                  <a:cubicBezTo>
                    <a:pt x="0" y="43"/>
                    <a:pt x="0" y="43"/>
                    <a:pt x="0" y="43"/>
                  </a:cubicBezTo>
                  <a:cubicBezTo>
                    <a:pt x="23" y="49"/>
                    <a:pt x="46" y="52"/>
                    <a:pt x="71" y="52"/>
                  </a:cubicBezTo>
                  <a:close/>
                </a:path>
              </a:pathLst>
            </a:custGeom>
            <a:solidFill>
              <a:srgbClr val="9BC17A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140" name="Freeform 16"/>
            <p:cNvSpPr/>
            <p:nvPr>
              <p:custDataLst>
                <p:tags r:id="rId35"/>
              </p:custDataLst>
            </p:nvPr>
          </p:nvSpPr>
          <p:spPr bwMode="auto">
            <a:xfrm>
              <a:off x="2244" y="1387"/>
              <a:ext cx="169" cy="495"/>
            </a:xfrm>
            <a:custGeom>
              <a:avLst/>
              <a:gdLst>
                <a:gd name="T0" fmla="*/ 71 w 71"/>
                <a:gd name="T1" fmla="*/ 208 h 208"/>
                <a:gd name="T2" fmla="*/ 57 w 71"/>
                <a:gd name="T3" fmla="*/ 150 h 208"/>
                <a:gd name="T4" fmla="*/ 64 w 71"/>
                <a:gd name="T5" fmla="*/ 126 h 208"/>
                <a:gd name="T6" fmla="*/ 61 w 71"/>
                <a:gd name="T7" fmla="*/ 96 h 208"/>
                <a:gd name="T8" fmla="*/ 67 w 71"/>
                <a:gd name="T9" fmla="*/ 62 h 208"/>
                <a:gd name="T10" fmla="*/ 33 w 71"/>
                <a:gd name="T11" fmla="*/ 38 h 208"/>
                <a:gd name="T12" fmla="*/ 22 w 71"/>
                <a:gd name="T13" fmla="*/ 17 h 208"/>
                <a:gd name="T14" fmla="*/ 2 w 71"/>
                <a:gd name="T15" fmla="*/ 0 h 208"/>
                <a:gd name="T16" fmla="*/ 0 w 71"/>
                <a:gd name="T17" fmla="*/ 28 h 208"/>
                <a:gd name="T18" fmla="*/ 71 w 71"/>
                <a:gd name="T19" fmla="*/ 208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1" h="208">
                  <a:moveTo>
                    <a:pt x="71" y="208"/>
                  </a:moveTo>
                  <a:cubicBezTo>
                    <a:pt x="71" y="208"/>
                    <a:pt x="56" y="169"/>
                    <a:pt x="57" y="150"/>
                  </a:cubicBezTo>
                  <a:cubicBezTo>
                    <a:pt x="58" y="140"/>
                    <a:pt x="62" y="131"/>
                    <a:pt x="64" y="126"/>
                  </a:cubicBezTo>
                  <a:cubicBezTo>
                    <a:pt x="67" y="115"/>
                    <a:pt x="62" y="112"/>
                    <a:pt x="61" y="96"/>
                  </a:cubicBezTo>
                  <a:cubicBezTo>
                    <a:pt x="60" y="84"/>
                    <a:pt x="68" y="72"/>
                    <a:pt x="67" y="62"/>
                  </a:cubicBezTo>
                  <a:cubicBezTo>
                    <a:pt x="66" y="55"/>
                    <a:pt x="42" y="46"/>
                    <a:pt x="33" y="38"/>
                  </a:cubicBezTo>
                  <a:cubicBezTo>
                    <a:pt x="30" y="35"/>
                    <a:pt x="25" y="20"/>
                    <a:pt x="22" y="17"/>
                  </a:cubicBezTo>
                  <a:cubicBezTo>
                    <a:pt x="9" y="7"/>
                    <a:pt x="7" y="6"/>
                    <a:pt x="2" y="0"/>
                  </a:cubicBezTo>
                  <a:cubicBezTo>
                    <a:pt x="1" y="9"/>
                    <a:pt x="0" y="18"/>
                    <a:pt x="0" y="28"/>
                  </a:cubicBezTo>
                  <a:cubicBezTo>
                    <a:pt x="0" y="97"/>
                    <a:pt x="27" y="160"/>
                    <a:pt x="71" y="208"/>
                  </a:cubicBezTo>
                  <a:close/>
                </a:path>
              </a:pathLst>
            </a:custGeom>
            <a:solidFill>
              <a:srgbClr val="9BC17A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141" name="Freeform 17"/>
            <p:cNvSpPr/>
            <p:nvPr>
              <p:custDataLst>
                <p:tags r:id="rId36"/>
              </p:custDataLst>
            </p:nvPr>
          </p:nvSpPr>
          <p:spPr bwMode="auto">
            <a:xfrm>
              <a:off x="2244" y="1453"/>
              <a:ext cx="169" cy="429"/>
            </a:xfrm>
            <a:custGeom>
              <a:avLst/>
              <a:gdLst>
                <a:gd name="T0" fmla="*/ 61 w 71"/>
                <a:gd name="T1" fmla="*/ 106 h 180"/>
                <a:gd name="T2" fmla="*/ 38 w 71"/>
                <a:gd name="T3" fmla="*/ 33 h 180"/>
                <a:gd name="T4" fmla="*/ 12 w 71"/>
                <a:gd name="T5" fmla="*/ 0 h 180"/>
                <a:gd name="T6" fmla="*/ 0 w 71"/>
                <a:gd name="T7" fmla="*/ 0 h 180"/>
                <a:gd name="T8" fmla="*/ 71 w 71"/>
                <a:gd name="T9" fmla="*/ 180 h 180"/>
                <a:gd name="T10" fmla="*/ 57 w 71"/>
                <a:gd name="T11" fmla="*/ 122 h 180"/>
                <a:gd name="T12" fmla="*/ 61 w 71"/>
                <a:gd name="T13" fmla="*/ 106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1" h="180">
                  <a:moveTo>
                    <a:pt x="61" y="106"/>
                  </a:moveTo>
                  <a:cubicBezTo>
                    <a:pt x="50" y="83"/>
                    <a:pt x="42" y="59"/>
                    <a:pt x="38" y="33"/>
                  </a:cubicBezTo>
                  <a:cubicBezTo>
                    <a:pt x="23" y="29"/>
                    <a:pt x="12" y="16"/>
                    <a:pt x="1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69"/>
                    <a:pt x="27" y="132"/>
                    <a:pt x="71" y="180"/>
                  </a:cubicBezTo>
                  <a:cubicBezTo>
                    <a:pt x="71" y="180"/>
                    <a:pt x="56" y="141"/>
                    <a:pt x="57" y="122"/>
                  </a:cubicBezTo>
                  <a:cubicBezTo>
                    <a:pt x="58" y="116"/>
                    <a:pt x="60" y="110"/>
                    <a:pt x="61" y="106"/>
                  </a:cubicBezTo>
                  <a:close/>
                </a:path>
              </a:pathLst>
            </a:custGeom>
            <a:solidFill>
              <a:srgbClr val="7175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199" name="Freeform 18"/>
            <p:cNvSpPr/>
            <p:nvPr>
              <p:custDataLst>
                <p:tags r:id="rId37"/>
              </p:custDataLst>
            </p:nvPr>
          </p:nvSpPr>
          <p:spPr bwMode="auto">
            <a:xfrm>
              <a:off x="3223" y="1054"/>
              <a:ext cx="55" cy="57"/>
            </a:xfrm>
            <a:custGeom>
              <a:avLst/>
              <a:gdLst>
                <a:gd name="T0" fmla="*/ 0 w 23"/>
                <a:gd name="T1" fmla="*/ 12 h 24"/>
                <a:gd name="T2" fmla="*/ 12 w 23"/>
                <a:gd name="T3" fmla="*/ 24 h 24"/>
                <a:gd name="T4" fmla="*/ 23 w 23"/>
                <a:gd name="T5" fmla="*/ 12 h 24"/>
                <a:gd name="T6" fmla="*/ 23 w 23"/>
                <a:gd name="T7" fmla="*/ 12 h 24"/>
                <a:gd name="T8" fmla="*/ 12 w 23"/>
                <a:gd name="T9" fmla="*/ 0 h 24"/>
                <a:gd name="T10" fmla="*/ 0 w 23"/>
                <a:gd name="T11" fmla="*/ 12 h 24"/>
                <a:gd name="T12" fmla="*/ 0 w 23"/>
                <a:gd name="T13" fmla="*/ 1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" h="24">
                  <a:moveTo>
                    <a:pt x="0" y="12"/>
                  </a:moveTo>
                  <a:cubicBezTo>
                    <a:pt x="0" y="18"/>
                    <a:pt x="5" y="24"/>
                    <a:pt x="12" y="24"/>
                  </a:cubicBezTo>
                  <a:cubicBezTo>
                    <a:pt x="18" y="24"/>
                    <a:pt x="23" y="18"/>
                    <a:pt x="23" y="12"/>
                  </a:cubicBezTo>
                  <a:cubicBezTo>
                    <a:pt x="23" y="12"/>
                    <a:pt x="23" y="12"/>
                    <a:pt x="23" y="12"/>
                  </a:cubicBezTo>
                  <a:cubicBezTo>
                    <a:pt x="23" y="6"/>
                    <a:pt x="18" y="0"/>
                    <a:pt x="12" y="0"/>
                  </a:cubicBezTo>
                  <a:cubicBezTo>
                    <a:pt x="5" y="0"/>
                    <a:pt x="0" y="6"/>
                    <a:pt x="0" y="12"/>
                  </a:cubicBezTo>
                  <a:cubicBezTo>
                    <a:pt x="0" y="12"/>
                    <a:pt x="0" y="12"/>
                    <a:pt x="0" y="12"/>
                  </a:cubicBezTo>
                  <a:close/>
                </a:path>
              </a:pathLst>
            </a:custGeom>
            <a:solidFill>
              <a:srgbClr val="DFE1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200" name="Freeform 19"/>
            <p:cNvSpPr>
              <a:spLocks noEditPoints="1"/>
            </p:cNvSpPr>
            <p:nvPr>
              <p:custDataLst>
                <p:tags r:id="rId38"/>
              </p:custDataLst>
            </p:nvPr>
          </p:nvSpPr>
          <p:spPr bwMode="auto">
            <a:xfrm>
              <a:off x="2830" y="1004"/>
              <a:ext cx="410" cy="704"/>
            </a:xfrm>
            <a:custGeom>
              <a:avLst/>
              <a:gdLst>
                <a:gd name="T0" fmla="*/ 172 w 172"/>
                <a:gd name="T1" fmla="*/ 240 h 296"/>
                <a:gd name="T2" fmla="*/ 172 w 172"/>
                <a:gd name="T3" fmla="*/ 252 h 296"/>
                <a:gd name="T4" fmla="*/ 168 w 172"/>
                <a:gd name="T5" fmla="*/ 263 h 296"/>
                <a:gd name="T6" fmla="*/ 146 w 172"/>
                <a:gd name="T7" fmla="*/ 294 h 296"/>
                <a:gd name="T8" fmla="*/ 142 w 172"/>
                <a:gd name="T9" fmla="*/ 296 h 296"/>
                <a:gd name="T10" fmla="*/ 138 w 172"/>
                <a:gd name="T11" fmla="*/ 293 h 296"/>
                <a:gd name="T12" fmla="*/ 138 w 172"/>
                <a:gd name="T13" fmla="*/ 275 h 296"/>
                <a:gd name="T14" fmla="*/ 146 w 172"/>
                <a:gd name="T15" fmla="*/ 262 h 296"/>
                <a:gd name="T16" fmla="*/ 151 w 172"/>
                <a:gd name="T17" fmla="*/ 260 h 296"/>
                <a:gd name="T18" fmla="*/ 156 w 172"/>
                <a:gd name="T19" fmla="*/ 255 h 296"/>
                <a:gd name="T20" fmla="*/ 168 w 172"/>
                <a:gd name="T21" fmla="*/ 239 h 296"/>
                <a:gd name="T22" fmla="*/ 170 w 172"/>
                <a:gd name="T23" fmla="*/ 239 h 296"/>
                <a:gd name="T24" fmla="*/ 172 w 172"/>
                <a:gd name="T25" fmla="*/ 240 h 296"/>
                <a:gd name="T26" fmla="*/ 0 w 172"/>
                <a:gd name="T27" fmla="*/ 8 h 296"/>
                <a:gd name="T28" fmla="*/ 9 w 172"/>
                <a:gd name="T29" fmla="*/ 12 h 296"/>
                <a:gd name="T30" fmla="*/ 0 w 172"/>
                <a:gd name="T31" fmla="*/ 8 h 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" h="296">
                  <a:moveTo>
                    <a:pt x="172" y="240"/>
                  </a:moveTo>
                  <a:cubicBezTo>
                    <a:pt x="172" y="252"/>
                    <a:pt x="172" y="252"/>
                    <a:pt x="172" y="252"/>
                  </a:cubicBezTo>
                  <a:cubicBezTo>
                    <a:pt x="172" y="256"/>
                    <a:pt x="170" y="260"/>
                    <a:pt x="168" y="263"/>
                  </a:cubicBezTo>
                  <a:cubicBezTo>
                    <a:pt x="168" y="263"/>
                    <a:pt x="148" y="292"/>
                    <a:pt x="146" y="294"/>
                  </a:cubicBezTo>
                  <a:cubicBezTo>
                    <a:pt x="146" y="295"/>
                    <a:pt x="145" y="296"/>
                    <a:pt x="142" y="296"/>
                  </a:cubicBezTo>
                  <a:cubicBezTo>
                    <a:pt x="138" y="296"/>
                    <a:pt x="138" y="295"/>
                    <a:pt x="138" y="293"/>
                  </a:cubicBezTo>
                  <a:cubicBezTo>
                    <a:pt x="138" y="290"/>
                    <a:pt x="138" y="275"/>
                    <a:pt x="138" y="275"/>
                  </a:cubicBezTo>
                  <a:cubicBezTo>
                    <a:pt x="138" y="269"/>
                    <a:pt x="142" y="264"/>
                    <a:pt x="146" y="262"/>
                  </a:cubicBezTo>
                  <a:cubicBezTo>
                    <a:pt x="151" y="260"/>
                    <a:pt x="151" y="260"/>
                    <a:pt x="151" y="260"/>
                  </a:cubicBezTo>
                  <a:cubicBezTo>
                    <a:pt x="153" y="259"/>
                    <a:pt x="155" y="257"/>
                    <a:pt x="156" y="255"/>
                  </a:cubicBezTo>
                  <a:cubicBezTo>
                    <a:pt x="156" y="255"/>
                    <a:pt x="168" y="240"/>
                    <a:pt x="168" y="239"/>
                  </a:cubicBezTo>
                  <a:cubicBezTo>
                    <a:pt x="169" y="239"/>
                    <a:pt x="169" y="239"/>
                    <a:pt x="170" y="239"/>
                  </a:cubicBezTo>
                  <a:cubicBezTo>
                    <a:pt x="172" y="239"/>
                    <a:pt x="172" y="239"/>
                    <a:pt x="172" y="240"/>
                  </a:cubicBezTo>
                  <a:close/>
                  <a:moveTo>
                    <a:pt x="0" y="8"/>
                  </a:moveTo>
                  <a:cubicBezTo>
                    <a:pt x="0" y="17"/>
                    <a:pt x="7" y="14"/>
                    <a:pt x="9" y="12"/>
                  </a:cubicBezTo>
                  <a:cubicBezTo>
                    <a:pt x="12" y="11"/>
                    <a:pt x="0" y="0"/>
                    <a:pt x="0" y="8"/>
                  </a:cubicBezTo>
                  <a:close/>
                </a:path>
              </a:pathLst>
            </a:custGeom>
            <a:solidFill>
              <a:srgbClr val="949B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201" name="Freeform 20"/>
            <p:cNvSpPr/>
            <p:nvPr>
              <p:custDataLst>
                <p:tags r:id="rId39"/>
              </p:custDataLst>
            </p:nvPr>
          </p:nvSpPr>
          <p:spPr bwMode="auto">
            <a:xfrm>
              <a:off x="3597" y="1425"/>
              <a:ext cx="57" cy="55"/>
            </a:xfrm>
            <a:custGeom>
              <a:avLst/>
              <a:gdLst>
                <a:gd name="T0" fmla="*/ 0 w 24"/>
                <a:gd name="T1" fmla="*/ 12 h 23"/>
                <a:gd name="T2" fmla="*/ 12 w 24"/>
                <a:gd name="T3" fmla="*/ 23 h 23"/>
                <a:gd name="T4" fmla="*/ 24 w 24"/>
                <a:gd name="T5" fmla="*/ 12 h 23"/>
                <a:gd name="T6" fmla="*/ 24 w 24"/>
                <a:gd name="T7" fmla="*/ 12 h 23"/>
                <a:gd name="T8" fmla="*/ 12 w 24"/>
                <a:gd name="T9" fmla="*/ 0 h 23"/>
                <a:gd name="T10" fmla="*/ 0 w 24"/>
                <a:gd name="T11" fmla="*/ 12 h 23"/>
                <a:gd name="T12" fmla="*/ 0 w 24"/>
                <a:gd name="T13" fmla="*/ 1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" h="23">
                  <a:moveTo>
                    <a:pt x="0" y="12"/>
                  </a:moveTo>
                  <a:cubicBezTo>
                    <a:pt x="0" y="18"/>
                    <a:pt x="6" y="23"/>
                    <a:pt x="12" y="23"/>
                  </a:cubicBezTo>
                  <a:cubicBezTo>
                    <a:pt x="18" y="23"/>
                    <a:pt x="24" y="18"/>
                    <a:pt x="24" y="12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4" y="5"/>
                    <a:pt x="18" y="0"/>
                    <a:pt x="12" y="0"/>
                  </a:cubicBezTo>
                  <a:cubicBezTo>
                    <a:pt x="6" y="0"/>
                    <a:pt x="0" y="5"/>
                    <a:pt x="0" y="12"/>
                  </a:cubicBezTo>
                  <a:cubicBezTo>
                    <a:pt x="0" y="12"/>
                    <a:pt x="0" y="12"/>
                    <a:pt x="0" y="12"/>
                  </a:cubicBezTo>
                  <a:close/>
                </a:path>
              </a:pathLst>
            </a:custGeom>
            <a:solidFill>
              <a:srgbClr val="5044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202" name="Freeform 21"/>
            <p:cNvSpPr/>
            <p:nvPr>
              <p:custDataLst>
                <p:tags r:id="rId40"/>
              </p:custDataLst>
            </p:nvPr>
          </p:nvSpPr>
          <p:spPr bwMode="auto">
            <a:xfrm>
              <a:off x="3590" y="1315"/>
              <a:ext cx="55" cy="55"/>
            </a:xfrm>
            <a:custGeom>
              <a:avLst/>
              <a:gdLst>
                <a:gd name="T0" fmla="*/ 0 w 23"/>
                <a:gd name="T1" fmla="*/ 12 h 23"/>
                <a:gd name="T2" fmla="*/ 11 w 23"/>
                <a:gd name="T3" fmla="*/ 23 h 23"/>
                <a:gd name="T4" fmla="*/ 23 w 23"/>
                <a:gd name="T5" fmla="*/ 12 h 23"/>
                <a:gd name="T6" fmla="*/ 23 w 23"/>
                <a:gd name="T7" fmla="*/ 12 h 23"/>
                <a:gd name="T8" fmla="*/ 12 w 23"/>
                <a:gd name="T9" fmla="*/ 0 h 23"/>
                <a:gd name="T10" fmla="*/ 0 w 23"/>
                <a:gd name="T11" fmla="*/ 12 h 23"/>
                <a:gd name="T12" fmla="*/ 0 w 23"/>
                <a:gd name="T13" fmla="*/ 1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" h="23">
                  <a:moveTo>
                    <a:pt x="0" y="12"/>
                  </a:moveTo>
                  <a:cubicBezTo>
                    <a:pt x="0" y="18"/>
                    <a:pt x="5" y="23"/>
                    <a:pt x="11" y="23"/>
                  </a:cubicBezTo>
                  <a:cubicBezTo>
                    <a:pt x="18" y="23"/>
                    <a:pt x="23" y="18"/>
                    <a:pt x="23" y="12"/>
                  </a:cubicBezTo>
                  <a:cubicBezTo>
                    <a:pt x="23" y="12"/>
                    <a:pt x="23" y="12"/>
                    <a:pt x="23" y="12"/>
                  </a:cubicBezTo>
                  <a:cubicBezTo>
                    <a:pt x="23" y="5"/>
                    <a:pt x="18" y="0"/>
                    <a:pt x="12" y="0"/>
                  </a:cubicBezTo>
                  <a:cubicBezTo>
                    <a:pt x="5" y="0"/>
                    <a:pt x="0" y="5"/>
                    <a:pt x="0" y="12"/>
                  </a:cubicBezTo>
                  <a:cubicBezTo>
                    <a:pt x="0" y="12"/>
                    <a:pt x="0" y="12"/>
                    <a:pt x="0" y="12"/>
                  </a:cubicBezTo>
                  <a:close/>
                </a:path>
              </a:pathLst>
            </a:custGeom>
            <a:solidFill>
              <a:srgbClr val="5044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203" name="Freeform 22"/>
            <p:cNvSpPr/>
            <p:nvPr>
              <p:custDataLst>
                <p:tags r:id="rId41"/>
              </p:custDataLst>
            </p:nvPr>
          </p:nvSpPr>
          <p:spPr bwMode="auto">
            <a:xfrm>
              <a:off x="2213" y="1991"/>
              <a:ext cx="55" cy="55"/>
            </a:xfrm>
            <a:custGeom>
              <a:avLst/>
              <a:gdLst>
                <a:gd name="T0" fmla="*/ 0 w 23"/>
                <a:gd name="T1" fmla="*/ 12 h 23"/>
                <a:gd name="T2" fmla="*/ 12 w 23"/>
                <a:gd name="T3" fmla="*/ 23 h 23"/>
                <a:gd name="T4" fmla="*/ 23 w 23"/>
                <a:gd name="T5" fmla="*/ 12 h 23"/>
                <a:gd name="T6" fmla="*/ 23 w 23"/>
                <a:gd name="T7" fmla="*/ 12 h 23"/>
                <a:gd name="T8" fmla="*/ 12 w 23"/>
                <a:gd name="T9" fmla="*/ 0 h 23"/>
                <a:gd name="T10" fmla="*/ 0 w 23"/>
                <a:gd name="T11" fmla="*/ 12 h 23"/>
                <a:gd name="T12" fmla="*/ 0 w 23"/>
                <a:gd name="T13" fmla="*/ 1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" h="23">
                  <a:moveTo>
                    <a:pt x="0" y="12"/>
                  </a:moveTo>
                  <a:cubicBezTo>
                    <a:pt x="0" y="18"/>
                    <a:pt x="5" y="23"/>
                    <a:pt x="12" y="23"/>
                  </a:cubicBezTo>
                  <a:cubicBezTo>
                    <a:pt x="18" y="23"/>
                    <a:pt x="23" y="18"/>
                    <a:pt x="23" y="12"/>
                  </a:cubicBezTo>
                  <a:cubicBezTo>
                    <a:pt x="23" y="12"/>
                    <a:pt x="23" y="12"/>
                    <a:pt x="23" y="12"/>
                  </a:cubicBezTo>
                  <a:cubicBezTo>
                    <a:pt x="23" y="5"/>
                    <a:pt x="18" y="0"/>
                    <a:pt x="12" y="0"/>
                  </a:cubicBezTo>
                  <a:cubicBezTo>
                    <a:pt x="5" y="0"/>
                    <a:pt x="0" y="5"/>
                    <a:pt x="0" y="12"/>
                  </a:cubicBezTo>
                  <a:cubicBezTo>
                    <a:pt x="0" y="12"/>
                    <a:pt x="0" y="12"/>
                    <a:pt x="0" y="12"/>
                  </a:cubicBezTo>
                  <a:close/>
                </a:path>
              </a:pathLst>
            </a:custGeom>
            <a:solidFill>
              <a:srgbClr val="5044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204" name="Freeform 23"/>
            <p:cNvSpPr/>
            <p:nvPr>
              <p:custDataLst>
                <p:tags r:id="rId42"/>
              </p:custDataLst>
            </p:nvPr>
          </p:nvSpPr>
          <p:spPr bwMode="auto">
            <a:xfrm>
              <a:off x="2291" y="2070"/>
              <a:ext cx="55" cy="54"/>
            </a:xfrm>
            <a:custGeom>
              <a:avLst/>
              <a:gdLst>
                <a:gd name="T0" fmla="*/ 0 w 23"/>
                <a:gd name="T1" fmla="*/ 12 h 23"/>
                <a:gd name="T2" fmla="*/ 12 w 23"/>
                <a:gd name="T3" fmla="*/ 23 h 23"/>
                <a:gd name="T4" fmla="*/ 23 w 23"/>
                <a:gd name="T5" fmla="*/ 12 h 23"/>
                <a:gd name="T6" fmla="*/ 23 w 23"/>
                <a:gd name="T7" fmla="*/ 12 h 23"/>
                <a:gd name="T8" fmla="*/ 12 w 23"/>
                <a:gd name="T9" fmla="*/ 0 h 23"/>
                <a:gd name="T10" fmla="*/ 0 w 23"/>
                <a:gd name="T11" fmla="*/ 12 h 23"/>
                <a:gd name="T12" fmla="*/ 0 w 23"/>
                <a:gd name="T13" fmla="*/ 1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" h="23">
                  <a:moveTo>
                    <a:pt x="0" y="12"/>
                  </a:moveTo>
                  <a:cubicBezTo>
                    <a:pt x="0" y="18"/>
                    <a:pt x="5" y="23"/>
                    <a:pt x="12" y="23"/>
                  </a:cubicBezTo>
                  <a:cubicBezTo>
                    <a:pt x="18" y="23"/>
                    <a:pt x="23" y="18"/>
                    <a:pt x="23" y="12"/>
                  </a:cubicBezTo>
                  <a:cubicBezTo>
                    <a:pt x="23" y="12"/>
                    <a:pt x="23" y="12"/>
                    <a:pt x="23" y="12"/>
                  </a:cubicBezTo>
                  <a:cubicBezTo>
                    <a:pt x="23" y="5"/>
                    <a:pt x="18" y="0"/>
                    <a:pt x="12" y="0"/>
                  </a:cubicBezTo>
                  <a:cubicBezTo>
                    <a:pt x="5" y="0"/>
                    <a:pt x="0" y="5"/>
                    <a:pt x="0" y="12"/>
                  </a:cubicBezTo>
                  <a:cubicBezTo>
                    <a:pt x="0" y="12"/>
                    <a:pt x="0" y="12"/>
                    <a:pt x="0" y="12"/>
                  </a:cubicBezTo>
                  <a:close/>
                </a:path>
              </a:pathLst>
            </a:custGeom>
            <a:solidFill>
              <a:srgbClr val="5044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205" name="Freeform 24"/>
            <p:cNvSpPr/>
            <p:nvPr>
              <p:custDataLst>
                <p:tags r:id="rId43"/>
              </p:custDataLst>
            </p:nvPr>
          </p:nvSpPr>
          <p:spPr bwMode="auto">
            <a:xfrm>
              <a:off x="2380" y="2136"/>
              <a:ext cx="54" cy="55"/>
            </a:xfrm>
            <a:custGeom>
              <a:avLst/>
              <a:gdLst>
                <a:gd name="T0" fmla="*/ 0 w 23"/>
                <a:gd name="T1" fmla="*/ 11 h 23"/>
                <a:gd name="T2" fmla="*/ 11 w 23"/>
                <a:gd name="T3" fmla="*/ 23 h 23"/>
                <a:gd name="T4" fmla="*/ 23 w 23"/>
                <a:gd name="T5" fmla="*/ 11 h 23"/>
                <a:gd name="T6" fmla="*/ 23 w 23"/>
                <a:gd name="T7" fmla="*/ 11 h 23"/>
                <a:gd name="T8" fmla="*/ 11 w 23"/>
                <a:gd name="T9" fmla="*/ 0 h 23"/>
                <a:gd name="T10" fmla="*/ 0 w 23"/>
                <a:gd name="T11" fmla="*/ 11 h 23"/>
                <a:gd name="T12" fmla="*/ 0 w 23"/>
                <a:gd name="T13" fmla="*/ 11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" h="23">
                  <a:moveTo>
                    <a:pt x="0" y="11"/>
                  </a:moveTo>
                  <a:cubicBezTo>
                    <a:pt x="0" y="18"/>
                    <a:pt x="5" y="23"/>
                    <a:pt x="11" y="23"/>
                  </a:cubicBezTo>
                  <a:cubicBezTo>
                    <a:pt x="18" y="23"/>
                    <a:pt x="23" y="18"/>
                    <a:pt x="23" y="11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23" y="5"/>
                    <a:pt x="18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11"/>
                    <a:pt x="0" y="11"/>
                    <a:pt x="0" y="11"/>
                  </a:cubicBezTo>
                  <a:close/>
                </a:path>
              </a:pathLst>
            </a:custGeom>
            <a:solidFill>
              <a:srgbClr val="5044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206" name="Freeform 25"/>
            <p:cNvSpPr/>
            <p:nvPr>
              <p:custDataLst>
                <p:tags r:id="rId44"/>
              </p:custDataLst>
            </p:nvPr>
          </p:nvSpPr>
          <p:spPr bwMode="auto">
            <a:xfrm>
              <a:off x="3237" y="787"/>
              <a:ext cx="386" cy="476"/>
            </a:xfrm>
            <a:custGeom>
              <a:avLst/>
              <a:gdLst>
                <a:gd name="T0" fmla="*/ 153 w 162"/>
                <a:gd name="T1" fmla="*/ 200 h 200"/>
                <a:gd name="T2" fmla="*/ 160 w 162"/>
                <a:gd name="T3" fmla="*/ 185 h 200"/>
                <a:gd name="T4" fmla="*/ 20 w 162"/>
                <a:gd name="T5" fmla="*/ 3 h 200"/>
                <a:gd name="T6" fmla="*/ 4 w 162"/>
                <a:gd name="T7" fmla="*/ 7 h 200"/>
                <a:gd name="T8" fmla="*/ 8 w 162"/>
                <a:gd name="T9" fmla="*/ 23 h 200"/>
                <a:gd name="T10" fmla="*/ 138 w 162"/>
                <a:gd name="T11" fmla="*/ 192 h 200"/>
                <a:gd name="T12" fmla="*/ 149 w 162"/>
                <a:gd name="T13" fmla="*/ 200 h 200"/>
                <a:gd name="T14" fmla="*/ 153 w 162"/>
                <a:gd name="T15" fmla="*/ 200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2" h="200">
                  <a:moveTo>
                    <a:pt x="153" y="200"/>
                  </a:moveTo>
                  <a:cubicBezTo>
                    <a:pt x="159" y="198"/>
                    <a:pt x="162" y="191"/>
                    <a:pt x="160" y="185"/>
                  </a:cubicBezTo>
                  <a:cubicBezTo>
                    <a:pt x="137" y="110"/>
                    <a:pt x="87" y="45"/>
                    <a:pt x="20" y="3"/>
                  </a:cubicBezTo>
                  <a:cubicBezTo>
                    <a:pt x="14" y="0"/>
                    <a:pt x="7" y="1"/>
                    <a:pt x="4" y="7"/>
                  </a:cubicBezTo>
                  <a:cubicBezTo>
                    <a:pt x="0" y="12"/>
                    <a:pt x="2" y="19"/>
                    <a:pt x="8" y="23"/>
                  </a:cubicBezTo>
                  <a:cubicBezTo>
                    <a:pt x="70" y="62"/>
                    <a:pt x="117" y="122"/>
                    <a:pt x="138" y="192"/>
                  </a:cubicBezTo>
                  <a:cubicBezTo>
                    <a:pt x="140" y="197"/>
                    <a:pt x="144" y="200"/>
                    <a:pt x="149" y="200"/>
                  </a:cubicBezTo>
                  <a:cubicBezTo>
                    <a:pt x="150" y="200"/>
                    <a:pt x="151" y="200"/>
                    <a:pt x="153" y="200"/>
                  </a:cubicBezTo>
                  <a:close/>
                </a:path>
              </a:pathLst>
            </a:custGeom>
            <a:solidFill>
              <a:srgbClr val="5044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  <p:sp>
          <p:nvSpPr>
            <p:cNvPr id="207" name="Freeform 26"/>
            <p:cNvSpPr>
              <a:spLocks noEditPoints="1"/>
            </p:cNvSpPr>
            <p:nvPr>
              <p:custDataLst>
                <p:tags r:id="rId45"/>
              </p:custDataLst>
            </p:nvPr>
          </p:nvSpPr>
          <p:spPr bwMode="auto">
            <a:xfrm>
              <a:off x="2106" y="787"/>
              <a:ext cx="1451" cy="1659"/>
            </a:xfrm>
            <a:custGeom>
              <a:avLst/>
              <a:gdLst>
                <a:gd name="T0" fmla="*/ 602 w 609"/>
                <a:gd name="T1" fmla="*/ 426 h 697"/>
                <a:gd name="T2" fmla="*/ 586 w 609"/>
                <a:gd name="T3" fmla="*/ 430 h 697"/>
                <a:gd name="T4" fmla="*/ 546 w 609"/>
                <a:gd name="T5" fmla="*/ 484 h 697"/>
                <a:gd name="T6" fmla="*/ 530 w 609"/>
                <a:gd name="T7" fmla="*/ 468 h 697"/>
                <a:gd name="T8" fmla="*/ 603 w 609"/>
                <a:gd name="T9" fmla="*/ 280 h 697"/>
                <a:gd name="T10" fmla="*/ 325 w 609"/>
                <a:gd name="T11" fmla="*/ 1 h 697"/>
                <a:gd name="T12" fmla="*/ 137 w 609"/>
                <a:gd name="T13" fmla="*/ 75 h 697"/>
                <a:gd name="T14" fmla="*/ 120 w 609"/>
                <a:gd name="T15" fmla="*/ 59 h 697"/>
                <a:gd name="T16" fmla="*/ 167 w 609"/>
                <a:gd name="T17" fmla="*/ 23 h 697"/>
                <a:gd name="T18" fmla="*/ 171 w 609"/>
                <a:gd name="T19" fmla="*/ 7 h 697"/>
                <a:gd name="T20" fmla="*/ 155 w 609"/>
                <a:gd name="T21" fmla="*/ 3 h 697"/>
                <a:gd name="T22" fmla="*/ 104 w 609"/>
                <a:gd name="T23" fmla="*/ 42 h 697"/>
                <a:gd name="T24" fmla="*/ 87 w 609"/>
                <a:gd name="T25" fmla="*/ 26 h 697"/>
                <a:gd name="T26" fmla="*/ 71 w 609"/>
                <a:gd name="T27" fmla="*/ 26 h 697"/>
                <a:gd name="T28" fmla="*/ 71 w 609"/>
                <a:gd name="T29" fmla="*/ 42 h 697"/>
                <a:gd name="T30" fmla="*/ 87 w 609"/>
                <a:gd name="T31" fmla="*/ 59 h 697"/>
                <a:gd name="T32" fmla="*/ 0 w 609"/>
                <a:gd name="T33" fmla="*/ 280 h 697"/>
                <a:gd name="T34" fmla="*/ 313 w 609"/>
                <a:gd name="T35" fmla="*/ 604 h 697"/>
                <a:gd name="T36" fmla="*/ 313 w 609"/>
                <a:gd name="T37" fmla="*/ 627 h 697"/>
                <a:gd name="T38" fmla="*/ 174 w 609"/>
                <a:gd name="T39" fmla="*/ 627 h 697"/>
                <a:gd name="T40" fmla="*/ 163 w 609"/>
                <a:gd name="T41" fmla="*/ 639 h 697"/>
                <a:gd name="T42" fmla="*/ 128 w 609"/>
                <a:gd name="T43" fmla="*/ 674 h 697"/>
                <a:gd name="T44" fmla="*/ 116 w 609"/>
                <a:gd name="T45" fmla="*/ 685 h 697"/>
                <a:gd name="T46" fmla="*/ 128 w 609"/>
                <a:gd name="T47" fmla="*/ 697 h 697"/>
                <a:gd name="T48" fmla="*/ 522 w 609"/>
                <a:gd name="T49" fmla="*/ 697 h 697"/>
                <a:gd name="T50" fmla="*/ 534 w 609"/>
                <a:gd name="T51" fmla="*/ 685 h 697"/>
                <a:gd name="T52" fmla="*/ 522 w 609"/>
                <a:gd name="T53" fmla="*/ 674 h 697"/>
                <a:gd name="T54" fmla="*/ 487 w 609"/>
                <a:gd name="T55" fmla="*/ 639 h 697"/>
                <a:gd name="T56" fmla="*/ 476 w 609"/>
                <a:gd name="T57" fmla="*/ 627 h 697"/>
                <a:gd name="T58" fmla="*/ 337 w 609"/>
                <a:gd name="T59" fmla="*/ 627 h 697"/>
                <a:gd name="T60" fmla="*/ 337 w 609"/>
                <a:gd name="T61" fmla="*/ 604 h 697"/>
                <a:gd name="T62" fmla="*/ 546 w 609"/>
                <a:gd name="T63" fmla="*/ 517 h 697"/>
                <a:gd name="T64" fmla="*/ 563 w 609"/>
                <a:gd name="T65" fmla="*/ 534 h 697"/>
                <a:gd name="T66" fmla="*/ 571 w 609"/>
                <a:gd name="T67" fmla="*/ 537 h 697"/>
                <a:gd name="T68" fmla="*/ 579 w 609"/>
                <a:gd name="T69" fmla="*/ 534 h 697"/>
                <a:gd name="T70" fmla="*/ 579 w 609"/>
                <a:gd name="T71" fmla="*/ 517 h 697"/>
                <a:gd name="T72" fmla="*/ 562 w 609"/>
                <a:gd name="T73" fmla="*/ 500 h 697"/>
                <a:gd name="T74" fmla="*/ 606 w 609"/>
                <a:gd name="T75" fmla="*/ 442 h 697"/>
                <a:gd name="T76" fmla="*/ 602 w 609"/>
                <a:gd name="T77" fmla="*/ 426 h 697"/>
                <a:gd name="T78" fmla="*/ 325 w 609"/>
                <a:gd name="T79" fmla="*/ 25 h 697"/>
                <a:gd name="T80" fmla="*/ 580 w 609"/>
                <a:gd name="T81" fmla="*/ 280 h 697"/>
                <a:gd name="T82" fmla="*/ 325 w 609"/>
                <a:gd name="T83" fmla="*/ 535 h 697"/>
                <a:gd name="T84" fmla="*/ 70 w 609"/>
                <a:gd name="T85" fmla="*/ 280 h 697"/>
                <a:gd name="T86" fmla="*/ 325 w 609"/>
                <a:gd name="T87" fmla="*/ 25 h 697"/>
                <a:gd name="T88" fmla="*/ 465 w 609"/>
                <a:gd name="T89" fmla="*/ 651 h 697"/>
                <a:gd name="T90" fmla="*/ 476 w 609"/>
                <a:gd name="T91" fmla="*/ 674 h 697"/>
                <a:gd name="T92" fmla="*/ 174 w 609"/>
                <a:gd name="T93" fmla="*/ 674 h 697"/>
                <a:gd name="T94" fmla="*/ 185 w 609"/>
                <a:gd name="T95" fmla="*/ 651 h 697"/>
                <a:gd name="T96" fmla="*/ 465 w 609"/>
                <a:gd name="T97" fmla="*/ 651 h 697"/>
                <a:gd name="T98" fmla="*/ 325 w 609"/>
                <a:gd name="T99" fmla="*/ 581 h 697"/>
                <a:gd name="T100" fmla="*/ 24 w 609"/>
                <a:gd name="T101" fmla="*/ 280 h 697"/>
                <a:gd name="T102" fmla="*/ 104 w 609"/>
                <a:gd name="T103" fmla="*/ 75 h 697"/>
                <a:gd name="T104" fmla="*/ 120 w 609"/>
                <a:gd name="T105" fmla="*/ 92 h 697"/>
                <a:gd name="T106" fmla="*/ 47 w 609"/>
                <a:gd name="T107" fmla="*/ 280 h 697"/>
                <a:gd name="T108" fmla="*/ 325 w 609"/>
                <a:gd name="T109" fmla="*/ 558 h 697"/>
                <a:gd name="T110" fmla="*/ 513 w 609"/>
                <a:gd name="T111" fmla="*/ 484 h 697"/>
                <a:gd name="T112" fmla="*/ 530 w 609"/>
                <a:gd name="T113" fmla="*/ 500 h 697"/>
                <a:gd name="T114" fmla="*/ 325 w 609"/>
                <a:gd name="T115" fmla="*/ 581 h 6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609" h="697">
                  <a:moveTo>
                    <a:pt x="602" y="426"/>
                  </a:moveTo>
                  <a:cubicBezTo>
                    <a:pt x="596" y="423"/>
                    <a:pt x="589" y="425"/>
                    <a:pt x="586" y="430"/>
                  </a:cubicBezTo>
                  <a:cubicBezTo>
                    <a:pt x="575" y="450"/>
                    <a:pt x="561" y="468"/>
                    <a:pt x="546" y="484"/>
                  </a:cubicBezTo>
                  <a:cubicBezTo>
                    <a:pt x="530" y="468"/>
                    <a:pt x="530" y="468"/>
                    <a:pt x="530" y="468"/>
                  </a:cubicBezTo>
                  <a:cubicBezTo>
                    <a:pt x="575" y="418"/>
                    <a:pt x="603" y="352"/>
                    <a:pt x="603" y="280"/>
                  </a:cubicBezTo>
                  <a:cubicBezTo>
                    <a:pt x="603" y="126"/>
                    <a:pt x="478" y="1"/>
                    <a:pt x="325" y="1"/>
                  </a:cubicBezTo>
                  <a:cubicBezTo>
                    <a:pt x="253" y="1"/>
                    <a:pt x="186" y="29"/>
                    <a:pt x="137" y="75"/>
                  </a:cubicBezTo>
                  <a:cubicBezTo>
                    <a:pt x="120" y="59"/>
                    <a:pt x="120" y="59"/>
                    <a:pt x="120" y="59"/>
                  </a:cubicBezTo>
                  <a:cubicBezTo>
                    <a:pt x="135" y="45"/>
                    <a:pt x="150" y="33"/>
                    <a:pt x="167" y="23"/>
                  </a:cubicBezTo>
                  <a:cubicBezTo>
                    <a:pt x="173" y="19"/>
                    <a:pt x="175" y="12"/>
                    <a:pt x="171" y="7"/>
                  </a:cubicBezTo>
                  <a:cubicBezTo>
                    <a:pt x="168" y="1"/>
                    <a:pt x="161" y="0"/>
                    <a:pt x="155" y="3"/>
                  </a:cubicBezTo>
                  <a:cubicBezTo>
                    <a:pt x="137" y="15"/>
                    <a:pt x="119" y="28"/>
                    <a:pt x="104" y="42"/>
                  </a:cubicBezTo>
                  <a:cubicBezTo>
                    <a:pt x="87" y="26"/>
                    <a:pt x="87" y="26"/>
                    <a:pt x="87" y="26"/>
                  </a:cubicBezTo>
                  <a:cubicBezTo>
                    <a:pt x="83" y="21"/>
                    <a:pt x="75" y="21"/>
                    <a:pt x="71" y="26"/>
                  </a:cubicBezTo>
                  <a:cubicBezTo>
                    <a:pt x="66" y="30"/>
                    <a:pt x="66" y="37"/>
                    <a:pt x="71" y="42"/>
                  </a:cubicBezTo>
                  <a:cubicBezTo>
                    <a:pt x="87" y="59"/>
                    <a:pt x="87" y="59"/>
                    <a:pt x="87" y="59"/>
                  </a:cubicBezTo>
                  <a:cubicBezTo>
                    <a:pt x="32" y="118"/>
                    <a:pt x="0" y="196"/>
                    <a:pt x="0" y="280"/>
                  </a:cubicBezTo>
                  <a:cubicBezTo>
                    <a:pt x="0" y="455"/>
                    <a:pt x="140" y="598"/>
                    <a:pt x="313" y="604"/>
                  </a:cubicBezTo>
                  <a:cubicBezTo>
                    <a:pt x="313" y="627"/>
                    <a:pt x="313" y="627"/>
                    <a:pt x="313" y="627"/>
                  </a:cubicBezTo>
                  <a:cubicBezTo>
                    <a:pt x="174" y="627"/>
                    <a:pt x="174" y="627"/>
                    <a:pt x="174" y="627"/>
                  </a:cubicBezTo>
                  <a:cubicBezTo>
                    <a:pt x="168" y="627"/>
                    <a:pt x="163" y="633"/>
                    <a:pt x="163" y="639"/>
                  </a:cubicBezTo>
                  <a:cubicBezTo>
                    <a:pt x="163" y="658"/>
                    <a:pt x="147" y="674"/>
                    <a:pt x="128" y="674"/>
                  </a:cubicBezTo>
                  <a:cubicBezTo>
                    <a:pt x="122" y="674"/>
                    <a:pt x="116" y="679"/>
                    <a:pt x="116" y="685"/>
                  </a:cubicBezTo>
                  <a:cubicBezTo>
                    <a:pt x="116" y="692"/>
                    <a:pt x="122" y="697"/>
                    <a:pt x="128" y="697"/>
                  </a:cubicBezTo>
                  <a:cubicBezTo>
                    <a:pt x="522" y="697"/>
                    <a:pt x="522" y="697"/>
                    <a:pt x="522" y="697"/>
                  </a:cubicBezTo>
                  <a:cubicBezTo>
                    <a:pt x="528" y="697"/>
                    <a:pt x="534" y="692"/>
                    <a:pt x="534" y="685"/>
                  </a:cubicBezTo>
                  <a:cubicBezTo>
                    <a:pt x="534" y="679"/>
                    <a:pt x="528" y="674"/>
                    <a:pt x="522" y="674"/>
                  </a:cubicBezTo>
                  <a:cubicBezTo>
                    <a:pt x="503" y="674"/>
                    <a:pt x="487" y="658"/>
                    <a:pt x="487" y="639"/>
                  </a:cubicBezTo>
                  <a:cubicBezTo>
                    <a:pt x="487" y="633"/>
                    <a:pt x="482" y="627"/>
                    <a:pt x="476" y="627"/>
                  </a:cubicBezTo>
                  <a:cubicBezTo>
                    <a:pt x="337" y="627"/>
                    <a:pt x="337" y="627"/>
                    <a:pt x="337" y="627"/>
                  </a:cubicBezTo>
                  <a:cubicBezTo>
                    <a:pt x="337" y="604"/>
                    <a:pt x="337" y="604"/>
                    <a:pt x="337" y="604"/>
                  </a:cubicBezTo>
                  <a:cubicBezTo>
                    <a:pt x="415" y="601"/>
                    <a:pt x="489" y="569"/>
                    <a:pt x="546" y="517"/>
                  </a:cubicBezTo>
                  <a:cubicBezTo>
                    <a:pt x="563" y="534"/>
                    <a:pt x="563" y="534"/>
                    <a:pt x="563" y="534"/>
                  </a:cubicBezTo>
                  <a:cubicBezTo>
                    <a:pt x="565" y="536"/>
                    <a:pt x="568" y="537"/>
                    <a:pt x="571" y="537"/>
                  </a:cubicBezTo>
                  <a:cubicBezTo>
                    <a:pt x="574" y="537"/>
                    <a:pt x="577" y="536"/>
                    <a:pt x="579" y="534"/>
                  </a:cubicBezTo>
                  <a:cubicBezTo>
                    <a:pt x="583" y="529"/>
                    <a:pt x="583" y="522"/>
                    <a:pt x="579" y="517"/>
                  </a:cubicBezTo>
                  <a:cubicBezTo>
                    <a:pt x="562" y="500"/>
                    <a:pt x="562" y="500"/>
                    <a:pt x="562" y="500"/>
                  </a:cubicBezTo>
                  <a:cubicBezTo>
                    <a:pt x="579" y="483"/>
                    <a:pt x="593" y="463"/>
                    <a:pt x="606" y="442"/>
                  </a:cubicBezTo>
                  <a:cubicBezTo>
                    <a:pt x="609" y="436"/>
                    <a:pt x="607" y="429"/>
                    <a:pt x="602" y="426"/>
                  </a:cubicBezTo>
                  <a:close/>
                  <a:moveTo>
                    <a:pt x="325" y="25"/>
                  </a:moveTo>
                  <a:cubicBezTo>
                    <a:pt x="466" y="25"/>
                    <a:pt x="580" y="139"/>
                    <a:pt x="580" y="280"/>
                  </a:cubicBezTo>
                  <a:cubicBezTo>
                    <a:pt x="580" y="420"/>
                    <a:pt x="466" y="535"/>
                    <a:pt x="325" y="535"/>
                  </a:cubicBezTo>
                  <a:cubicBezTo>
                    <a:pt x="184" y="535"/>
                    <a:pt x="70" y="420"/>
                    <a:pt x="70" y="280"/>
                  </a:cubicBezTo>
                  <a:cubicBezTo>
                    <a:pt x="70" y="139"/>
                    <a:pt x="184" y="25"/>
                    <a:pt x="325" y="25"/>
                  </a:cubicBezTo>
                  <a:close/>
                  <a:moveTo>
                    <a:pt x="465" y="651"/>
                  </a:moveTo>
                  <a:cubicBezTo>
                    <a:pt x="467" y="659"/>
                    <a:pt x="471" y="667"/>
                    <a:pt x="476" y="674"/>
                  </a:cubicBezTo>
                  <a:cubicBezTo>
                    <a:pt x="174" y="674"/>
                    <a:pt x="174" y="674"/>
                    <a:pt x="174" y="674"/>
                  </a:cubicBezTo>
                  <a:cubicBezTo>
                    <a:pt x="180" y="667"/>
                    <a:pt x="183" y="659"/>
                    <a:pt x="185" y="651"/>
                  </a:cubicBezTo>
                  <a:lnTo>
                    <a:pt x="465" y="651"/>
                  </a:lnTo>
                  <a:close/>
                  <a:moveTo>
                    <a:pt x="325" y="581"/>
                  </a:moveTo>
                  <a:cubicBezTo>
                    <a:pt x="159" y="581"/>
                    <a:pt x="24" y="446"/>
                    <a:pt x="24" y="280"/>
                  </a:cubicBezTo>
                  <a:cubicBezTo>
                    <a:pt x="24" y="202"/>
                    <a:pt x="53" y="130"/>
                    <a:pt x="104" y="75"/>
                  </a:cubicBezTo>
                  <a:cubicBezTo>
                    <a:pt x="120" y="92"/>
                    <a:pt x="120" y="92"/>
                    <a:pt x="120" y="92"/>
                  </a:cubicBezTo>
                  <a:cubicBezTo>
                    <a:pt x="75" y="141"/>
                    <a:pt x="47" y="207"/>
                    <a:pt x="47" y="280"/>
                  </a:cubicBezTo>
                  <a:cubicBezTo>
                    <a:pt x="47" y="433"/>
                    <a:pt x="172" y="558"/>
                    <a:pt x="325" y="558"/>
                  </a:cubicBezTo>
                  <a:cubicBezTo>
                    <a:pt x="397" y="558"/>
                    <a:pt x="464" y="530"/>
                    <a:pt x="513" y="484"/>
                  </a:cubicBezTo>
                  <a:cubicBezTo>
                    <a:pt x="530" y="500"/>
                    <a:pt x="530" y="500"/>
                    <a:pt x="530" y="500"/>
                  </a:cubicBezTo>
                  <a:cubicBezTo>
                    <a:pt x="475" y="551"/>
                    <a:pt x="402" y="581"/>
                    <a:pt x="325" y="581"/>
                  </a:cubicBezTo>
                  <a:close/>
                </a:path>
              </a:pathLst>
            </a:custGeom>
            <a:solidFill>
              <a:srgbClr val="5044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Open Sans" panose="020B0606030504020204" charset="0"/>
              </a:endParaRPr>
            </a:p>
          </p:txBody>
        </p:sp>
      </p:grpSp>
      <p:sp>
        <p:nvSpPr>
          <p:cNvPr id="49" name="文本框 48"/>
          <p:cNvSpPr txBox="1"/>
          <p:nvPr/>
        </p:nvSpPr>
        <p:spPr>
          <a:xfrm>
            <a:off x="379225" y="429675"/>
            <a:ext cx="146050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400">
                <a:solidFill>
                  <a:schemeClr val="bg1"/>
                </a:solidFill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</a:rPr>
              <a:t>3.sự kiện</a:t>
            </a:r>
            <a:endParaRPr lang="en-US" altLang="zh-CN" sz="2400">
              <a:solidFill>
                <a:schemeClr val="bg1"/>
              </a:solidFill>
              <a:latin typeface="Open Sans" panose="020B0606030504020204" charset="0"/>
              <a:ea typeface="Open Sans" panose="020B0606030504020204" charset="0"/>
              <a:cs typeface="Open Sans" panose="020B0606030504020204" charset="0"/>
            </a:endParaRPr>
          </a:p>
        </p:txBody>
      </p:sp>
      <p:cxnSp>
        <p:nvCxnSpPr>
          <p:cNvPr id="55" name="直接连接符 54"/>
          <p:cNvCxnSpPr/>
          <p:nvPr/>
        </p:nvCxnSpPr>
        <p:spPr>
          <a:xfrm>
            <a:off x="3334042" y="660507"/>
            <a:ext cx="540851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文本框 80"/>
          <p:cNvSpPr txBox="1"/>
          <p:nvPr/>
        </p:nvSpPr>
        <p:spPr>
          <a:xfrm>
            <a:off x="379225" y="429675"/>
            <a:ext cx="145923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400">
                <a:solidFill>
                  <a:schemeClr val="bg1"/>
                </a:solidFill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</a:rPr>
              <a:t>4.ý nghĩa</a:t>
            </a:r>
            <a:endParaRPr lang="en-US" altLang="zh-CN" sz="2400">
              <a:solidFill>
                <a:schemeClr val="bg1"/>
              </a:solidFill>
              <a:latin typeface="Open Sans" panose="020B0606030504020204" charset="0"/>
              <a:ea typeface="Open Sans" panose="020B0606030504020204" charset="0"/>
              <a:cs typeface="Open Sans" panose="020B0606030504020204" charset="0"/>
            </a:endParaRPr>
          </a:p>
        </p:txBody>
      </p:sp>
      <p:cxnSp>
        <p:nvCxnSpPr>
          <p:cNvPr id="64" name="直接连接符 63"/>
          <p:cNvCxnSpPr/>
          <p:nvPr/>
        </p:nvCxnSpPr>
        <p:spPr>
          <a:xfrm>
            <a:off x="3334042" y="660507"/>
            <a:ext cx="540851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Box 5"/>
          <p:cNvSpPr txBox="1"/>
          <p:nvPr/>
        </p:nvSpPr>
        <p:spPr>
          <a:xfrm>
            <a:off x="379095" y="788035"/>
            <a:ext cx="8474710" cy="292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square" rtlCol="0">
            <a:noAutofit/>
          </a:bodyPr>
          <a:p>
            <a:r>
              <a:rPr lang="en-US" altLang="en-US"/>
              <a:t>1.Khẳng </a:t>
            </a:r>
            <a:r>
              <a:rPr lang="" altLang="en-US"/>
              <a:t>đ</a:t>
            </a:r>
            <a:r>
              <a:rPr lang="en-US" altLang="en-US"/>
              <a:t>ịnh giá trị của quyền con ng</a:t>
            </a:r>
            <a:r>
              <a:rPr lang="" altLang="en-US"/>
              <a:t>ư</a:t>
            </a:r>
            <a:r>
              <a:rPr lang="en-US" altLang="en-US"/>
              <a:t>ời</a:t>
            </a:r>
            <a:endParaRPr lang="en-US" altLang="en-US"/>
          </a:p>
          <a:p>
            <a:r>
              <a:rPr lang="en-US" altLang="en-US"/>
              <a:t>Bài học cho thấy mọi con ng</a:t>
            </a:r>
            <a:r>
              <a:rPr lang="" altLang="en-US"/>
              <a:t>ư</a:t>
            </a:r>
            <a:r>
              <a:rPr lang="en-US" altLang="en-US"/>
              <a:t>ời </a:t>
            </a:r>
            <a:r>
              <a:rPr lang="" altLang="en-US"/>
              <a:t>đ</a:t>
            </a:r>
            <a:r>
              <a:rPr lang="en-US" altLang="en-US"/>
              <a:t>ều sinh ra bình </a:t>
            </a:r>
            <a:r>
              <a:rPr lang="" altLang="en-US"/>
              <a:t>đ</a:t>
            </a:r>
            <a:r>
              <a:rPr lang="en-US" altLang="en-US"/>
              <a:t>ẳng, không ai có quyền phân biệt hay áp bức ng</a:t>
            </a:r>
            <a:r>
              <a:rPr lang="" altLang="en-US"/>
              <a:t>ư</a:t>
            </a:r>
            <a:r>
              <a:rPr lang="en-US" altLang="en-US"/>
              <a:t>ời khác vì màu da, chủng tộc hay nguồn gốc.</a:t>
            </a:r>
            <a:endParaRPr lang="en-US" altLang="en-US"/>
          </a:p>
          <a:p>
            <a:r>
              <a:rPr lang="en-US" altLang="en-US"/>
              <a:t>2.Tố cáo sự tàn bạo và phi nhân tính của chế </a:t>
            </a:r>
            <a:r>
              <a:rPr lang="" altLang="en-US"/>
              <a:t>đ</a:t>
            </a:r>
            <a:r>
              <a:rPr lang="en-US" altLang="en-US"/>
              <a:t>ộ phân biệt chủng tộc</a:t>
            </a:r>
            <a:endParaRPr lang="en-US" altLang="en-US"/>
          </a:p>
          <a:p>
            <a:r>
              <a:rPr lang="en-US" altLang="en-US"/>
              <a:t>Chế </a:t>
            </a:r>
            <a:r>
              <a:rPr lang="" altLang="en-US"/>
              <a:t>đ</a:t>
            </a:r>
            <a:r>
              <a:rPr lang="en-US" altLang="en-US"/>
              <a:t>ộ A-pác-thai là minh chứng r</a:t>
            </a:r>
            <a:r>
              <a:rPr lang="" altLang="en-US"/>
              <a:t>õ</a:t>
            </a:r>
            <a:r>
              <a:rPr lang="en-US" altLang="en-US"/>
              <a:t> ràng cho sự bất công, chà </a:t>
            </a:r>
            <a:r>
              <a:rPr lang="" altLang="en-US"/>
              <a:t>đ</a:t>
            </a:r>
            <a:r>
              <a:rPr lang="en-US" altLang="en-US"/>
              <a:t>ạp nhân phẩm con ng</a:t>
            </a:r>
            <a:r>
              <a:rPr lang="" altLang="en-US"/>
              <a:t>ư</a:t>
            </a:r>
            <a:r>
              <a:rPr lang="en-US" altLang="en-US"/>
              <a:t>ời, </a:t>
            </a:r>
            <a:r>
              <a:rPr lang="" altLang="en-US"/>
              <a:t>đ</a:t>
            </a:r>
            <a:r>
              <a:rPr lang="en-US" altLang="en-US"/>
              <a:t>i ng</a:t>
            </a:r>
            <a:r>
              <a:rPr lang="" altLang="en-US"/>
              <a:t>ư</a:t>
            </a:r>
            <a:r>
              <a:rPr lang="en-US" altLang="en-US"/>
              <a:t>ợc lại </a:t>
            </a:r>
            <a:r>
              <a:rPr lang="" altLang="en-US"/>
              <a:t>đ</a:t>
            </a:r>
            <a:r>
              <a:rPr lang="en-US" altLang="en-US"/>
              <a:t>ạo l</a:t>
            </a:r>
            <a:r>
              <a:rPr lang="" altLang="en-US"/>
              <a:t>ý</a:t>
            </a:r>
            <a:r>
              <a:rPr lang="en-US" altLang="en-US"/>
              <a:t> và tiến bộ xã hội.</a:t>
            </a:r>
            <a:endParaRPr lang="en-US" altLang="en-US"/>
          </a:p>
          <a:p>
            <a:r>
              <a:rPr lang="en-US" altLang="en-US"/>
              <a:t>3.Ca ngợi tinh thần </a:t>
            </a:r>
            <a:r>
              <a:rPr lang="" altLang="en-US"/>
              <a:t>đ</a:t>
            </a:r>
            <a:r>
              <a:rPr lang="en-US" altLang="en-US"/>
              <a:t>ấu tranh kiên c</a:t>
            </a:r>
            <a:r>
              <a:rPr lang="" altLang="en-US"/>
              <a:t>ư</a:t>
            </a:r>
            <a:r>
              <a:rPr lang="en-US" altLang="en-US"/>
              <a:t>ờng của nhân dân Nam Phi</a:t>
            </a:r>
            <a:endParaRPr lang="en-US" altLang="en-US"/>
          </a:p>
          <a:p>
            <a:r>
              <a:rPr lang="en-US" altLang="en-US"/>
              <a:t>Bài học thể hiện sức mạnh </a:t>
            </a:r>
            <a:r>
              <a:rPr lang="" altLang="en-US"/>
              <a:t>đ</a:t>
            </a:r>
            <a:r>
              <a:rPr lang="en-US" altLang="en-US"/>
              <a:t>oàn kết, </a:t>
            </a:r>
            <a:r>
              <a:rPr lang="" altLang="en-US"/>
              <a:t>ý</a:t>
            </a:r>
            <a:r>
              <a:rPr lang="en-US" altLang="en-US"/>
              <a:t> chí bền bỉ và lòng d</a:t>
            </a:r>
            <a:r>
              <a:rPr lang="" altLang="en-US"/>
              <a:t>ũ</a:t>
            </a:r>
            <a:r>
              <a:rPr lang="en-US" altLang="en-US"/>
              <a:t>ng cảm của những ng</a:t>
            </a:r>
            <a:r>
              <a:rPr lang="" altLang="en-US"/>
              <a:t>ư</a:t>
            </a:r>
            <a:r>
              <a:rPr lang="en-US" altLang="en-US"/>
              <a:t>ời </a:t>
            </a:r>
            <a:r>
              <a:rPr lang="" altLang="en-US"/>
              <a:t>đ</a:t>
            </a:r>
            <a:r>
              <a:rPr lang="en-US" altLang="en-US"/>
              <a:t>ấu tranh vì tự do, tiêu biểu là Nelson Mandela.</a:t>
            </a:r>
            <a:endParaRPr lang="en-US" altLang="en-US"/>
          </a:p>
          <a:p>
            <a:r>
              <a:rPr lang="en-US" altLang="en-US"/>
              <a:t>4.Rút ra bài học cho hiện tại và t</a:t>
            </a:r>
            <a:r>
              <a:rPr lang="" altLang="en-US"/>
              <a:t>ư</a:t>
            </a:r>
            <a:r>
              <a:rPr lang="en-US" altLang="en-US"/>
              <a:t>ơng lai</a:t>
            </a:r>
            <a:endParaRPr lang="en-US" altLang="en-US"/>
          </a:p>
          <a:p>
            <a:r>
              <a:rPr lang="en-US" altLang="en-US"/>
              <a:t>Lịch sử nhắc nhở mỗi ng</a:t>
            </a:r>
            <a:r>
              <a:rPr lang="" altLang="en-US"/>
              <a:t>ư</a:t>
            </a:r>
            <a:r>
              <a:rPr lang="en-US" altLang="en-US"/>
              <a:t>ời cần tôn trọng sự khác biệt, sống nhân ái, chống mọi hình thức phân biệt </a:t>
            </a:r>
            <a:r>
              <a:rPr lang="" altLang="en-US"/>
              <a:t>đ</a:t>
            </a:r>
            <a:r>
              <a:rPr lang="en-US" altLang="en-US"/>
              <a:t>ối xử </a:t>
            </a:r>
            <a:r>
              <a:rPr lang="" altLang="en-US"/>
              <a:t>đ</a:t>
            </a:r>
            <a:r>
              <a:rPr lang="en-US" altLang="en-US"/>
              <a:t>ể xây dựng một xã hội công bằng và v</a:t>
            </a:r>
            <a:r>
              <a:rPr lang="" altLang="en-US"/>
              <a:t>ă</a:t>
            </a:r>
            <a:r>
              <a:rPr lang="en-US" altLang="en-US"/>
              <a:t>n minh.</a:t>
            </a: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909955" y="848995"/>
            <a:ext cx="7764145" cy="36309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15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THANK    YOU</a:t>
            </a:r>
            <a:endParaRPr lang="en-US" sz="11500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84.59480314960632,&quot;left&quot;:35.46605775799137,&quot;top&quot;:126.65236220472438,&quot;width&quot;:647.0981942105126}"/>
</p:tagLst>
</file>

<file path=ppt/tags/tag2.xml><?xml version="1.0" encoding="utf-8"?>
<p:tagLst xmlns:p="http://schemas.openxmlformats.org/presentationml/2006/main">
  <p:tag name="KSO_WM_DIAGRAM_VIRTUALLY_FRAME" val="{&quot;height&quot;:184.59480314960632,&quot;left&quot;:35.46605775799137,&quot;top&quot;:126.65236220472438,&quot;width&quot;:649.0677126387657}"/>
</p:tagLst>
</file>

<file path=ppt/tags/tag3.xml><?xml version="1.0" encoding="utf-8"?>
<p:tagLst xmlns:p="http://schemas.openxmlformats.org/presentationml/2006/main">
  <p:tag name="KSO_WM_DIAGRAM_VIRTUALLY_FRAME" val="{&quot;height&quot;:184.59480314960632,&quot;left&quot;:35.46605775799137,&quot;top&quot;:126.65236220472438,&quot;width&quot;:649.0677126387657}"/>
</p:tagLst>
</file>

<file path=ppt/tags/tag4.xml><?xml version="1.0" encoding="utf-8"?>
<p:tagLst xmlns:p="http://schemas.openxmlformats.org/presentationml/2006/main">
  <p:tag name="KSO_WM_DIAGRAM_VIRTUALLY_FRAME" val="{&quot;height&quot;:184.59480314960632,&quot;left&quot;:35.46605775799137,&quot;top&quot;:126.65236220472438,&quot;width&quot;:649.0677126387657}"/>
</p:tagLst>
</file>

<file path=ppt/tags/tag5.xml><?xml version="1.0" encoding="utf-8"?>
<p:tagLst xmlns:p="http://schemas.openxmlformats.org/presentationml/2006/main">
  <p:tag name="KSO_WM_DIAGRAM_VIRTUALLY_FRAME" val="{&quot;height&quot;:184.59480314960632,&quot;left&quot;:35.46605775799137,&quot;top&quot;:126.65236220472438,&quot;width&quot;:649.0677126387657}"/>
</p:tagLst>
</file>

<file path=ppt/tags/tag6.xml><?xml version="1.0" encoding="utf-8"?>
<p:tagLst xmlns:p="http://schemas.openxmlformats.org/presentationml/2006/main">
  <p:tag name="KSO_WM_DIAGRAM_VIRTUALLY_FRAME" val="{&quot;height&quot;:184.59480314960632,&quot;left&quot;:35.46605775799137,&quot;top&quot;:126.65236220472438,&quot;width&quot;:649.0677126387657}"/>
</p:tagLst>
</file>

<file path=ppt/tags/tag7.xml><?xml version="1.0" encoding="utf-8"?>
<p:tagLst xmlns:p="http://schemas.openxmlformats.org/presentationml/2006/main">
  <p:tag name="KSO_WM_DIAGRAM_VIRTUALLY_FRAME" val="{&quot;height&quot;:184.59480314960632,&quot;left&quot;:35.46605775799137,&quot;top&quot;:126.65236220472438,&quot;width&quot;:647.0981942105126}"/>
</p:tagLst>
</file>

<file path=ppt/tags/tag8.xml><?xml version="1.0" encoding="utf-8"?>
<p:tagLst xmlns:p="http://schemas.openxmlformats.org/presentationml/2006/main">
  <p:tag name="KSO_WM_DIAGRAM_VIRTUALLY_FRAME" val="{&quot;height&quot;:184.59480314960632,&quot;left&quot;:35.46605775799137,&quot;top&quot;:126.65236220472438,&quot;width&quot;:649.0677126387657}"/>
</p:tagLst>
</file>

<file path=ppt/tags/tag9.xml><?xml version="1.0" encoding="utf-8"?>
<p:tagLst xmlns:p="http://schemas.openxmlformats.org/presentationml/2006/main">
  <p:tag name="KSO_WM_DIAGRAM_VIRTUALLY_FRAME" val="{&quot;height&quot;:184.59480314960632,&quot;left&quot;:35.46605775799137,&quot;top&quot;:126.65236220472438,&quot;width&quot;:649.0677126387657}"/>
</p:tagLst>
</file>

<file path=ppt/tags/tag10.xml><?xml version="1.0" encoding="utf-8"?>
<p:tagLst xmlns:p="http://schemas.openxmlformats.org/presentationml/2006/main">
  <p:tag name="KSO_WM_DIAGRAM_VIRTUALLY_FRAME" val="{&quot;height&quot;:184.59480314960632,&quot;left&quot;:35.46605775799137,&quot;top&quot;:126.65236220472438,&quot;width&quot;:649.0677126387657}"/>
</p:tagLst>
</file>

<file path=ppt/tags/tag11.xml><?xml version="1.0" encoding="utf-8"?>
<p:tagLst xmlns:p="http://schemas.openxmlformats.org/presentationml/2006/main">
  <p:tag name="KSO_WM_DIAGRAM_VIRTUALLY_FRAME" val="{&quot;height&quot;:184.59480314960632,&quot;left&quot;:35.46605775799137,&quot;top&quot;:126.65236220472438,&quot;width&quot;:649.0677126387657}"/>
</p:tagLst>
</file>

<file path=ppt/tags/tag12.xml><?xml version="1.0" encoding="utf-8"?>
<p:tagLst xmlns:p="http://schemas.openxmlformats.org/presentationml/2006/main">
  <p:tag name="KSO_WM_DIAGRAM_VIRTUALLY_FRAME" val="{&quot;height&quot;:184.59480314960632,&quot;left&quot;:35.46605775799137,&quot;top&quot;:126.65236220472438,&quot;width&quot;:649.0677126387657}"/>
</p:tagLst>
</file>

<file path=ppt/tags/tag13.xml><?xml version="1.0" encoding="utf-8"?>
<p:tagLst xmlns:p="http://schemas.openxmlformats.org/presentationml/2006/main">
  <p:tag name="KSO_WM_DIAGRAM_VIRTUALLY_FRAME" val="{&quot;height&quot;:184.59480314960632,&quot;left&quot;:35.46605775799137,&quot;top&quot;:126.65236220472438,&quot;width&quot;:647.0981942105126}"/>
</p:tagLst>
</file>

<file path=ppt/tags/tag14.xml><?xml version="1.0" encoding="utf-8"?>
<p:tagLst xmlns:p="http://schemas.openxmlformats.org/presentationml/2006/main">
  <p:tag name="KSO_WM_DIAGRAM_VIRTUALLY_FRAME" val="{&quot;height&quot;:184.59480314960632,&quot;left&quot;:35.46605775799137,&quot;top&quot;:126.65236220472438,&quot;width&quot;:649.0677126387657}"/>
</p:tagLst>
</file>

<file path=ppt/tags/tag15.xml><?xml version="1.0" encoding="utf-8"?>
<p:tagLst xmlns:p="http://schemas.openxmlformats.org/presentationml/2006/main">
  <p:tag name="KSO_WM_DIAGRAM_VIRTUALLY_FRAME" val="{&quot;height&quot;:184.59480314960632,&quot;left&quot;:35.46605775799137,&quot;top&quot;:126.65236220472438,&quot;width&quot;:649.0677126387657}"/>
</p:tagLst>
</file>

<file path=ppt/tags/tag16.xml><?xml version="1.0" encoding="utf-8"?>
<p:tagLst xmlns:p="http://schemas.openxmlformats.org/presentationml/2006/main">
  <p:tag name="KSO_WM_DIAGRAM_VIRTUALLY_FRAME" val="{&quot;height&quot;:184.59480314960632,&quot;left&quot;:35.46605775799137,&quot;top&quot;:126.65236220472438,&quot;width&quot;:649.0677126387657}"/>
</p:tagLst>
</file>

<file path=ppt/tags/tag17.xml><?xml version="1.0" encoding="utf-8"?>
<p:tagLst xmlns:p="http://schemas.openxmlformats.org/presentationml/2006/main">
  <p:tag name="KSO_WM_DIAGRAM_VIRTUALLY_FRAME" val="{&quot;height&quot;:184.59480314960632,&quot;left&quot;:35.46605775799137,&quot;top&quot;:126.65236220472438,&quot;width&quot;:649.0677126387657}"/>
</p:tagLst>
</file>

<file path=ppt/tags/tag18.xml><?xml version="1.0" encoding="utf-8"?>
<p:tagLst xmlns:p="http://schemas.openxmlformats.org/presentationml/2006/main">
  <p:tag name="KSO_WM_DIAGRAM_VIRTUALLY_FRAME" val="{&quot;height&quot;:184.59480314960632,&quot;left&quot;:35.46605775799137,&quot;top&quot;:126.65236220472438,&quot;width&quot;:649.0677126387657}"/>
</p:tagLst>
</file>

<file path=ppt/tags/tag19.xml><?xml version="1.0" encoding="utf-8"?>
<p:tagLst xmlns:p="http://schemas.openxmlformats.org/presentationml/2006/main">
  <p:tag name="KSO_WM_DIAGRAM_VIRTUALLY_FRAME" val="{&quot;height&quot;:184.59480314960632,&quot;left&quot;:35.46605775799137,&quot;top&quot;:126.65236220472438,&quot;width&quot;:647.0981942105126}"/>
</p:tagLst>
</file>

<file path=ppt/tags/tag20.xml><?xml version="1.0" encoding="utf-8"?>
<p:tagLst xmlns:p="http://schemas.openxmlformats.org/presentationml/2006/main">
  <p:tag name="KSO_WM_DIAGRAM_VIRTUALLY_FRAME" val="{&quot;height&quot;:184.59480314960632,&quot;left&quot;:35.46605775799137,&quot;top&quot;:126.65236220472438,&quot;width&quot;:649.0677126387657}"/>
</p:tagLst>
</file>

<file path=ppt/tags/tag21.xml><?xml version="1.0" encoding="utf-8"?>
<p:tagLst xmlns:p="http://schemas.openxmlformats.org/presentationml/2006/main">
  <p:tag name="KSO_WM_DIAGRAM_VIRTUALLY_FRAME" val="{&quot;height&quot;:184.59480314960632,&quot;left&quot;:35.46605775799137,&quot;top&quot;:126.65236220472438,&quot;width&quot;:649.0677126387657}"/>
</p:tagLst>
</file>

<file path=ppt/tags/tag22.xml><?xml version="1.0" encoding="utf-8"?>
<p:tagLst xmlns:p="http://schemas.openxmlformats.org/presentationml/2006/main">
  <p:tag name="KSO_WM_DIAGRAM_VIRTUALLY_FRAME" val="{&quot;height&quot;:184.59480314960632,&quot;left&quot;:35.46605775799137,&quot;top&quot;:126.65236220472438,&quot;width&quot;:649.0677126387657}"/>
</p:tagLst>
</file>

<file path=ppt/tags/tag23.xml><?xml version="1.0" encoding="utf-8"?>
<p:tagLst xmlns:p="http://schemas.openxmlformats.org/presentationml/2006/main">
  <p:tag name="KSO_WM_DIAGRAM_VIRTUALLY_FRAME" val="{&quot;height&quot;:184.59480314960632,&quot;left&quot;:35.46605775799137,&quot;top&quot;:126.65236220472438,&quot;width&quot;:649.0677126387657}"/>
</p:tagLst>
</file>

<file path=ppt/tags/tag24.xml><?xml version="1.0" encoding="utf-8"?>
<p:tagLst xmlns:p="http://schemas.openxmlformats.org/presentationml/2006/main">
  <p:tag name="KSO_WM_DIAGRAM_VIRTUALLY_FRAME" val="{&quot;height&quot;:184.59480314960632,&quot;left&quot;:35.46605775799137,&quot;top&quot;:126.65236220472438,&quot;width&quot;:649.0677126387657}"/>
</p:tagLst>
</file>

<file path=ppt/tags/tag25.xml><?xml version="1.0" encoding="utf-8"?>
<p:tagLst xmlns:p="http://schemas.openxmlformats.org/presentationml/2006/main">
  <p:tag name="KSO_WM_DIAGRAM_VIRTUALLY_FRAME" val="{&quot;height&quot;:184.59480314960632,&quot;left&quot;:35.46605775799137,&quot;top&quot;:126.65236220472438,&quot;width&quot;:647.0981942105126}"/>
</p:tagLst>
</file>

<file path=ppt/tags/tag26.xml><?xml version="1.0" encoding="utf-8"?>
<p:tagLst xmlns:p="http://schemas.openxmlformats.org/presentationml/2006/main">
  <p:tag name="KSO_WM_DIAGRAM_VIRTUALLY_FRAME" val="{&quot;height&quot;:184.59480314960632,&quot;left&quot;:35.46605775799137,&quot;top&quot;:126.65236220472438,&quot;width&quot;:649.0677126387657}"/>
</p:tagLst>
</file>

<file path=ppt/tags/tag27.xml><?xml version="1.0" encoding="utf-8"?>
<p:tagLst xmlns:p="http://schemas.openxmlformats.org/presentationml/2006/main">
  <p:tag name="KSO_WM_DIAGRAM_VIRTUALLY_FRAME" val="{&quot;height&quot;:184.59480314960632,&quot;left&quot;:35.46605775799137,&quot;top&quot;:126.65236220472438,&quot;width&quot;:649.0677126387657}"/>
</p:tagLst>
</file>

<file path=ppt/tags/tag28.xml><?xml version="1.0" encoding="utf-8"?>
<p:tagLst xmlns:p="http://schemas.openxmlformats.org/presentationml/2006/main">
  <p:tag name="KSO_WM_DIAGRAM_VIRTUALLY_FRAME" val="{&quot;height&quot;:184.59480314960632,&quot;left&quot;:35.46605775799137,&quot;top&quot;:126.65236220472438,&quot;width&quot;:649.0677126387657}"/>
</p:tagLst>
</file>

<file path=ppt/tags/tag29.xml><?xml version="1.0" encoding="utf-8"?>
<p:tagLst xmlns:p="http://schemas.openxmlformats.org/presentationml/2006/main">
  <p:tag name="KSO_WM_DIAGRAM_VIRTUALLY_FRAME" val="{&quot;height&quot;:184.59480314960632,&quot;left&quot;:35.46605775799137,&quot;top&quot;:126.65236220472438,&quot;width&quot;:649.0677126387657}"/>
</p:tagLst>
</file>

<file path=ppt/tags/tag30.xml><?xml version="1.0" encoding="utf-8"?>
<p:tagLst xmlns:p="http://schemas.openxmlformats.org/presentationml/2006/main">
  <p:tag name="KSO_WM_DIAGRAM_VIRTUALLY_FRAME" val="{&quot;height&quot;:184.59480314960632,&quot;left&quot;:35.46605775799137,&quot;top&quot;:126.65236220472438,&quot;width&quot;:649.0677126387657}"/>
</p:tagLst>
</file>

<file path=ppt/tags/tag31.xml><?xml version="1.0" encoding="utf-8"?>
<p:tagLst xmlns:p="http://schemas.openxmlformats.org/presentationml/2006/main">
  <p:tag name="KSO_WM_DIAGRAM_VIRTUALLY_FRAME" val="{&quot;height&quot;:322.2870078740158,&quot;left&quot;:21.25,&quot;top&quot;:96.71299212598424,&quot;width&quot;:677.5218897637794}"/>
</p:tagLst>
</file>

<file path=ppt/tags/tag32.xml><?xml version="1.0" encoding="utf-8"?>
<p:tagLst xmlns:p="http://schemas.openxmlformats.org/presentationml/2006/main">
  <p:tag name="KSO_WM_DIAGRAM_VIRTUALLY_FRAME" val="{&quot;height&quot;:322.2870078740158,&quot;left&quot;:21.25,&quot;top&quot;:96.71299212598424,&quot;width&quot;:677.5218897637794}"/>
</p:tagLst>
</file>

<file path=ppt/tags/tag33.xml><?xml version="1.0" encoding="utf-8"?>
<p:tagLst xmlns:p="http://schemas.openxmlformats.org/presentationml/2006/main">
  <p:tag name="KSO_WM_DIAGRAM_VIRTUALLY_FRAME" val="{&quot;height&quot;:322.2870078740158,&quot;left&quot;:21.25,&quot;top&quot;:96.71299212598424,&quot;width&quot;:677.5218897637794}"/>
</p:tagLst>
</file>

<file path=ppt/tags/tag34.xml><?xml version="1.0" encoding="utf-8"?>
<p:tagLst xmlns:p="http://schemas.openxmlformats.org/presentationml/2006/main">
  <p:tag name="KSO_WM_DIAGRAM_VIRTUALLY_FRAME" val="{&quot;height&quot;:322.2870078740158,&quot;left&quot;:21.25,&quot;top&quot;:96.71299212598424,&quot;width&quot;:677.5218897637794}"/>
</p:tagLst>
</file>

<file path=ppt/tags/tag35.xml><?xml version="1.0" encoding="utf-8"?>
<p:tagLst xmlns:p="http://schemas.openxmlformats.org/presentationml/2006/main">
  <p:tag name="KSO_WM_DIAGRAM_VIRTUALLY_FRAME" val="{&quot;height&quot;:322.2870078740158,&quot;left&quot;:21.25,&quot;top&quot;:96.71299212598424,&quot;width&quot;:677.5218897637794}"/>
</p:tagLst>
</file>

<file path=ppt/tags/tag36.xml><?xml version="1.0" encoding="utf-8"?>
<p:tagLst xmlns:p="http://schemas.openxmlformats.org/presentationml/2006/main">
  <p:tag name="KSO_WM_DIAGRAM_VIRTUALLY_FRAME" val="{&quot;height&quot;:322.2870078740158,&quot;left&quot;:21.25,&quot;top&quot;:96.71299212598424,&quot;width&quot;:677.5218897637794}"/>
</p:tagLst>
</file>

<file path=ppt/tags/tag37.xml><?xml version="1.0" encoding="utf-8"?>
<p:tagLst xmlns:p="http://schemas.openxmlformats.org/presentationml/2006/main">
  <p:tag name="KSO_WM_DIAGRAM_VIRTUALLY_FRAME" val="{&quot;height&quot;:322.2870078740158,&quot;left&quot;:21.25,&quot;top&quot;:96.71299212598424,&quot;width&quot;:677.5218897637794}"/>
</p:tagLst>
</file>

<file path=ppt/tags/tag38.xml><?xml version="1.0" encoding="utf-8"?>
<p:tagLst xmlns:p="http://schemas.openxmlformats.org/presentationml/2006/main">
  <p:tag name="KSO_WM_DIAGRAM_VIRTUALLY_FRAME" val="{&quot;height&quot;:322.2870078740158,&quot;left&quot;:21.25,&quot;top&quot;:96.71299212598424,&quot;width&quot;:677.5218897637794}"/>
</p:tagLst>
</file>

<file path=ppt/tags/tag39.xml><?xml version="1.0" encoding="utf-8"?>
<p:tagLst xmlns:p="http://schemas.openxmlformats.org/presentationml/2006/main">
  <p:tag name="KSO_WM_DIAGRAM_VIRTUALLY_FRAME" val="{&quot;height&quot;:322.2870078740158,&quot;left&quot;:21.25,&quot;top&quot;:96.71299212598424,&quot;width&quot;:677.5218897637794}"/>
</p:tagLst>
</file>

<file path=ppt/tags/tag40.xml><?xml version="1.0" encoding="utf-8"?>
<p:tagLst xmlns:p="http://schemas.openxmlformats.org/presentationml/2006/main">
  <p:tag name="KSO_WM_DIAGRAM_VIRTUALLY_FRAME" val="{&quot;height&quot;:322.2870078740158,&quot;left&quot;:21.25,&quot;top&quot;:96.71299212598424,&quot;width&quot;:677.5218897637794}"/>
</p:tagLst>
</file>

<file path=ppt/tags/tag41.xml><?xml version="1.0" encoding="utf-8"?>
<p:tagLst xmlns:p="http://schemas.openxmlformats.org/presentationml/2006/main">
  <p:tag name="KSO_WM_DIAGRAM_VIRTUALLY_FRAME" val="{&quot;height&quot;:322.2870078740158,&quot;left&quot;:21.25,&quot;top&quot;:96.71299212598424,&quot;width&quot;:677.5218897637794}"/>
</p:tagLst>
</file>

<file path=ppt/tags/tag42.xml><?xml version="1.0" encoding="utf-8"?>
<p:tagLst xmlns:p="http://schemas.openxmlformats.org/presentationml/2006/main">
  <p:tag name="KSO_WM_DIAGRAM_VIRTUALLY_FRAME" val="{&quot;height&quot;:322.2870078740158,&quot;left&quot;:21.25,&quot;top&quot;:96.71299212598424,&quot;width&quot;:677.5218897637794}"/>
</p:tagLst>
</file>

<file path=ppt/tags/tag43.xml><?xml version="1.0" encoding="utf-8"?>
<p:tagLst xmlns:p="http://schemas.openxmlformats.org/presentationml/2006/main">
  <p:tag name="KSO_WM_DIAGRAM_VIRTUALLY_FRAME" val="{&quot;height&quot;:322.2870078740158,&quot;left&quot;:21.25,&quot;top&quot;:96.71299212598424,&quot;width&quot;:677.5218897637794}"/>
</p:tagLst>
</file>

<file path=ppt/tags/tag44.xml><?xml version="1.0" encoding="utf-8"?>
<p:tagLst xmlns:p="http://schemas.openxmlformats.org/presentationml/2006/main">
  <p:tag name="KSO_WM_DIAGRAM_VIRTUALLY_FRAME" val="{&quot;height&quot;:322.2870078740158,&quot;left&quot;:21.25,&quot;top&quot;:96.71299212598424,&quot;width&quot;:677.5218897637794}"/>
</p:tagLst>
</file>

<file path=ppt/tags/tag45.xml><?xml version="1.0" encoding="utf-8"?>
<p:tagLst xmlns:p="http://schemas.openxmlformats.org/presentationml/2006/main">
  <p:tag name="KSO_WM_DIAGRAM_VIRTUALLY_FRAME" val="{&quot;height&quot;:322.2870078740158,&quot;left&quot;:21.25,&quot;top&quot;:96.71299212598424,&quot;width&quot;:677.5218897637794}"/>
</p:tagLst>
</file>

<file path=ppt/tags/tag46.xml><?xml version="1.0" encoding="utf-8"?>
<p:tagLst xmlns:p="http://schemas.openxmlformats.org/presentationml/2006/main">
  <p:tag name="KSO_WM_DIAGRAM_VIRTUALLY_FRAME" val="{&quot;height&quot;:322.2870078740158,&quot;left&quot;:21.25,&quot;top&quot;:96.71299212598424,&quot;width&quot;:677.5218897637794}"/>
</p:tagLst>
</file>

<file path=ppt/tags/tag47.xml><?xml version="1.0" encoding="utf-8"?>
<p:tagLst xmlns:p="http://schemas.openxmlformats.org/presentationml/2006/main">
  <p:tag name="KSO_WM_DIAGRAM_VIRTUALLY_FRAME" val="{&quot;height&quot;:322.2870078740158,&quot;left&quot;:21.25,&quot;top&quot;:96.71299212598424,&quot;width&quot;:677.5218897637794}"/>
</p:tagLst>
</file>

<file path=ppt/tags/tag48.xml><?xml version="1.0" encoding="utf-8"?>
<p:tagLst xmlns:p="http://schemas.openxmlformats.org/presentationml/2006/main">
  <p:tag name="KSO_WM_DIAGRAM_VIRTUALLY_FRAME" val="{&quot;height&quot;:322.2870078740158,&quot;left&quot;:21.25,&quot;top&quot;:96.71299212598424,&quot;width&quot;:677.5218897637794}"/>
</p:tagLst>
</file>

<file path=ppt/tags/tag49.xml><?xml version="1.0" encoding="utf-8"?>
<p:tagLst xmlns:p="http://schemas.openxmlformats.org/presentationml/2006/main">
  <p:tag name="KSO_WM_DIAGRAM_VIRTUALLY_FRAME" val="{&quot;height&quot;:322.2870078740158,&quot;left&quot;:21.25,&quot;top&quot;:96.71299212598424,&quot;width&quot;:677.5218897637794}"/>
</p:tagLst>
</file>

<file path=ppt/tags/tag50.xml><?xml version="1.0" encoding="utf-8"?>
<p:tagLst xmlns:p="http://schemas.openxmlformats.org/presentationml/2006/main">
  <p:tag name="KSO_WM_DIAGRAM_VIRTUALLY_FRAME" val="{&quot;height&quot;:322.2870078740158,&quot;left&quot;:21.25,&quot;top&quot;:96.71299212598424,&quot;width&quot;:677.5218897637794}"/>
</p:tagLst>
</file>

<file path=ppt/tags/tag51.xml><?xml version="1.0" encoding="utf-8"?>
<p:tagLst xmlns:p="http://schemas.openxmlformats.org/presentationml/2006/main">
  <p:tag name="KSO_WM_DIAGRAM_VIRTUALLY_FRAME" val="{&quot;height&quot;:322.2870078740158,&quot;left&quot;:21.25,&quot;top&quot;:96.71299212598424,&quot;width&quot;:677.5218897637794}"/>
</p:tagLst>
</file>

<file path=ppt/tags/tag52.xml><?xml version="1.0" encoding="utf-8"?>
<p:tagLst xmlns:p="http://schemas.openxmlformats.org/presentationml/2006/main">
  <p:tag name="KSO_WM_DIAGRAM_VIRTUALLY_FRAME" val="{&quot;height&quot;:322.2870078740158,&quot;left&quot;:21.25,&quot;top&quot;:96.71299212598424,&quot;width&quot;:677.5218897637794}"/>
</p:tagLst>
</file>

<file path=ppt/tags/tag53.xml><?xml version="1.0" encoding="utf-8"?>
<p:tagLst xmlns:p="http://schemas.openxmlformats.org/presentationml/2006/main">
  <p:tag name="KSO_WM_DIAGRAM_VIRTUALLY_FRAME" val="{&quot;height&quot;:322.2870078740158,&quot;left&quot;:21.25,&quot;top&quot;:96.71299212598424,&quot;width&quot;:677.5218897637794}"/>
</p:tagLst>
</file>

<file path=ppt/tags/tag54.xml><?xml version="1.0" encoding="utf-8"?>
<p:tagLst xmlns:p="http://schemas.openxmlformats.org/presentationml/2006/main">
  <p:tag name="KSO_WM_DIAGRAM_VIRTUALLY_FRAME" val="{&quot;height&quot;:322.2870078740158,&quot;left&quot;:21.25,&quot;top&quot;:96.71299212598424,&quot;width&quot;:677.5218897637794}"/>
</p:tagLst>
</file>

<file path=ppt/tags/tag55.xml><?xml version="1.0" encoding="utf-8"?>
<p:tagLst xmlns:p="http://schemas.openxmlformats.org/presentationml/2006/main">
  <p:tag name="KSO_WM_DIAGRAM_VIRTUALLY_FRAME" val="{&quot;height&quot;:322.2870078740158,&quot;left&quot;:21.25,&quot;top&quot;:96.71299212598424,&quot;width&quot;:677.5218897637794}"/>
</p:tagLst>
</file>

<file path=ppt/tags/tag56.xml><?xml version="1.0" encoding="utf-8"?>
<p:tagLst xmlns:p="http://schemas.openxmlformats.org/presentationml/2006/main">
  <p:tag name="KSO_WM_DIAGRAM_VIRTUALLY_FRAME" val="{&quot;height&quot;:322.2870078740158,&quot;left&quot;:21.25,&quot;top&quot;:96.71299212598424,&quot;width&quot;:677.5218897637794}"/>
</p:tagLst>
</file>

<file path=ppt/tags/tag57.xml><?xml version="1.0" encoding="utf-8"?>
<p:tagLst xmlns:p="http://schemas.openxmlformats.org/presentationml/2006/main">
  <p:tag name="KSO_WM_DIAGRAM_VIRTUALLY_FRAME" val="{&quot;height&quot;:322.2870078740158,&quot;left&quot;:21.25,&quot;top&quot;:96.71299212598424,&quot;width&quot;:677.5218897637794}"/>
</p:tagLst>
</file>

<file path=ppt/tags/tag58.xml><?xml version="1.0" encoding="utf-8"?>
<p:tagLst xmlns:p="http://schemas.openxmlformats.org/presentationml/2006/main">
  <p:tag name="KSO_WM_DIAGRAM_VIRTUALLY_FRAME" val="{&quot;height&quot;:322.2870078740158,&quot;left&quot;:21.25,&quot;top&quot;:96.71299212598424,&quot;width&quot;:677.5218897637794}"/>
</p:tagLst>
</file>

<file path=ppt/tags/tag59.xml><?xml version="1.0" encoding="utf-8"?>
<p:tagLst xmlns:p="http://schemas.openxmlformats.org/presentationml/2006/main">
  <p:tag name="KSO_WM_DIAGRAM_VIRTUALLY_FRAME" val="{&quot;height&quot;:322.2870078740158,&quot;left&quot;:21.25,&quot;top&quot;:96.71299212598424,&quot;width&quot;:677.5218897637794}"/>
</p:tagLst>
</file>

<file path=ppt/tags/tag60.xml><?xml version="1.0" encoding="utf-8"?>
<p:tagLst xmlns:p="http://schemas.openxmlformats.org/presentationml/2006/main">
  <p:tag name="KSO_WM_DIAGRAM_VIRTUALLY_FRAME" val="{&quot;height&quot;:322.2870078740158,&quot;left&quot;:21.25,&quot;top&quot;:96.71299212598424,&quot;width&quot;:677.5218897637794}"/>
</p:tagLst>
</file>

<file path=ppt/tags/tag61.xml><?xml version="1.0" encoding="utf-8"?>
<p:tagLst xmlns:p="http://schemas.openxmlformats.org/presentationml/2006/main">
  <p:tag name="KSO_WM_DIAGRAM_VIRTUALLY_FRAME" val="{&quot;height&quot;:322.2870078740158,&quot;left&quot;:21.25,&quot;top&quot;:96.71299212598424,&quot;width&quot;:677.5218897637794}"/>
</p:tagLst>
</file>

<file path=ppt/tags/tag62.xml><?xml version="1.0" encoding="utf-8"?>
<p:tagLst xmlns:p="http://schemas.openxmlformats.org/presentationml/2006/main">
  <p:tag name="KSO_WM_DIAGRAM_VIRTUALLY_FRAME" val="{&quot;height&quot;:322.2870078740158,&quot;left&quot;:21.25,&quot;top&quot;:96.71299212598424,&quot;width&quot;:677.5218897637794}"/>
</p:tagLst>
</file>

<file path=ppt/tags/tag63.xml><?xml version="1.0" encoding="utf-8"?>
<p:tagLst xmlns:p="http://schemas.openxmlformats.org/presentationml/2006/main">
  <p:tag name="KSO_WM_DIAGRAM_VIRTUALLY_FRAME" val="{&quot;height&quot;:322.2870078740158,&quot;left&quot;:21.25,&quot;top&quot;:96.71299212598424,&quot;width&quot;:677.5218897637794}"/>
</p:tagLst>
</file>

<file path=ppt/tags/tag64.xml><?xml version="1.0" encoding="utf-8"?>
<p:tagLst xmlns:p="http://schemas.openxmlformats.org/presentationml/2006/main">
  <p:tag name="KSO_WM_DIAGRAM_VIRTUALLY_FRAME" val="{&quot;height&quot;:322.2870078740158,&quot;left&quot;:21.25,&quot;top&quot;:96.71299212598424,&quot;width&quot;:677.5218897637794}"/>
</p:tagLst>
</file>

<file path=ppt/tags/tag65.xml><?xml version="1.0" encoding="utf-8"?>
<p:tagLst xmlns:p="http://schemas.openxmlformats.org/presentationml/2006/main">
  <p:tag name="KSO_WM_DIAGRAM_VIRTUALLY_FRAME" val="{&quot;height&quot;:322.2870078740158,&quot;left&quot;:21.25,&quot;top&quot;:96.71299212598424,&quot;width&quot;:677.5218897637794}"/>
</p:tagLst>
</file>

<file path=ppt/tags/tag66.xml><?xml version="1.0" encoding="utf-8"?>
<p:tagLst xmlns:p="http://schemas.openxmlformats.org/presentationml/2006/main">
  <p:tag name="KSO_WM_DIAGRAM_VIRTUALLY_FRAME" val="{&quot;height&quot;:322.2870078740158,&quot;left&quot;:21.25,&quot;top&quot;:96.71299212598424,&quot;width&quot;:677.5218897637794}"/>
</p:tagLst>
</file>

<file path=ppt/tags/tag67.xml><?xml version="1.0" encoding="utf-8"?>
<p:tagLst xmlns:p="http://schemas.openxmlformats.org/presentationml/2006/main">
  <p:tag name="KSO_WM_DIAGRAM_VIRTUALLY_FRAME" val="{&quot;height&quot;:322.2870078740158,&quot;left&quot;:21.25,&quot;top&quot;:96.71299212598424,&quot;width&quot;:677.5218897637794}"/>
</p:tagLst>
</file>

<file path=ppt/tags/tag68.xml><?xml version="1.0" encoding="utf-8"?>
<p:tagLst xmlns:p="http://schemas.openxmlformats.org/presentationml/2006/main">
  <p:tag name="KSO_WM_DIAGRAM_VIRTUALLY_FRAME" val="{&quot;height&quot;:322.2870078740158,&quot;left&quot;:21.25,&quot;top&quot;:96.71299212598424,&quot;width&quot;:677.5218897637794}"/>
</p:tagLst>
</file>

<file path=ppt/tags/tag69.xml><?xml version="1.0" encoding="utf-8"?>
<p:tagLst xmlns:p="http://schemas.openxmlformats.org/presentationml/2006/main">
  <p:tag name="KSO_WM_DIAGRAM_VIRTUALLY_FRAME" val="{&quot;height&quot;:322.2870078740158,&quot;left&quot;:21.25,&quot;top&quot;:96.71299212598424,&quot;width&quot;:677.5218897637794}"/>
</p:tagLst>
</file>

<file path=ppt/tags/tag70.xml><?xml version="1.0" encoding="utf-8"?>
<p:tagLst xmlns:p="http://schemas.openxmlformats.org/presentationml/2006/main">
  <p:tag name="KSO_WM_DIAGRAM_VIRTUALLY_FRAME" val="{&quot;height&quot;:322.2870078740158,&quot;left&quot;:21.25,&quot;top&quot;:96.71299212598424,&quot;width&quot;:677.5218897637794}"/>
</p:tagLst>
</file>

<file path=ppt/tags/tag71.xml><?xml version="1.0" encoding="utf-8"?>
<p:tagLst xmlns:p="http://schemas.openxmlformats.org/presentationml/2006/main">
  <p:tag name="KSO_WM_DIAGRAM_VIRTUALLY_FRAME" val="{&quot;height&quot;:322.2870078740158,&quot;left&quot;:21.25,&quot;top&quot;:96.71299212598424,&quot;width&quot;:677.5218897637794}"/>
</p:tagLst>
</file>

<file path=ppt/tags/tag72.xml><?xml version="1.0" encoding="utf-8"?>
<p:tagLst xmlns:p="http://schemas.openxmlformats.org/presentationml/2006/main">
  <p:tag name="KSO_WM_DIAGRAM_VIRTUALLY_FRAME" val="{&quot;height&quot;:322.2870078740158,&quot;left&quot;:21.25,&quot;top&quot;:96.71299212598424,&quot;width&quot;:677.5218897637794}"/>
</p:tagLst>
</file>

<file path=ppt/tags/tag73.xml><?xml version="1.0" encoding="utf-8"?>
<p:tagLst xmlns:p="http://schemas.openxmlformats.org/presentationml/2006/main">
  <p:tag name="KSO_WM_DIAGRAM_VIRTUALLY_FRAME" val="{&quot;height&quot;:322.2870078740158,&quot;left&quot;:21.25,&quot;top&quot;:96.71299212598424,&quot;width&quot;:677.5218897637794}"/>
</p:tagLst>
</file>

<file path=ppt/tags/tag74.xml><?xml version="1.0" encoding="utf-8"?>
<p:tagLst xmlns:p="http://schemas.openxmlformats.org/presentationml/2006/main">
  <p:tag name="KSO_WM_DIAGRAM_VIRTUALLY_FRAME" val="{&quot;height&quot;:322.2870078740158,&quot;left&quot;:21.25,&quot;top&quot;:96.71299212598424,&quot;width&quot;:677.5218897637794}"/>
</p:tagLst>
</file>

<file path=ppt/tags/tag75.xml><?xml version="1.0" encoding="utf-8"?>
<p:tagLst xmlns:p="http://schemas.openxmlformats.org/presentationml/2006/main">
  <p:tag name="KSO_WM_DIAGRAM_VIRTUALLY_FRAME" val="{&quot;height&quot;:322.2870078740158,&quot;left&quot;:21.25,&quot;top&quot;:96.71299212598424,&quot;width&quot;:677.5218897637794}"/>
</p:tagLst>
</file>

<file path=ppt/tags/tag76.xml><?xml version="1.0" encoding="utf-8"?>
<p:tagLst xmlns:p="http://schemas.openxmlformats.org/presentationml/2006/main">
  <p:tag name="KSO_WM_DIAGRAM_VIRTUALLY_FRAME" val="{&quot;height&quot;:322.2870078740158,&quot;left&quot;:21.25,&quot;top&quot;:96.71299212598424,&quot;width&quot;:677.5218897637794}"/>
</p:tagLst>
</file>

<file path=ppt/tags/tag77.xml><?xml version="1.0" encoding="utf-8"?>
<p:tagLst xmlns:p="http://schemas.openxmlformats.org/presentationml/2006/main">
  <p:tag name="KSO_WM_DIAGRAM_VIRTUALLY_FRAME" val="{&quot;height&quot;:322.2870078740158,&quot;left&quot;:21.25,&quot;top&quot;:96.71299212598424,&quot;width&quot;:677.5218897637794}"/>
</p:tagLst>
</file>

<file path=ppt/tags/tag78.xml><?xml version="1.0" encoding="utf-8"?>
<p:tagLst xmlns:p="http://schemas.openxmlformats.org/presentationml/2006/main">
  <p:tag name="KSO_WM_DIAGRAM_VIRTUALLY_FRAME" val="{&quot;height&quot;:322.2870078740158,&quot;left&quot;:21.25,&quot;top&quot;:96.71299212598424,&quot;width&quot;:677.5218897637794}"/>
</p:tagLst>
</file>

<file path=ppt/tags/tag79.xml><?xml version="1.0" encoding="utf-8"?>
<p:tagLst xmlns:p="http://schemas.openxmlformats.org/presentationml/2006/main">
  <p:tag name="KSO_WM_DIAGRAM_VIRTUALLY_FRAME" val="{&quot;height&quot;:322.2870078740158,&quot;left&quot;:21.25,&quot;top&quot;:96.71299212598424,&quot;width&quot;:677.5218897637794}"/>
</p:tagLst>
</file>

<file path=ppt/tags/tag80.xml><?xml version="1.0" encoding="utf-8"?>
<p:tagLst xmlns:p="http://schemas.openxmlformats.org/presentationml/2006/main">
  <p:tag name="KSO_WM_DIAGRAM_VIRTUALLY_FRAME" val="{&quot;height&quot;:322.2870078740158,&quot;left&quot;:21.25,&quot;top&quot;:96.71299212598424,&quot;width&quot;:677.5218897637794}"/>
</p:tagLst>
</file>

<file path=ppt/tags/tag81.xml><?xml version="1.0" encoding="utf-8"?>
<p:tagLst xmlns:p="http://schemas.openxmlformats.org/presentationml/2006/main">
  <p:tag name="KSO_WM_DIAGRAM_VIRTUALLY_FRAME" val="{&quot;height&quot;:322.2870078740158,&quot;left&quot;:21.25,&quot;top&quot;:96.71299212598424,&quot;width&quot;:677.5218897637794}"/>
</p:tagLst>
</file>

<file path=ppt/tags/tag82.xml><?xml version="1.0" encoding="utf-8"?>
<p:tagLst xmlns:p="http://schemas.openxmlformats.org/presentationml/2006/main">
  <p:tag name="KSO_WM_DIAGRAM_VIRTUALLY_FRAME" val="{&quot;height&quot;:322.2870078740158,&quot;left&quot;:21.25,&quot;top&quot;:96.71299212598424,&quot;width&quot;:677.5218897637794}"/>
</p:tagLst>
</file>

<file path=ppt/tags/tag83.xml><?xml version="1.0" encoding="utf-8"?>
<p:tagLst xmlns:p="http://schemas.openxmlformats.org/presentationml/2006/main">
  <p:tag name="KSO_WM_DIAGRAM_VIRTUALLY_FRAME" val="{&quot;height&quot;:322.2870078740158,&quot;left&quot;:21.25,&quot;top&quot;:96.71299212598424,&quot;width&quot;:677.5218897637794}"/>
</p:tagLst>
</file>

<file path=ppt/tags/tag84.xml><?xml version="1.0" encoding="utf-8"?>
<p:tagLst xmlns:p="http://schemas.openxmlformats.org/presentationml/2006/main">
  <p:tag name="KSO_WM_DIAGRAM_VIRTUALLY_FRAME" val="{&quot;height&quot;:322.2870078740158,&quot;left&quot;:21.25,&quot;top&quot;:96.71299212598424,&quot;width&quot;:677.5218897637794}"/>
</p:tagLst>
</file>

<file path=ppt/tags/tag85.xml><?xml version="1.0" encoding="utf-8"?>
<p:tagLst xmlns:p="http://schemas.openxmlformats.org/presentationml/2006/main">
  <p:tag name="KSO_WM_DIAGRAM_VIRTUALLY_FRAME" val="{&quot;height&quot;:322.2870078740158,&quot;left&quot;:21.25,&quot;top&quot;:96.71299212598424,&quot;width&quot;:677.5218897637794}"/>
</p:tagLst>
</file>

<file path=ppt/tags/tag86.xml><?xml version="1.0" encoding="utf-8"?>
<p:tagLst xmlns:p="http://schemas.openxmlformats.org/presentationml/2006/main">
  <p:tag name="KSO_WM_DIAGRAM_VIRTUALLY_FRAME" val="{&quot;height&quot;:322.2870078740158,&quot;left&quot;:21.25,&quot;top&quot;:96.71299212598424,&quot;width&quot;:677.5218897637794}"/>
</p:tagLst>
</file>

<file path=ppt/tags/tag87.xml><?xml version="1.0" encoding="utf-8"?>
<p:tagLst xmlns:p="http://schemas.openxmlformats.org/presentationml/2006/main">
  <p:tag name="KSO_WM_DIAGRAM_VIRTUALLY_FRAME" val="{&quot;height&quot;:322.2870078740158,&quot;left&quot;:21.25,&quot;top&quot;:96.71299212598424,&quot;width&quot;:677.5218897637794}"/>
</p:tagLst>
</file>

<file path=ppt/tags/tag88.xml><?xml version="1.0" encoding="utf-8"?>
<p:tagLst xmlns:p="http://schemas.openxmlformats.org/presentationml/2006/main">
  <p:tag name="KSO_WM_DIAGRAM_VIRTUALLY_FRAME" val="{&quot;height&quot;:322.2870078740158,&quot;left&quot;:21.25,&quot;top&quot;:96.71299212598424,&quot;width&quot;:677.5218897637794}"/>
</p:tagLst>
</file>

<file path=ppt/tags/tag89.xml><?xml version="1.0" encoding="utf-8"?>
<p:tagLst xmlns:p="http://schemas.openxmlformats.org/presentationml/2006/main">
  <p:tag name="KSO_WM_DIAGRAM_VIRTUALLY_FRAME" val="{&quot;height&quot;:322.2870078740158,&quot;left&quot;:21.25,&quot;top&quot;:96.71299212598424,&quot;width&quot;:677.5218897637794}"/>
</p:tagLst>
</file>

<file path=ppt/tags/tag90.xml><?xml version="1.0" encoding="utf-8"?>
<p:tagLst xmlns:p="http://schemas.openxmlformats.org/presentationml/2006/main">
  <p:tag name="KSO_WM_DIAGRAM_VIRTUALLY_FRAME" val="{&quot;height&quot;:322.2870078740158,&quot;left&quot;:21.25,&quot;top&quot;:96.71299212598424,&quot;width&quot;:677.5218897637794}"/>
</p:tagLst>
</file>

<file path=ppt/tags/tag91.xml><?xml version="1.0" encoding="utf-8"?>
<p:tagLst xmlns:p="http://schemas.openxmlformats.org/presentationml/2006/main">
  <p:tag name="KSO_WM_DIAGRAM_VIRTUALLY_FRAME" val="{&quot;height&quot;:322.2870078740158,&quot;left&quot;:21.25,&quot;top&quot;:96.71299212598424,&quot;width&quot;:677.5218897637794}"/>
</p:tagLst>
</file>

<file path=ppt/tags/tag92.xml><?xml version="1.0" encoding="utf-8"?>
<p:tagLst xmlns:p="http://schemas.openxmlformats.org/presentationml/2006/main">
  <p:tag name="KSO_WM_DIAGRAM_VIRTUALLY_FRAME" val="{&quot;height&quot;:322.2870078740158,&quot;left&quot;:21.25,&quot;top&quot;:96.71299212598424,&quot;width&quot;:677.5218897637794}"/>
</p:tagLst>
</file>

<file path=ppt/tags/tag93.xml><?xml version="1.0" encoding="utf-8"?>
<p:tagLst xmlns:p="http://schemas.openxmlformats.org/presentationml/2006/main">
  <p:tag name="KSO_WM_DIAGRAM_VIRTUALLY_FRAME" val="{&quot;height&quot;:322.2870078740158,&quot;left&quot;:21.25,&quot;top&quot;:96.71299212598424,&quot;width&quot;:677.5218897637794}"/>
</p:tagLst>
</file>

<file path=ppt/tags/tag94.xml><?xml version="1.0" encoding="utf-8"?>
<p:tagLst xmlns:p="http://schemas.openxmlformats.org/presentationml/2006/main">
  <p:tag name="KSO_WM_DIAGRAM_VIRTUALLY_FRAME" val="{&quot;height&quot;:322.2870078740158,&quot;left&quot;:21.25,&quot;top&quot;:96.71299212598424,&quot;width&quot;:677.5218897637794}"/>
</p:tagLst>
</file>

<file path=ppt/tags/tag95.xml><?xml version="1.0" encoding="utf-8"?>
<p:tagLst xmlns:p="http://schemas.openxmlformats.org/presentationml/2006/main">
  <p:tag name="KSO_WM_DIAGRAM_VIRTUALLY_FRAME" val="{&quot;height&quot;:322.2870078740158,&quot;left&quot;:21.25,&quot;top&quot;:96.71299212598424,&quot;width&quot;:677.5218897637794}"/>
</p:tagLst>
</file>

<file path=ppt/tags/tag96.xml><?xml version="1.0" encoding="utf-8"?>
<p:tagLst xmlns:p="http://schemas.openxmlformats.org/presentationml/2006/main">
  <p:tag name="KSO_WM_DIAGRAM_VIRTUALLY_FRAME" val="{&quot;height&quot;:322.2870078740158,&quot;left&quot;:21.25,&quot;top&quot;:96.71299212598424,&quot;width&quot;:677.5218897637794}"/>
</p:tagLst>
</file>

<file path=ppt/tags/tag97.xml><?xml version="1.0" encoding="utf-8"?>
<p:tagLst xmlns:p="http://schemas.openxmlformats.org/presentationml/2006/main">
  <p:tag name="KSO_WM_DIAGRAM_VIRTUALLY_FRAME" val="{&quot;height&quot;:322.2870078740158,&quot;left&quot;:21.25,&quot;top&quot;:96.71299212598424,&quot;width&quot;:677.5218897637794}"/>
</p:tagLst>
</file>

<file path=ppt/tags/tag98.xml><?xml version="1.0" encoding="utf-8"?>
<p:tagLst xmlns:p="http://schemas.openxmlformats.org/presentationml/2006/main">
  <p:tag name="KSO_WM_DIAGRAM_VIRTUALLY_FRAME" val="{&quot;height&quot;:294.9948031496063,&quot;left&quot;:36.973543307086615,&quot;top&quot;:102.6884251968504,&quot;width&quot;:646.0529921259842}"/>
</p:tagLst>
</file>

<file path=ppt/tags/tag99.xml><?xml version="1.0" encoding="utf-8"?>
<p:tagLst xmlns:p="http://schemas.openxmlformats.org/presentationml/2006/main">
  <p:tag name="KSO_WM_DIAGRAM_VIRTUALLY_FRAME" val="{&quot;height&quot;:294.9948031496063,&quot;left&quot;:36.973543307086615,&quot;top&quot;:102.6884251968504,&quot;width&quot;:646.0529921259842}"/>
</p:tagLst>
</file>

<file path=ppt/tags/tag100.xml><?xml version="1.0" encoding="utf-8"?>
<p:tagLst xmlns:p="http://schemas.openxmlformats.org/presentationml/2006/main">
  <p:tag name="KSO_WM_DIAGRAM_VIRTUALLY_FRAME" val="{&quot;height&quot;:294.9948031496063,&quot;left&quot;:36.973543307086615,&quot;top&quot;:102.6884251968504,&quot;width&quot;:646.0529921259842}"/>
</p:tagLst>
</file>

<file path=ppt/tags/tag101.xml><?xml version="1.0" encoding="utf-8"?>
<p:tagLst xmlns:p="http://schemas.openxmlformats.org/presentationml/2006/main">
  <p:tag name="KSO_WM_DIAGRAM_VIRTUALLY_FRAME" val="{&quot;height&quot;:294.9948031496063,&quot;left&quot;:36.973543307086615,&quot;top&quot;:102.6884251968504,&quot;width&quot;:646.0529921259842}"/>
</p:tagLst>
</file>

<file path=ppt/tags/tag102.xml><?xml version="1.0" encoding="utf-8"?>
<p:tagLst xmlns:p="http://schemas.openxmlformats.org/presentationml/2006/main">
  <p:tag name="KSO_WM_DIAGRAM_VIRTUALLY_FRAME" val="{&quot;height&quot;:294.9948031496063,&quot;left&quot;:36.973543307086615,&quot;top&quot;:102.6884251968504,&quot;width&quot;:646.0529921259842}"/>
</p:tagLst>
</file>

<file path=ppt/tags/tag103.xml><?xml version="1.0" encoding="utf-8"?>
<p:tagLst xmlns:p="http://schemas.openxmlformats.org/presentationml/2006/main">
  <p:tag name="KSO_WM_DIAGRAM_VIRTUALLY_FRAME" val="{&quot;height&quot;:294.9948031496063,&quot;left&quot;:36.973543307086615,&quot;top&quot;:102.6884251968504,&quot;width&quot;:646.0529921259842}"/>
</p:tagLst>
</file>

<file path=ppt/tags/tag104.xml><?xml version="1.0" encoding="utf-8"?>
<p:tagLst xmlns:p="http://schemas.openxmlformats.org/presentationml/2006/main">
  <p:tag name="KSO_WM_DIAGRAM_VIRTUALLY_FRAME" val="{&quot;height&quot;:294.9948031496063,&quot;left&quot;:36.973543307086615,&quot;top&quot;:102.6884251968504,&quot;width&quot;:646.0529921259842}"/>
</p:tagLst>
</file>

<file path=ppt/tags/tag105.xml><?xml version="1.0" encoding="utf-8"?>
<p:tagLst xmlns:p="http://schemas.openxmlformats.org/presentationml/2006/main">
  <p:tag name="KSO_WM_DIAGRAM_VIRTUALLY_FRAME" val="{&quot;height&quot;:294.9948031496063,&quot;left&quot;:36.973543307086615,&quot;top&quot;:102.6884251968504,&quot;width&quot;:646.0529921259842}"/>
</p:tagLst>
</file>

<file path=ppt/tags/tag106.xml><?xml version="1.0" encoding="utf-8"?>
<p:tagLst xmlns:p="http://schemas.openxmlformats.org/presentationml/2006/main">
  <p:tag name="KSO_WM_DIAGRAM_VIRTUALLY_FRAME" val="{&quot;height&quot;:294.9948031496063,&quot;left&quot;:36.973543307086615,&quot;top&quot;:102.6884251968504,&quot;width&quot;:646.0529921259842}"/>
</p:tagLst>
</file>

<file path=ppt/tags/tag107.xml><?xml version="1.0" encoding="utf-8"?>
<p:tagLst xmlns:p="http://schemas.openxmlformats.org/presentationml/2006/main">
  <p:tag name="KSO_WM_DIAGRAM_VIRTUALLY_FRAME" val="{&quot;height&quot;:294.9948031496063,&quot;left&quot;:36.973543307086615,&quot;top&quot;:102.6884251968504,&quot;width&quot;:646.0529921259842}"/>
</p:tagLst>
</file>

<file path=ppt/tags/tag108.xml><?xml version="1.0" encoding="utf-8"?>
<p:tagLst xmlns:p="http://schemas.openxmlformats.org/presentationml/2006/main">
  <p:tag name="KSO_WM_DIAGRAM_VIRTUALLY_FRAME" val="{&quot;height&quot;:294.9948031496063,&quot;left&quot;:36.973543307086615,&quot;top&quot;:102.6884251968504,&quot;width&quot;:646.0529921259842}"/>
</p:tagLst>
</file>

<file path=ppt/tags/tag109.xml><?xml version="1.0" encoding="utf-8"?>
<p:tagLst xmlns:p="http://schemas.openxmlformats.org/presentationml/2006/main">
  <p:tag name="KSO_WM_DIAGRAM_VIRTUALLY_FRAME" val="{&quot;height&quot;:294.9948031496063,&quot;left&quot;:36.973543307086615,&quot;top&quot;:102.6884251968504,&quot;width&quot;:646.0529921259842}"/>
</p:tagLst>
</file>

<file path=ppt/tags/tag110.xml><?xml version="1.0" encoding="utf-8"?>
<p:tagLst xmlns:p="http://schemas.openxmlformats.org/presentationml/2006/main">
  <p:tag name="KSO_WM_DIAGRAM_VIRTUALLY_FRAME" val="{&quot;height&quot;:294.9948031496063,&quot;left&quot;:36.973543307086615,&quot;top&quot;:102.6884251968504,&quot;width&quot;:646.0529921259842}"/>
</p:tagLst>
</file>

<file path=ppt/tags/tag111.xml><?xml version="1.0" encoding="utf-8"?>
<p:tagLst xmlns:p="http://schemas.openxmlformats.org/presentationml/2006/main">
  <p:tag name="KSO_WM_DIAGRAM_VIRTUALLY_FRAME" val="{&quot;height&quot;:294.9948031496063,&quot;left&quot;:36.973543307086615,&quot;top&quot;:102.6884251968504,&quot;width&quot;:646.0529921259842}"/>
</p:tagLst>
</file>

<file path=ppt/tags/tag112.xml><?xml version="1.0" encoding="utf-8"?>
<p:tagLst xmlns:p="http://schemas.openxmlformats.org/presentationml/2006/main">
  <p:tag name="KSO_WM_DIAGRAM_VIRTUALLY_FRAME" val="{&quot;height&quot;:294.9948031496063,&quot;left&quot;:36.973543307086615,&quot;top&quot;:102.6884251968504,&quot;width&quot;:646.0529921259842}"/>
</p:tagLst>
</file>

<file path=ppt/tags/tag113.xml><?xml version="1.0" encoding="utf-8"?>
<p:tagLst xmlns:p="http://schemas.openxmlformats.org/presentationml/2006/main">
  <p:tag name="KSO_WM_DIAGRAM_VIRTUALLY_FRAME" val="{&quot;height&quot;:294.9948031496063,&quot;left&quot;:36.973543307086615,&quot;top&quot;:102.6884251968504,&quot;width&quot;:646.0529921259842}"/>
</p:tagLst>
</file>

<file path=ppt/tags/tag114.xml><?xml version="1.0" encoding="utf-8"?>
<p:tagLst xmlns:p="http://schemas.openxmlformats.org/presentationml/2006/main">
  <p:tag name="KSO_WM_DIAGRAM_VIRTUALLY_FRAME" val="{&quot;height&quot;:294.9948031496063,&quot;left&quot;:36.973543307086615,&quot;top&quot;:102.6884251968504,&quot;width&quot;:646.0529921259842}"/>
</p:tagLst>
</file>

<file path=ppt/tags/tag115.xml><?xml version="1.0" encoding="utf-8"?>
<p:tagLst xmlns:p="http://schemas.openxmlformats.org/presentationml/2006/main">
  <p:tag name="KSO_WM_DIAGRAM_VIRTUALLY_FRAME" val="{&quot;height&quot;:294.9948031496063,&quot;left&quot;:36.973543307086615,&quot;top&quot;:102.6884251968504,&quot;width&quot;:646.0529921259842}"/>
</p:tagLst>
</file>

<file path=ppt/tags/tag116.xml><?xml version="1.0" encoding="utf-8"?>
<p:tagLst xmlns:p="http://schemas.openxmlformats.org/presentationml/2006/main">
  <p:tag name="KSO_WM_DIAGRAM_VIRTUALLY_FRAME" val="{&quot;height&quot;:294.9948031496063,&quot;left&quot;:36.973543307086615,&quot;top&quot;:102.6884251968504,&quot;width&quot;:646.0529921259842}"/>
</p:tagLst>
</file>

<file path=ppt/tags/tag117.xml><?xml version="1.0" encoding="utf-8"?>
<p:tagLst xmlns:p="http://schemas.openxmlformats.org/presentationml/2006/main">
  <p:tag name="KSO_WM_DIAGRAM_VIRTUALLY_FRAME" val="{&quot;height&quot;:294.9948031496063,&quot;left&quot;:36.973543307086615,&quot;top&quot;:102.6884251968504,&quot;width&quot;:646.0529921259842}"/>
</p:tagLst>
</file>

<file path=ppt/tags/tag118.xml><?xml version="1.0" encoding="utf-8"?>
<p:tagLst xmlns:p="http://schemas.openxmlformats.org/presentationml/2006/main">
  <p:tag name="KSO_WM_DIAGRAM_VIRTUALLY_FRAME" val="{&quot;height&quot;:294.9948031496063,&quot;left&quot;:36.973543307086615,&quot;top&quot;:102.6884251968504,&quot;width&quot;:646.0529921259842}"/>
</p:tagLst>
</file>

<file path=ppt/tags/tag119.xml><?xml version="1.0" encoding="utf-8"?>
<p:tagLst xmlns:p="http://schemas.openxmlformats.org/presentationml/2006/main">
  <p:tag name="KSO_WM_DIAGRAM_VIRTUALLY_FRAME" val="{&quot;height&quot;:294.9948031496063,&quot;left&quot;:36.973543307086615,&quot;top&quot;:102.6884251968504,&quot;width&quot;:646.0529921259842}"/>
</p:tagLst>
</file>

<file path=ppt/tags/tag120.xml><?xml version="1.0" encoding="utf-8"?>
<p:tagLst xmlns:p="http://schemas.openxmlformats.org/presentationml/2006/main">
  <p:tag name="KSO_WM_DIAGRAM_VIRTUALLY_FRAME" val="{&quot;height&quot;:294.9948031496063,&quot;left&quot;:36.973543307086615,&quot;top&quot;:102.6884251968504,&quot;width&quot;:646.0529921259842}"/>
</p:tagLst>
</file>

<file path=ppt/tags/tag121.xml><?xml version="1.0" encoding="utf-8"?>
<p:tagLst xmlns:p="http://schemas.openxmlformats.org/presentationml/2006/main">
  <p:tag name="KSO_WM_DIAGRAM_VIRTUALLY_FRAME" val="{&quot;height&quot;:294.9948031496063,&quot;left&quot;:36.973543307086615,&quot;top&quot;:102.6884251968504,&quot;width&quot;:646.0529921259842}"/>
</p:tagLst>
</file>

<file path=ppt/tags/tag122.xml><?xml version="1.0" encoding="utf-8"?>
<p:tagLst xmlns:p="http://schemas.openxmlformats.org/presentationml/2006/main">
  <p:tag name="KSO_WM_DIAGRAM_VIRTUALLY_FRAME" val="{&quot;height&quot;:294.9948031496063,&quot;left&quot;:36.973543307086615,&quot;top&quot;:102.6884251968504,&quot;width&quot;:646.0529921259842}"/>
</p:tagLst>
</file>

<file path=ppt/tags/tag123.xml><?xml version="1.0" encoding="utf-8"?>
<p:tagLst xmlns:p="http://schemas.openxmlformats.org/presentationml/2006/main">
  <p:tag name="KSO_WM_DIAGRAM_VIRTUALLY_FRAME" val="{&quot;height&quot;:294.9948031496063,&quot;left&quot;:36.973543307086615,&quot;top&quot;:102.6884251968504,&quot;width&quot;:646.0529921259842}"/>
</p:tagLst>
</file>

<file path=ppt/tags/tag124.xml><?xml version="1.0" encoding="utf-8"?>
<p:tagLst xmlns:p="http://schemas.openxmlformats.org/presentationml/2006/main">
  <p:tag name="KSO_WM_DIAGRAM_VIRTUALLY_FRAME" val="{&quot;height&quot;:294.9948031496063,&quot;left&quot;:36.973543307086615,&quot;top&quot;:102.6884251968504,&quot;width&quot;:646.0529921259842}"/>
</p:tagLst>
</file>

<file path=ppt/tags/tag125.xml><?xml version="1.0" encoding="utf-8"?>
<p:tagLst xmlns:p="http://schemas.openxmlformats.org/presentationml/2006/main">
  <p:tag name="KSO_WM_DIAGRAM_VIRTUALLY_FRAME" val="{&quot;height&quot;:294.9948031496063,&quot;left&quot;:36.973543307086615,&quot;top&quot;:102.6884251968504,&quot;width&quot;:646.0529921259842}"/>
</p:tagLst>
</file>

<file path=ppt/tags/tag126.xml><?xml version="1.0" encoding="utf-8"?>
<p:tagLst xmlns:p="http://schemas.openxmlformats.org/presentationml/2006/main">
  <p:tag name="KSO_WM_DIAGRAM_VIRTUALLY_FRAME" val="{&quot;height&quot;:294.9948031496063,&quot;left&quot;:36.973543307086615,&quot;top&quot;:102.6884251968504,&quot;width&quot;:646.0529921259842}"/>
</p:tagLst>
</file>

<file path=ppt/tags/tag127.xml><?xml version="1.0" encoding="utf-8"?>
<p:tagLst xmlns:p="http://schemas.openxmlformats.org/presentationml/2006/main">
  <p:tag name="KSO_WM_DIAGRAM_VIRTUALLY_FRAME" val="{&quot;height&quot;:294.9948031496063,&quot;left&quot;:36.973543307086615,&quot;top&quot;:102.6884251968504,&quot;width&quot;:646.0529921259842}"/>
</p:tagLst>
</file>

<file path=ppt/tags/tag128.xml><?xml version="1.0" encoding="utf-8"?>
<p:tagLst xmlns:p="http://schemas.openxmlformats.org/presentationml/2006/main">
  <p:tag name="KSO_WM_DIAGRAM_VIRTUALLY_FRAME" val="{&quot;height&quot;:294.9948031496063,&quot;left&quot;:36.973543307086615,&quot;top&quot;:102.6884251968504,&quot;width&quot;:646.0529921259842}"/>
</p:tagLst>
</file>

<file path=ppt/tags/tag129.xml><?xml version="1.0" encoding="utf-8"?>
<p:tagLst xmlns:p="http://schemas.openxmlformats.org/presentationml/2006/main">
  <p:tag name="KSO_WM_DIAGRAM_VIRTUALLY_FRAME" val="{&quot;height&quot;:294.9948031496063,&quot;left&quot;:36.973543307086615,&quot;top&quot;:102.6884251968504,&quot;width&quot;:646.0529921259842}"/>
</p:tagLst>
</file>

<file path=ppt/tags/tag130.xml><?xml version="1.0" encoding="utf-8"?>
<p:tagLst xmlns:p="http://schemas.openxmlformats.org/presentationml/2006/main">
  <p:tag name="KSO_WM_DIAGRAM_VIRTUALLY_FRAME" val="{&quot;height&quot;:294.9948031496063,&quot;left&quot;:36.973543307086615,&quot;top&quot;:102.6884251968504,&quot;width&quot;:646.0529921259842}"/>
</p:tagLst>
</file>

<file path=ppt/tags/tag131.xml><?xml version="1.0" encoding="utf-8"?>
<p:tagLst xmlns:p="http://schemas.openxmlformats.org/presentationml/2006/main">
  <p:tag name="KSO_WM_DIAGRAM_VIRTUALLY_FRAME" val="{&quot;height&quot;:294.9948031496063,&quot;left&quot;:36.973543307086615,&quot;top&quot;:102.6884251968504,&quot;width&quot;:646.0529921259842}"/>
</p:tagLst>
</file>

<file path=ppt/tags/tag132.xml><?xml version="1.0" encoding="utf-8"?>
<p:tagLst xmlns:p="http://schemas.openxmlformats.org/presentationml/2006/main">
  <p:tag name="KSO_WM_DIAGRAM_VIRTUALLY_FRAME" val="{&quot;height&quot;:294.9948031496063,&quot;left&quot;:36.973543307086615,&quot;top&quot;:102.6884251968504,&quot;width&quot;:646.0529921259842}"/>
</p:tagLst>
</file>

<file path=ppt/tags/tag133.xml><?xml version="1.0" encoding="utf-8"?>
<p:tagLst xmlns:p="http://schemas.openxmlformats.org/presentationml/2006/main">
  <p:tag name="KSO_WM_DIAGRAM_VIRTUALLY_FRAME" val="{&quot;height&quot;:294.9948031496063,&quot;left&quot;:36.973543307086615,&quot;top&quot;:102.6884251968504,&quot;width&quot;:646.0529921259842}"/>
</p:tagLst>
</file>

<file path=ppt/tags/tag134.xml><?xml version="1.0" encoding="utf-8"?>
<p:tagLst xmlns:p="http://schemas.openxmlformats.org/presentationml/2006/main">
  <p:tag name="KSO_WM_DIAGRAM_VIRTUALLY_FRAME" val="{&quot;height&quot;:294.9948031496063,&quot;left&quot;:36.973543307086615,&quot;top&quot;:102.6884251968504,&quot;width&quot;:646.0529921259842}"/>
</p:tagLst>
</file>

<file path=ppt/tags/tag135.xml><?xml version="1.0" encoding="utf-8"?>
<p:tagLst xmlns:p="http://schemas.openxmlformats.org/presentationml/2006/main">
  <p:tag name="KSO_WM_DIAGRAM_VIRTUALLY_FRAME" val="{&quot;height&quot;:294.9948031496063,&quot;left&quot;:36.973543307086615,&quot;top&quot;:102.6884251968504,&quot;width&quot;:646.0529921259842}"/>
</p:tagLst>
</file>

<file path=ppt/tags/tag136.xml><?xml version="1.0" encoding="utf-8"?>
<p:tagLst xmlns:p="http://schemas.openxmlformats.org/presentationml/2006/main">
  <p:tag name="KSO_WM_DIAGRAM_VIRTUALLY_FRAME" val="{&quot;height&quot;:294.9948031496063,&quot;left&quot;:36.973543307086615,&quot;top&quot;:102.6884251968504,&quot;width&quot;:646.0529921259842}"/>
</p:tagLst>
</file>

<file path=ppt/tags/tag137.xml><?xml version="1.0" encoding="utf-8"?>
<p:tagLst xmlns:p="http://schemas.openxmlformats.org/presentationml/2006/main">
  <p:tag name="KSO_WM_DIAGRAM_VIRTUALLY_FRAME" val="{&quot;height&quot;:294.9948031496063,&quot;left&quot;:36.973543307086615,&quot;top&quot;:102.6884251968504,&quot;width&quot;:646.0529921259842}"/>
</p:tagLst>
</file>

<file path=ppt/tags/tag138.xml><?xml version="1.0" encoding="utf-8"?>
<p:tagLst xmlns:p="http://schemas.openxmlformats.org/presentationml/2006/main">
  <p:tag name="KSO_WM_DIAGRAM_VIRTUALLY_FRAME" val="{&quot;height&quot;:294.9948031496063,&quot;left&quot;:36.973543307086615,&quot;top&quot;:102.6884251968504,&quot;width&quot;:646.0529921259842}"/>
</p:tagLst>
</file>

<file path=ppt/tags/tag139.xml><?xml version="1.0" encoding="utf-8"?>
<p:tagLst xmlns:p="http://schemas.openxmlformats.org/presentationml/2006/main">
  <p:tag name="KSO_WM_DIAGRAM_VIRTUALLY_FRAME" val="{&quot;height&quot;:294.9948031496063,&quot;left&quot;:36.973543307086615,&quot;top&quot;:102.6884251968504,&quot;width&quot;:646.0529921259842}"/>
</p:tagLst>
</file>

<file path=ppt/tags/tag140.xml><?xml version="1.0" encoding="utf-8"?>
<p:tagLst xmlns:p="http://schemas.openxmlformats.org/presentationml/2006/main">
  <p:tag name="KSO_WM_DIAGRAM_VIRTUALLY_FRAME" val="{&quot;height&quot;:294.9948031496063,&quot;left&quot;:36.973543307086615,&quot;top&quot;:102.6884251968504,&quot;width&quot;:646.0529921259842}"/>
</p:tagLst>
</file>

<file path=ppt/tags/tag141.xml><?xml version="1.0" encoding="utf-8"?>
<p:tagLst xmlns:p="http://schemas.openxmlformats.org/presentationml/2006/main">
  <p:tag name="KSO_WM_DIAGRAM_VIRTUALLY_FRAME" val="{&quot;height&quot;:294.9948031496063,&quot;left&quot;:36.973543307086615,&quot;top&quot;:102.6884251968504,&quot;width&quot;:646.0529921259842}"/>
</p:tagLst>
</file>

<file path=ppt/tags/tag142.xml><?xml version="1.0" encoding="utf-8"?>
<p:tagLst xmlns:p="http://schemas.openxmlformats.org/presentationml/2006/main">
  <p:tag name="KSO_WM_DIAGRAM_VIRTUALLY_FRAME" val="{&quot;height&quot;:294.9948031496063,&quot;left&quot;:36.973543307086615,&quot;top&quot;:102.6884251968504,&quot;width&quot;:646.0529921259842}"/>
</p:tagLst>
</file>

<file path=ppt/tags/tag143.xml><?xml version="1.0" encoding="utf-8"?>
<p:tagLst xmlns:p="http://schemas.openxmlformats.org/presentationml/2006/main">
  <p:tag name="KSO_WPP_MARK_KEY" val="428bc2e7-3798-46b2-83b3-16a4196c2f12"/>
  <p:tag name="COMMONDATA" val="eyJoZGlkIjoiMmNmYmEwOWQ4Y2Q0M2IxMGZkNjI4ZjhkZDQyNzg1OTYifQ==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11新标准">
      <a:majorFont>
        <a:latin typeface="Open Sans"/>
        <a:ea typeface="Open Sans"/>
        <a:cs typeface=""/>
      </a:majorFont>
      <a:minorFont>
        <a:latin typeface="Open Sans"/>
        <a:ea typeface="Open Sans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Open Sans"/>
        <a:ea typeface=""/>
        <a:cs typeface=""/>
        <a:font script="Jpan" typeface="游ゴシック"/>
        <a:font script="Hang" typeface="맑은 고딕"/>
        <a:font script="Hans" typeface="Open Sans"/>
        <a:font script="Hant" typeface="新細明體"/>
        <a:font script="Arab" typeface="Open Sans"/>
        <a:font script="Hebr" typeface="Open Sans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Open Sans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Open Sans"/>
        <a:ea typeface=""/>
        <a:cs typeface=""/>
        <a:font script="Jpan" typeface="游ゴシック"/>
        <a:font script="Hang" typeface="맑은 고딕"/>
        <a:font script="Hans" typeface="Open Sans"/>
        <a:font script="Hant" typeface="新細明體"/>
        <a:font script="Arab" typeface="Open Sans"/>
        <a:font script="Hebr" typeface="Open Sans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Open Sans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2651</Words>
  <Application>WPS Presentation</Application>
  <PresentationFormat>全屏显示(16:9)</PresentationFormat>
  <Paragraphs>107</Paragraphs>
  <Slides>8</Slides>
  <Notes>2</Notes>
  <HiddenSlides>2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2" baseType="lpstr">
      <vt:lpstr>Arial</vt:lpstr>
      <vt:lpstr>SimSun</vt:lpstr>
      <vt:lpstr>Wingdings</vt:lpstr>
      <vt:lpstr>Open Sans</vt:lpstr>
      <vt:lpstr>汉仪雅酷黑 65W</vt:lpstr>
      <vt:lpstr>Microsoft YaHei</vt:lpstr>
      <vt:lpstr>Arial Unicode MS</vt:lpstr>
      <vt:lpstr>Times New Roman</vt:lpstr>
      <vt:lpstr>Onyx</vt:lpstr>
      <vt:lpstr>Papyrus</vt:lpstr>
      <vt:lpstr>Palatino Linotype</vt:lpstr>
      <vt:lpstr>Palace Script MT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哒哒 熊猫</dc:creator>
  <cp:lastModifiedBy>Luyến Trần</cp:lastModifiedBy>
  <cp:revision>27</cp:revision>
  <dcterms:created xsi:type="dcterms:W3CDTF">2021-08-16T10:05:00Z</dcterms:created>
  <dcterms:modified xsi:type="dcterms:W3CDTF">2026-01-26T14:40:39Z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E39F2FDB01094E6083E64973EC776D25_11</vt:lpwstr>
  </property>
  <property fmtid="{D5CDD505-2E9C-101B-9397-08002B2CF9AE}" pid="3" name="KSOProductBuildVer">
    <vt:lpwstr>1033-12.2.0.23196</vt:lpwstr>
  </property>
  <property fmtid="{D5CDD505-2E9C-101B-9397-08002B2CF9AE}" pid="4" name="KSOSaveFontToCloudKey">
    <vt:lpwstr>3067349_cloud</vt:lpwstr>
  </property>
</Properties>
</file>